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Alata"/>
      <p:regular r:id="rId18"/>
    </p:embeddedFont>
    <p:embeddedFont>
      <p:font typeface="Lora"/>
      <p:regular r:id="rId19"/>
      <p:bold r:id="rId20"/>
      <p:italic r:id="rId21"/>
      <p:boldItalic r:id="rId22"/>
    </p:embeddedFont>
    <p:embeddedFont>
      <p:font typeface="Pacifico"/>
      <p:regular r:id="rId23"/>
    </p:embeddedFont>
    <p:embeddedFont>
      <p:font typeface="Archiv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70A0B2-E266-472A-ADAF-F2134D9B1963}">
  <a:tblStyle styleId="{CD70A0B2-E266-472A-ADAF-F2134D9B19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ra-bold.fntdata"/><Relationship Id="rId22" Type="http://schemas.openxmlformats.org/officeDocument/2006/relationships/font" Target="fonts/Lora-boldItalic.fntdata"/><Relationship Id="rId21" Type="http://schemas.openxmlformats.org/officeDocument/2006/relationships/font" Target="fonts/Lora-italic.fntdata"/><Relationship Id="rId24" Type="http://schemas.openxmlformats.org/officeDocument/2006/relationships/font" Target="fonts/Archivo-regular.fntdata"/><Relationship Id="rId23" Type="http://schemas.openxmlformats.org/officeDocument/2006/relationships/font" Target="fonts/Pacific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chivo-italic.fntdata"/><Relationship Id="rId25" Type="http://schemas.openxmlformats.org/officeDocument/2006/relationships/font" Target="fonts/Archivo-bold.fntdata"/><Relationship Id="rId27" Type="http://schemas.openxmlformats.org/officeDocument/2006/relationships/font" Target="fonts/Archiv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ora-regular.fntdata"/><Relationship Id="rId18" Type="http://schemas.openxmlformats.org/officeDocument/2006/relationships/font" Target="fonts/Alat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d362d286f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d362d286f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362d286f3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362d286f3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d362d286f3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d362d286f3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84f2145ca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84f2145ca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84f2145ca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84f2145ca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e6b47e1e1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e6b47e1e1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84f2145ca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84f2145ca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e6b47e1e1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e6b47e1e1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e6b47e1e1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e6b47e1e1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e6b47e1e1d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e6b47e1e1d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e6b47e1e1d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e6b47e1e1d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d362d286f3_1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d362d286f3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33600" y="202350"/>
            <a:ext cx="57066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720000" y="1657350"/>
            <a:ext cx="4023300" cy="18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1499450" y="2179625"/>
            <a:ext cx="61452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3657600" y="842725"/>
            <a:ext cx="1828800" cy="133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2286000" y="3094025"/>
            <a:ext cx="4572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152475"/>
            <a:ext cx="77040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984250" y="2952750"/>
            <a:ext cx="33705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2" type="subTitle"/>
          </p:nvPr>
        </p:nvSpPr>
        <p:spPr>
          <a:xfrm>
            <a:off x="4789250" y="2952750"/>
            <a:ext cx="33705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3" type="title"/>
          </p:nvPr>
        </p:nvSpPr>
        <p:spPr>
          <a:xfrm>
            <a:off x="984250" y="2571750"/>
            <a:ext cx="3370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5"/>
          <p:cNvSpPr txBox="1"/>
          <p:nvPr>
            <p:ph idx="4" type="title"/>
          </p:nvPr>
        </p:nvSpPr>
        <p:spPr>
          <a:xfrm>
            <a:off x="4789250" y="2571750"/>
            <a:ext cx="3370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720000" y="1192500"/>
            <a:ext cx="41148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720000" y="1665000"/>
            <a:ext cx="41148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>
                <a:solidFill>
                  <a:srgbClr val="434343"/>
                </a:solidFill>
              </a:defRPr>
            </a:lvl1pPr>
            <a:lvl2pPr indent="-2794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>
                <a:solidFill>
                  <a:srgbClr val="434343"/>
                </a:solidFill>
              </a:defRPr>
            </a:lvl2pPr>
            <a:lvl3pPr indent="-2794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>
                <a:solidFill>
                  <a:srgbClr val="434343"/>
                </a:solidFill>
              </a:defRPr>
            </a:lvl3pPr>
            <a:lvl4pPr indent="-2794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>
                <a:solidFill>
                  <a:srgbClr val="434343"/>
                </a:solidFill>
              </a:defRPr>
            </a:lvl6pPr>
            <a:lvl7pPr indent="-2730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>
                <a:solidFill>
                  <a:srgbClr val="434343"/>
                </a:solidFill>
              </a:defRPr>
            </a:lvl7pPr>
            <a:lvl8pPr indent="-2730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>
                <a:solidFill>
                  <a:srgbClr val="434343"/>
                </a:solidFill>
              </a:defRPr>
            </a:lvl8pPr>
            <a:lvl9pPr indent="-2667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720000" y="540000"/>
            <a:ext cx="3598800" cy="18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4622250" y="540000"/>
            <a:ext cx="3801900" cy="40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0" y="0"/>
            <a:ext cx="9144000" cy="51204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720000" y="1558475"/>
            <a:ext cx="7704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subTitle"/>
          </p:nvPr>
        </p:nvSpPr>
        <p:spPr>
          <a:xfrm>
            <a:off x="1284000" y="3069625"/>
            <a:ext cx="6576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720000" y="1257300"/>
            <a:ext cx="3917700" cy="32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subTitle"/>
          </p:nvPr>
        </p:nvSpPr>
        <p:spPr>
          <a:xfrm>
            <a:off x="4878055" y="1257300"/>
            <a:ext cx="35460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203900" y="202350"/>
            <a:ext cx="57066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4949400" y="463800"/>
            <a:ext cx="34746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4949400" y="1461600"/>
            <a:ext cx="34746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" name="Google Shape;58;p14"/>
          <p:cNvSpPr txBox="1"/>
          <p:nvPr/>
        </p:nvSpPr>
        <p:spPr>
          <a:xfrm>
            <a:off x="5315100" y="3471775"/>
            <a:ext cx="3108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CRÉDITOS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 Este modelo foi criado pelo </a:t>
            </a:r>
            <a:r>
              <a:rPr b="1" lang="pt-BR" sz="1200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2"/>
              </a:rPr>
              <a:t>Slidesgo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e inclui ícones do </a:t>
            </a:r>
            <a:r>
              <a:rPr b="1" lang="pt-BR" sz="1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infográficos e imagens da </a:t>
            </a:r>
            <a:r>
              <a:rPr b="1" lang="pt-BR" sz="12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 conteúdo de</a:t>
            </a:r>
            <a:r>
              <a:rPr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pt-BR"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Swetha Tandri</a:t>
            </a:r>
            <a:endParaRPr b="1"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15"/>
          <p:cNvGrpSpPr/>
          <p:nvPr/>
        </p:nvGrpSpPr>
        <p:grpSpPr>
          <a:xfrm>
            <a:off x="8281404" y="4364064"/>
            <a:ext cx="740520" cy="478869"/>
            <a:chOff x="3932929" y="945489"/>
            <a:chExt cx="740520" cy="478869"/>
          </a:xfrm>
        </p:grpSpPr>
        <p:grpSp>
          <p:nvGrpSpPr>
            <p:cNvPr id="62" name="Google Shape;62;p15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63" name="Google Shape;63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" name="Google Shape;66;p15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67" name="Google Shape;67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" name="Google Shape;70;p15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71" name="Google Shape;71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 flipH="1">
            <a:off x="508594" y="4014123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16"/>
          <p:cNvGrpSpPr/>
          <p:nvPr/>
        </p:nvGrpSpPr>
        <p:grpSpPr>
          <a:xfrm flipH="1">
            <a:off x="59412" y="3622693"/>
            <a:ext cx="811927" cy="753197"/>
            <a:chOff x="4932662" y="2251593"/>
            <a:chExt cx="811927" cy="753197"/>
          </a:xfrm>
        </p:grpSpPr>
        <p:sp>
          <p:nvSpPr>
            <p:cNvPr id="78" name="Google Shape;78;p16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6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b="1"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presentation/create?hl=pt-BR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9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hyperlink" Target="http://www.youtube.com/watch?v=4vetb6EytZI" TargetMode="External"/><Relationship Id="rId9" Type="http://schemas.openxmlformats.org/officeDocument/2006/relationships/image" Target="../media/image3.png"/><Relationship Id="rId5" Type="http://schemas.openxmlformats.org/officeDocument/2006/relationships/image" Target="../media/image7.jp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6.png"/><Relationship Id="rId8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Relationship Id="rId8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4343375" y="984200"/>
            <a:ext cx="4800782" cy="3164929"/>
          </a:xfrm>
          <a:custGeom>
            <a:rect b="b" l="l" r="r" t="t"/>
            <a:pathLst>
              <a:path extrusionOk="0" h="98305" w="154814">
                <a:moveTo>
                  <a:pt x="16988" y="98305"/>
                </a:moveTo>
                <a:cubicBezTo>
                  <a:pt x="16988" y="98305"/>
                  <a:pt x="1" y="63514"/>
                  <a:pt x="12570" y="47247"/>
                </a:cubicBezTo>
                <a:cubicBezTo>
                  <a:pt x="25313" y="30764"/>
                  <a:pt x="33949" y="39157"/>
                  <a:pt x="46510" y="33324"/>
                </a:cubicBezTo>
                <a:cubicBezTo>
                  <a:pt x="59087" y="27482"/>
                  <a:pt x="60155" y="3264"/>
                  <a:pt x="85354" y="1624"/>
                </a:cubicBezTo>
                <a:cubicBezTo>
                  <a:pt x="110561" y="1"/>
                  <a:pt x="154813" y="19948"/>
                  <a:pt x="131290" y="97792"/>
                </a:cubicBezTo>
                <a:close/>
              </a:path>
            </a:pathLst>
          </a:custGeom>
          <a:solidFill>
            <a:srgbClr val="FFFFFF">
              <a:alpha val="215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type="ctrTitle"/>
          </p:nvPr>
        </p:nvSpPr>
        <p:spPr>
          <a:xfrm>
            <a:off x="720000" y="984200"/>
            <a:ext cx="4023300" cy="31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/>
              <a:t>Aprendendo a usar o Google Presentation</a:t>
            </a:r>
            <a:endParaRPr sz="5000"/>
          </a:p>
        </p:txBody>
      </p:sp>
      <p:sp>
        <p:nvSpPr>
          <p:cNvPr id="89" name="Google Shape;89;p17"/>
          <p:cNvSpPr/>
          <p:nvPr/>
        </p:nvSpPr>
        <p:spPr>
          <a:xfrm>
            <a:off x="7126281" y="1543700"/>
            <a:ext cx="1116965" cy="1116693"/>
          </a:xfrm>
          <a:custGeom>
            <a:rect b="b" l="l" r="r" t="t"/>
            <a:pathLst>
              <a:path extrusionOk="0" h="32856" w="32864">
                <a:moveTo>
                  <a:pt x="16332" y="8338"/>
                </a:moveTo>
                <a:cubicBezTo>
                  <a:pt x="20936" y="8338"/>
                  <a:pt x="24625" y="12290"/>
                  <a:pt x="24149" y="16997"/>
                </a:cubicBezTo>
                <a:cubicBezTo>
                  <a:pt x="23784" y="20686"/>
                  <a:pt x="20807" y="23654"/>
                  <a:pt x="17135" y="24019"/>
                </a:cubicBezTo>
                <a:cubicBezTo>
                  <a:pt x="16867" y="24045"/>
                  <a:pt x="16602" y="24058"/>
                  <a:pt x="16340" y="24058"/>
                </a:cubicBezTo>
                <a:cubicBezTo>
                  <a:pt x="11729" y="24058"/>
                  <a:pt x="8047" y="20106"/>
                  <a:pt x="8515" y="15399"/>
                </a:cubicBezTo>
                <a:cubicBezTo>
                  <a:pt x="8889" y="11719"/>
                  <a:pt x="11857" y="8750"/>
                  <a:pt x="15538" y="8377"/>
                </a:cubicBezTo>
                <a:cubicBezTo>
                  <a:pt x="15805" y="8351"/>
                  <a:pt x="16070" y="8338"/>
                  <a:pt x="16332" y="8338"/>
                </a:cubicBezTo>
                <a:close/>
                <a:moveTo>
                  <a:pt x="15546" y="1"/>
                </a:moveTo>
                <a:cubicBezTo>
                  <a:pt x="14748" y="1"/>
                  <a:pt x="14079" y="652"/>
                  <a:pt x="14079" y="1468"/>
                </a:cubicBezTo>
                <a:lnTo>
                  <a:pt x="14079" y="2796"/>
                </a:lnTo>
                <a:cubicBezTo>
                  <a:pt x="14079" y="3325"/>
                  <a:pt x="13715" y="3777"/>
                  <a:pt x="13203" y="3907"/>
                </a:cubicBezTo>
                <a:cubicBezTo>
                  <a:pt x="11935" y="4228"/>
                  <a:pt x="10755" y="4731"/>
                  <a:pt x="9670" y="5408"/>
                </a:cubicBezTo>
                <a:cubicBezTo>
                  <a:pt x="9479" y="5524"/>
                  <a:pt x="9265" y="5581"/>
                  <a:pt x="9052" y="5581"/>
                </a:cubicBezTo>
                <a:cubicBezTo>
                  <a:pt x="8752" y="5581"/>
                  <a:pt x="8456" y="5467"/>
                  <a:pt x="8238" y="5244"/>
                </a:cubicBezTo>
                <a:lnTo>
                  <a:pt x="7344" y="4349"/>
                </a:lnTo>
                <a:cubicBezTo>
                  <a:pt x="7057" y="4063"/>
                  <a:pt x="6684" y="3920"/>
                  <a:pt x="6312" y="3920"/>
                </a:cubicBezTo>
                <a:cubicBezTo>
                  <a:pt x="5940" y="3920"/>
                  <a:pt x="5569" y="4063"/>
                  <a:pt x="5286" y="4349"/>
                </a:cubicBezTo>
                <a:lnTo>
                  <a:pt x="4201" y="5434"/>
                </a:lnTo>
                <a:cubicBezTo>
                  <a:pt x="3620" y="6016"/>
                  <a:pt x="3620" y="6936"/>
                  <a:pt x="4201" y="7500"/>
                </a:cubicBezTo>
                <a:lnTo>
                  <a:pt x="5807" y="9106"/>
                </a:lnTo>
                <a:cubicBezTo>
                  <a:pt x="4939" y="10382"/>
                  <a:pt x="4297" y="11841"/>
                  <a:pt x="3950" y="13403"/>
                </a:cubicBezTo>
                <a:cubicBezTo>
                  <a:pt x="3828" y="13932"/>
                  <a:pt x="3359" y="14306"/>
                  <a:pt x="2821" y="14306"/>
                </a:cubicBezTo>
                <a:lnTo>
                  <a:pt x="1467" y="14306"/>
                </a:lnTo>
                <a:cubicBezTo>
                  <a:pt x="660" y="14306"/>
                  <a:pt x="0" y="14957"/>
                  <a:pt x="0" y="15764"/>
                </a:cubicBezTo>
                <a:lnTo>
                  <a:pt x="0" y="17300"/>
                </a:lnTo>
                <a:cubicBezTo>
                  <a:pt x="0" y="18099"/>
                  <a:pt x="651" y="18759"/>
                  <a:pt x="1467" y="18759"/>
                </a:cubicBezTo>
                <a:lnTo>
                  <a:pt x="2986" y="18759"/>
                </a:lnTo>
                <a:cubicBezTo>
                  <a:pt x="3507" y="18759"/>
                  <a:pt x="3958" y="19106"/>
                  <a:pt x="4089" y="19609"/>
                </a:cubicBezTo>
                <a:cubicBezTo>
                  <a:pt x="4427" y="20816"/>
                  <a:pt x="4939" y="21953"/>
                  <a:pt x="5590" y="22986"/>
                </a:cubicBezTo>
                <a:cubicBezTo>
                  <a:pt x="5877" y="23437"/>
                  <a:pt x="5816" y="24036"/>
                  <a:pt x="5434" y="24427"/>
                </a:cubicBezTo>
                <a:lnTo>
                  <a:pt x="4349" y="25512"/>
                </a:lnTo>
                <a:cubicBezTo>
                  <a:pt x="3776" y="26085"/>
                  <a:pt x="3776" y="27005"/>
                  <a:pt x="4349" y="27569"/>
                </a:cubicBezTo>
                <a:lnTo>
                  <a:pt x="5434" y="28654"/>
                </a:lnTo>
                <a:cubicBezTo>
                  <a:pt x="5720" y="28945"/>
                  <a:pt x="6096" y="29090"/>
                  <a:pt x="6470" y="29090"/>
                </a:cubicBezTo>
                <a:cubicBezTo>
                  <a:pt x="6845" y="29090"/>
                  <a:pt x="7218" y="28945"/>
                  <a:pt x="7500" y="28654"/>
                </a:cubicBezTo>
                <a:lnTo>
                  <a:pt x="8698" y="27456"/>
                </a:lnTo>
                <a:cubicBezTo>
                  <a:pt x="8924" y="27230"/>
                  <a:pt x="9220" y="27113"/>
                  <a:pt x="9518" y="27113"/>
                </a:cubicBezTo>
                <a:cubicBezTo>
                  <a:pt x="9713" y="27113"/>
                  <a:pt x="9908" y="27163"/>
                  <a:pt x="10087" y="27265"/>
                </a:cubicBezTo>
                <a:cubicBezTo>
                  <a:pt x="11120" y="27847"/>
                  <a:pt x="12231" y="28290"/>
                  <a:pt x="13411" y="28559"/>
                </a:cubicBezTo>
                <a:cubicBezTo>
                  <a:pt x="13932" y="28680"/>
                  <a:pt x="14305" y="29149"/>
                  <a:pt x="14305" y="29687"/>
                </a:cubicBezTo>
                <a:lnTo>
                  <a:pt x="14305" y="31388"/>
                </a:lnTo>
                <a:cubicBezTo>
                  <a:pt x="14305" y="32196"/>
                  <a:pt x="14956" y="32855"/>
                  <a:pt x="15772" y="32855"/>
                </a:cubicBezTo>
                <a:lnTo>
                  <a:pt x="17300" y="32855"/>
                </a:lnTo>
                <a:cubicBezTo>
                  <a:pt x="18107" y="32855"/>
                  <a:pt x="18767" y="32204"/>
                  <a:pt x="18767" y="31388"/>
                </a:cubicBezTo>
                <a:lnTo>
                  <a:pt x="18767" y="29583"/>
                </a:lnTo>
                <a:cubicBezTo>
                  <a:pt x="18767" y="29062"/>
                  <a:pt x="19114" y="28602"/>
                  <a:pt x="19626" y="28463"/>
                </a:cubicBezTo>
                <a:cubicBezTo>
                  <a:pt x="20772" y="28159"/>
                  <a:pt x="21848" y="27691"/>
                  <a:pt x="22847" y="27092"/>
                </a:cubicBezTo>
                <a:cubicBezTo>
                  <a:pt x="23033" y="26983"/>
                  <a:pt x="23240" y="26929"/>
                  <a:pt x="23445" y="26929"/>
                </a:cubicBezTo>
                <a:cubicBezTo>
                  <a:pt x="23746" y="26929"/>
                  <a:pt x="24043" y="27044"/>
                  <a:pt x="24270" y="27265"/>
                </a:cubicBezTo>
                <a:lnTo>
                  <a:pt x="25520" y="28515"/>
                </a:lnTo>
                <a:cubicBezTo>
                  <a:pt x="25807" y="28802"/>
                  <a:pt x="26180" y="28945"/>
                  <a:pt x="26552" y="28945"/>
                </a:cubicBezTo>
                <a:cubicBezTo>
                  <a:pt x="26924" y="28945"/>
                  <a:pt x="27295" y="28802"/>
                  <a:pt x="27577" y="28515"/>
                </a:cubicBezTo>
                <a:lnTo>
                  <a:pt x="28662" y="27430"/>
                </a:lnTo>
                <a:cubicBezTo>
                  <a:pt x="29235" y="26857"/>
                  <a:pt x="29235" y="25937"/>
                  <a:pt x="28662" y="25373"/>
                </a:cubicBezTo>
                <a:lnTo>
                  <a:pt x="27404" y="24114"/>
                </a:lnTo>
                <a:cubicBezTo>
                  <a:pt x="27022" y="23732"/>
                  <a:pt x="26961" y="23160"/>
                  <a:pt x="27230" y="22700"/>
                </a:cubicBezTo>
                <a:cubicBezTo>
                  <a:pt x="27829" y="21693"/>
                  <a:pt x="28298" y="20599"/>
                  <a:pt x="28602" y="19436"/>
                </a:cubicBezTo>
                <a:cubicBezTo>
                  <a:pt x="28732" y="18924"/>
                  <a:pt x="29183" y="18568"/>
                  <a:pt x="29713" y="18568"/>
                </a:cubicBezTo>
                <a:lnTo>
                  <a:pt x="31397" y="18568"/>
                </a:lnTo>
                <a:cubicBezTo>
                  <a:pt x="32213" y="18533"/>
                  <a:pt x="32864" y="17882"/>
                  <a:pt x="32864" y="17075"/>
                </a:cubicBezTo>
                <a:lnTo>
                  <a:pt x="32864" y="15538"/>
                </a:lnTo>
                <a:cubicBezTo>
                  <a:pt x="32864" y="14740"/>
                  <a:pt x="32213" y="14080"/>
                  <a:pt x="31397" y="14080"/>
                </a:cubicBezTo>
                <a:lnTo>
                  <a:pt x="29773" y="14080"/>
                </a:lnTo>
                <a:cubicBezTo>
                  <a:pt x="29244" y="14080"/>
                  <a:pt x="28775" y="13707"/>
                  <a:pt x="28654" y="13186"/>
                </a:cubicBezTo>
                <a:cubicBezTo>
                  <a:pt x="28359" y="11971"/>
                  <a:pt x="27898" y="10834"/>
                  <a:pt x="27273" y="9792"/>
                </a:cubicBezTo>
                <a:cubicBezTo>
                  <a:pt x="27004" y="9332"/>
                  <a:pt x="27083" y="8759"/>
                  <a:pt x="27447" y="8394"/>
                </a:cubicBezTo>
                <a:lnTo>
                  <a:pt x="28506" y="7335"/>
                </a:lnTo>
                <a:cubicBezTo>
                  <a:pt x="29079" y="6763"/>
                  <a:pt x="29079" y="5842"/>
                  <a:pt x="28506" y="5278"/>
                </a:cubicBezTo>
                <a:lnTo>
                  <a:pt x="27421" y="4193"/>
                </a:lnTo>
                <a:cubicBezTo>
                  <a:pt x="27130" y="3907"/>
                  <a:pt x="26755" y="3764"/>
                  <a:pt x="26382" y="3764"/>
                </a:cubicBezTo>
                <a:cubicBezTo>
                  <a:pt x="26008" y="3764"/>
                  <a:pt x="25637" y="3907"/>
                  <a:pt x="25355" y="4193"/>
                </a:cubicBezTo>
                <a:lnTo>
                  <a:pt x="24340" y="5209"/>
                </a:lnTo>
                <a:cubicBezTo>
                  <a:pt x="24115" y="5433"/>
                  <a:pt x="23819" y="5550"/>
                  <a:pt x="23522" y="5550"/>
                </a:cubicBezTo>
                <a:cubicBezTo>
                  <a:pt x="23312" y="5550"/>
                  <a:pt x="23102" y="5492"/>
                  <a:pt x="22916" y="5374"/>
                </a:cubicBezTo>
                <a:cubicBezTo>
                  <a:pt x="21840" y="4723"/>
                  <a:pt x="20668" y="4228"/>
                  <a:pt x="19409" y="3907"/>
                </a:cubicBezTo>
                <a:cubicBezTo>
                  <a:pt x="18897" y="3777"/>
                  <a:pt x="18541" y="3325"/>
                  <a:pt x="18541" y="2796"/>
                </a:cubicBezTo>
                <a:lnTo>
                  <a:pt x="18541" y="1468"/>
                </a:lnTo>
                <a:cubicBezTo>
                  <a:pt x="18541" y="669"/>
                  <a:pt x="17890" y="1"/>
                  <a:pt x="1707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8010185" y="2181530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7169901" y="931488"/>
            <a:ext cx="623977" cy="405403"/>
          </a:xfrm>
          <a:custGeom>
            <a:rect b="b" l="l" r="r" t="t"/>
            <a:pathLst>
              <a:path extrusionOk="0" fill="none" h="11928" w="18359">
                <a:moveTo>
                  <a:pt x="16423" y="5669"/>
                </a:moveTo>
                <a:cubicBezTo>
                  <a:pt x="16527" y="5296"/>
                  <a:pt x="16580" y="4905"/>
                  <a:pt x="16580" y="4506"/>
                </a:cubicBezTo>
                <a:cubicBezTo>
                  <a:pt x="16580" y="2023"/>
                  <a:pt x="14557" y="1"/>
                  <a:pt x="12074" y="1"/>
                </a:cubicBezTo>
                <a:cubicBezTo>
                  <a:pt x="10252" y="1"/>
                  <a:pt x="8680" y="1086"/>
                  <a:pt x="7977" y="2648"/>
                </a:cubicBezTo>
                <a:cubicBezTo>
                  <a:pt x="7387" y="2240"/>
                  <a:pt x="6675" y="1989"/>
                  <a:pt x="5894" y="1989"/>
                </a:cubicBezTo>
                <a:cubicBezTo>
                  <a:pt x="3924" y="1989"/>
                  <a:pt x="2318" y="3569"/>
                  <a:pt x="2292" y="5522"/>
                </a:cubicBezTo>
                <a:cubicBezTo>
                  <a:pt x="964" y="5938"/>
                  <a:pt x="0" y="7188"/>
                  <a:pt x="0" y="8647"/>
                </a:cubicBezTo>
                <a:cubicBezTo>
                  <a:pt x="0" y="10461"/>
                  <a:pt x="1467" y="11928"/>
                  <a:pt x="3273" y="11928"/>
                </a:cubicBezTo>
                <a:lnTo>
                  <a:pt x="15069" y="11928"/>
                </a:lnTo>
                <a:cubicBezTo>
                  <a:pt x="16883" y="11928"/>
                  <a:pt x="18350" y="10461"/>
                  <a:pt x="18350" y="8647"/>
                </a:cubicBezTo>
                <a:cubicBezTo>
                  <a:pt x="18359" y="7318"/>
                  <a:pt x="17569" y="6181"/>
                  <a:pt x="16423" y="5669"/>
                </a:cubicBez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miter lim="86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7"/>
          <p:cNvGrpSpPr/>
          <p:nvPr/>
        </p:nvGrpSpPr>
        <p:grpSpPr>
          <a:xfrm>
            <a:off x="5219863" y="2093631"/>
            <a:ext cx="2538390" cy="2056394"/>
            <a:chOff x="3780013" y="1888393"/>
            <a:chExt cx="2538390" cy="2056394"/>
          </a:xfrm>
        </p:grpSpPr>
        <p:sp>
          <p:nvSpPr>
            <p:cNvPr id="93" name="Google Shape;93;p17"/>
            <p:cNvSpPr/>
            <p:nvPr/>
          </p:nvSpPr>
          <p:spPr>
            <a:xfrm>
              <a:off x="3780013" y="1888393"/>
              <a:ext cx="2538390" cy="1625894"/>
            </a:xfrm>
            <a:custGeom>
              <a:rect b="b" l="l" r="r" t="t"/>
              <a:pathLst>
                <a:path extrusionOk="0" h="47838" w="74686">
                  <a:moveTo>
                    <a:pt x="348" y="1"/>
                  </a:moveTo>
                  <a:cubicBezTo>
                    <a:pt x="165" y="1"/>
                    <a:pt x="1" y="157"/>
                    <a:pt x="1" y="348"/>
                  </a:cubicBezTo>
                  <a:lnTo>
                    <a:pt x="1" y="47838"/>
                  </a:lnTo>
                  <a:lnTo>
                    <a:pt x="74685" y="47838"/>
                  </a:lnTo>
                  <a:lnTo>
                    <a:pt x="74685" y="348"/>
                  </a:lnTo>
                  <a:cubicBezTo>
                    <a:pt x="74685" y="166"/>
                    <a:pt x="74529" y="1"/>
                    <a:pt x="7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3897715" y="1988693"/>
              <a:ext cx="2303265" cy="1399911"/>
            </a:xfrm>
            <a:custGeom>
              <a:rect b="b" l="l" r="r" t="t"/>
              <a:pathLst>
                <a:path extrusionOk="0" h="41189" w="67768">
                  <a:moveTo>
                    <a:pt x="348" y="1"/>
                  </a:moveTo>
                  <a:cubicBezTo>
                    <a:pt x="166" y="1"/>
                    <a:pt x="1" y="157"/>
                    <a:pt x="1" y="348"/>
                  </a:cubicBezTo>
                  <a:lnTo>
                    <a:pt x="1" y="40842"/>
                  </a:lnTo>
                  <a:cubicBezTo>
                    <a:pt x="1" y="41024"/>
                    <a:pt x="149" y="41189"/>
                    <a:pt x="348" y="41189"/>
                  </a:cubicBezTo>
                  <a:lnTo>
                    <a:pt x="67420" y="41189"/>
                  </a:lnTo>
                  <a:cubicBezTo>
                    <a:pt x="67620" y="41189"/>
                    <a:pt x="67768" y="41024"/>
                    <a:pt x="67768" y="40833"/>
                  </a:cubicBezTo>
                  <a:lnTo>
                    <a:pt x="67768" y="348"/>
                  </a:lnTo>
                  <a:cubicBezTo>
                    <a:pt x="67768" y="166"/>
                    <a:pt x="67620" y="1"/>
                    <a:pt x="674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3897443" y="1988693"/>
              <a:ext cx="2219180" cy="1399911"/>
            </a:xfrm>
            <a:custGeom>
              <a:rect b="b" l="l" r="r" t="t"/>
              <a:pathLst>
                <a:path extrusionOk="0" h="41189" w="65294">
                  <a:moveTo>
                    <a:pt x="938" y="1"/>
                  </a:moveTo>
                  <a:cubicBezTo>
                    <a:pt x="417" y="1"/>
                    <a:pt x="0" y="426"/>
                    <a:pt x="0" y="947"/>
                  </a:cubicBezTo>
                  <a:lnTo>
                    <a:pt x="0" y="40243"/>
                  </a:lnTo>
                  <a:cubicBezTo>
                    <a:pt x="0" y="40763"/>
                    <a:pt x="417" y="41189"/>
                    <a:pt x="938" y="41189"/>
                  </a:cubicBezTo>
                  <a:lnTo>
                    <a:pt x="15061" y="41189"/>
                  </a:lnTo>
                  <a:lnTo>
                    <a:pt x="652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5033303" y="1920852"/>
              <a:ext cx="32492" cy="32492"/>
            </a:xfrm>
            <a:custGeom>
              <a:rect b="b" l="l" r="r" t="t"/>
              <a:pathLst>
                <a:path extrusionOk="0" h="956" w="956">
                  <a:moveTo>
                    <a:pt x="478" y="0"/>
                  </a:moveTo>
                  <a:cubicBezTo>
                    <a:pt x="217" y="0"/>
                    <a:pt x="0" y="217"/>
                    <a:pt x="0" y="478"/>
                  </a:cubicBezTo>
                  <a:cubicBezTo>
                    <a:pt x="0" y="738"/>
                    <a:pt x="217" y="955"/>
                    <a:pt x="478" y="955"/>
                  </a:cubicBezTo>
                  <a:cubicBezTo>
                    <a:pt x="738" y="955"/>
                    <a:pt x="955" y="738"/>
                    <a:pt x="955" y="478"/>
                  </a:cubicBezTo>
                  <a:cubicBezTo>
                    <a:pt x="955" y="217"/>
                    <a:pt x="738" y="0"/>
                    <a:pt x="4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7"/>
            <p:cNvSpPr/>
            <p:nvPr/>
          </p:nvSpPr>
          <p:spPr>
            <a:xfrm>
              <a:off x="4113100" y="2170157"/>
              <a:ext cx="839661" cy="42790"/>
            </a:xfrm>
            <a:custGeom>
              <a:rect b="b" l="l" r="r" t="t"/>
              <a:pathLst>
                <a:path extrusionOk="0" h="1259" w="24705">
                  <a:moveTo>
                    <a:pt x="1" y="0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4113100" y="2397607"/>
              <a:ext cx="839661" cy="42824"/>
            </a:xfrm>
            <a:custGeom>
              <a:rect b="b" l="l" r="r" t="t"/>
              <a:pathLst>
                <a:path extrusionOk="0" h="1260" w="24705">
                  <a:moveTo>
                    <a:pt x="1" y="1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4113100" y="2246257"/>
              <a:ext cx="489760" cy="42824"/>
            </a:xfrm>
            <a:custGeom>
              <a:rect b="b" l="l" r="r" t="t"/>
              <a:pathLst>
                <a:path extrusionOk="0" h="1260" w="14410">
                  <a:moveTo>
                    <a:pt x="1" y="1"/>
                  </a:moveTo>
                  <a:lnTo>
                    <a:pt x="1" y="1259"/>
                  </a:lnTo>
                  <a:lnTo>
                    <a:pt x="14410" y="1259"/>
                  </a:lnTo>
                  <a:lnTo>
                    <a:pt x="144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4113100" y="2322085"/>
              <a:ext cx="939958" cy="42824"/>
            </a:xfrm>
            <a:custGeom>
              <a:rect b="b" l="l" r="r" t="t"/>
              <a:pathLst>
                <a:path extrusionOk="0" h="1260" w="27656">
                  <a:moveTo>
                    <a:pt x="1" y="1"/>
                  </a:moveTo>
                  <a:lnTo>
                    <a:pt x="1" y="1259"/>
                  </a:lnTo>
                  <a:lnTo>
                    <a:pt x="27656" y="1259"/>
                  </a:lnTo>
                  <a:lnTo>
                    <a:pt x="27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5068685" y="2322085"/>
              <a:ext cx="151992" cy="42824"/>
            </a:xfrm>
            <a:custGeom>
              <a:rect b="b" l="l" r="r" t="t"/>
              <a:pathLst>
                <a:path extrusionOk="0" h="1260" w="4472">
                  <a:moveTo>
                    <a:pt x="1" y="1"/>
                  </a:moveTo>
                  <a:lnTo>
                    <a:pt x="1" y="1259"/>
                  </a:lnTo>
                  <a:lnTo>
                    <a:pt x="4471" y="1259"/>
                  </a:lnTo>
                  <a:lnTo>
                    <a:pt x="44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7"/>
            <p:cNvSpPr/>
            <p:nvPr/>
          </p:nvSpPr>
          <p:spPr>
            <a:xfrm>
              <a:off x="5244541" y="2322085"/>
              <a:ext cx="82352" cy="42824"/>
            </a:xfrm>
            <a:custGeom>
              <a:rect b="b" l="l" r="r" t="t"/>
              <a:pathLst>
                <a:path extrusionOk="0" h="1260" w="2423">
                  <a:moveTo>
                    <a:pt x="0" y="1"/>
                  </a:moveTo>
                  <a:lnTo>
                    <a:pt x="0" y="1259"/>
                  </a:lnTo>
                  <a:lnTo>
                    <a:pt x="2422" y="1259"/>
                  </a:lnTo>
                  <a:lnTo>
                    <a:pt x="24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4113100" y="2473740"/>
              <a:ext cx="535779" cy="42790"/>
            </a:xfrm>
            <a:custGeom>
              <a:rect b="b" l="l" r="r" t="t"/>
              <a:pathLst>
                <a:path extrusionOk="0" h="1259" w="15764">
                  <a:moveTo>
                    <a:pt x="1" y="0"/>
                  </a:moveTo>
                  <a:lnTo>
                    <a:pt x="1" y="1259"/>
                  </a:lnTo>
                  <a:lnTo>
                    <a:pt x="15764" y="1259"/>
                  </a:lnTo>
                  <a:lnTo>
                    <a:pt x="157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4657425" y="2473740"/>
              <a:ext cx="86770" cy="42790"/>
            </a:xfrm>
            <a:custGeom>
              <a:rect b="b" l="l" r="r" t="t"/>
              <a:pathLst>
                <a:path extrusionOk="0" h="1259" w="2553">
                  <a:moveTo>
                    <a:pt x="1" y="0"/>
                  </a:moveTo>
                  <a:lnTo>
                    <a:pt x="1" y="1259"/>
                  </a:lnTo>
                  <a:lnTo>
                    <a:pt x="2553" y="1259"/>
                  </a:lnTo>
                  <a:lnTo>
                    <a:pt x="25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4757724" y="2473740"/>
              <a:ext cx="46971" cy="42790"/>
            </a:xfrm>
            <a:custGeom>
              <a:rect b="b" l="l" r="r" t="t"/>
              <a:pathLst>
                <a:path extrusionOk="0" h="1259" w="1382">
                  <a:moveTo>
                    <a:pt x="1" y="0"/>
                  </a:moveTo>
                  <a:lnTo>
                    <a:pt x="1" y="1259"/>
                  </a:lnTo>
                  <a:lnTo>
                    <a:pt x="1381" y="12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4110755" y="3060821"/>
              <a:ext cx="308607" cy="42824"/>
            </a:xfrm>
            <a:custGeom>
              <a:rect b="b" l="l" r="r" t="t"/>
              <a:pathLst>
                <a:path extrusionOk="0" h="1260" w="9080">
                  <a:moveTo>
                    <a:pt x="0" y="1"/>
                  </a:moveTo>
                  <a:lnTo>
                    <a:pt x="0" y="1260"/>
                  </a:lnTo>
                  <a:lnTo>
                    <a:pt x="9080" y="1260"/>
                  </a:lnTo>
                  <a:lnTo>
                    <a:pt x="90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4110755" y="3136649"/>
              <a:ext cx="179998" cy="42824"/>
            </a:xfrm>
            <a:custGeom>
              <a:rect b="b" l="l" r="r" t="t"/>
              <a:pathLst>
                <a:path extrusionOk="0" h="1260" w="5296">
                  <a:moveTo>
                    <a:pt x="0" y="1"/>
                  </a:moveTo>
                  <a:lnTo>
                    <a:pt x="0" y="1259"/>
                  </a:lnTo>
                  <a:lnTo>
                    <a:pt x="5295" y="1259"/>
                  </a:lnTo>
                  <a:lnTo>
                    <a:pt x="5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5480250" y="3064390"/>
              <a:ext cx="576224" cy="42790"/>
            </a:xfrm>
            <a:custGeom>
              <a:rect b="b" l="l" r="r" t="t"/>
              <a:pathLst>
                <a:path extrusionOk="0" h="1259" w="16954">
                  <a:moveTo>
                    <a:pt x="1" y="0"/>
                  </a:moveTo>
                  <a:lnTo>
                    <a:pt x="1" y="1259"/>
                  </a:lnTo>
                  <a:lnTo>
                    <a:pt x="16953" y="1259"/>
                  </a:lnTo>
                  <a:lnTo>
                    <a:pt x="169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5720413" y="3140490"/>
              <a:ext cx="336068" cy="42824"/>
            </a:xfrm>
            <a:custGeom>
              <a:rect b="b" l="l" r="r" t="t"/>
              <a:pathLst>
                <a:path extrusionOk="0" h="1260" w="9888">
                  <a:moveTo>
                    <a:pt x="1" y="1"/>
                  </a:moveTo>
                  <a:lnTo>
                    <a:pt x="1" y="1259"/>
                  </a:lnTo>
                  <a:lnTo>
                    <a:pt x="9887" y="1259"/>
                  </a:lnTo>
                  <a:lnTo>
                    <a:pt x="9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5411220" y="3216318"/>
              <a:ext cx="645559" cy="42824"/>
            </a:xfrm>
            <a:custGeom>
              <a:rect b="b" l="l" r="r" t="t"/>
              <a:pathLst>
                <a:path extrusionOk="0" h="1260" w="18994">
                  <a:moveTo>
                    <a:pt x="1" y="0"/>
                  </a:moveTo>
                  <a:lnTo>
                    <a:pt x="1" y="1259"/>
                  </a:lnTo>
                  <a:lnTo>
                    <a:pt x="18993" y="1259"/>
                  </a:lnTo>
                  <a:lnTo>
                    <a:pt x="189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5296169" y="3216318"/>
              <a:ext cx="104478" cy="42824"/>
            </a:xfrm>
            <a:custGeom>
              <a:rect b="b" l="l" r="r" t="t"/>
              <a:pathLst>
                <a:path extrusionOk="0" h="1260" w="3074">
                  <a:moveTo>
                    <a:pt x="0" y="0"/>
                  </a:moveTo>
                  <a:lnTo>
                    <a:pt x="0" y="1259"/>
                  </a:lnTo>
                  <a:lnTo>
                    <a:pt x="3073" y="1259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5223298" y="3216318"/>
              <a:ext cx="56385" cy="42824"/>
            </a:xfrm>
            <a:custGeom>
              <a:rect b="b" l="l" r="r" t="t"/>
              <a:pathLst>
                <a:path extrusionOk="0" h="1260" w="1659">
                  <a:moveTo>
                    <a:pt x="0" y="0"/>
                  </a:moveTo>
                  <a:lnTo>
                    <a:pt x="0" y="1259"/>
                  </a:lnTo>
                  <a:lnTo>
                    <a:pt x="1658" y="1259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4113100" y="2563436"/>
              <a:ext cx="11556" cy="456418"/>
            </a:xfrm>
            <a:custGeom>
              <a:rect b="b" l="l" r="r" t="t"/>
              <a:pathLst>
                <a:path extrusionOk="0" h="13429" w="340">
                  <a:moveTo>
                    <a:pt x="1" y="0"/>
                  </a:moveTo>
                  <a:lnTo>
                    <a:pt x="1" y="13428"/>
                  </a:lnTo>
                  <a:lnTo>
                    <a:pt x="339" y="13428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3780013" y="3514293"/>
              <a:ext cx="2538390" cy="183532"/>
            </a:xfrm>
            <a:custGeom>
              <a:rect b="b" l="l" r="r" t="t"/>
              <a:pathLst>
                <a:path extrusionOk="0" h="5400" w="74686">
                  <a:moveTo>
                    <a:pt x="1" y="1"/>
                  </a:moveTo>
                  <a:lnTo>
                    <a:pt x="1" y="4323"/>
                  </a:lnTo>
                  <a:cubicBezTo>
                    <a:pt x="1" y="4922"/>
                    <a:pt x="478" y="5400"/>
                    <a:pt x="1077" y="5400"/>
                  </a:cubicBezTo>
                  <a:lnTo>
                    <a:pt x="73609" y="5400"/>
                  </a:lnTo>
                  <a:cubicBezTo>
                    <a:pt x="74208" y="5400"/>
                    <a:pt x="74685" y="4914"/>
                    <a:pt x="74685" y="4323"/>
                  </a:cubicBezTo>
                  <a:lnTo>
                    <a:pt x="746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4518380" y="3697796"/>
              <a:ext cx="909302" cy="193865"/>
            </a:xfrm>
            <a:custGeom>
              <a:rect b="b" l="l" r="r" t="t"/>
              <a:pathLst>
                <a:path extrusionOk="0" h="5704" w="26754">
                  <a:moveTo>
                    <a:pt x="3247" y="1"/>
                  </a:moveTo>
                  <a:lnTo>
                    <a:pt x="1" y="5704"/>
                  </a:lnTo>
                  <a:lnTo>
                    <a:pt x="26753" y="5704"/>
                  </a:lnTo>
                  <a:lnTo>
                    <a:pt x="23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4364956" y="3874230"/>
              <a:ext cx="1216413" cy="70558"/>
            </a:xfrm>
            <a:custGeom>
              <a:rect b="b" l="l" r="r" t="t"/>
              <a:pathLst>
                <a:path extrusionOk="0" h="2076" w="35790">
                  <a:moveTo>
                    <a:pt x="583" y="0"/>
                  </a:moveTo>
                  <a:cubicBezTo>
                    <a:pt x="261" y="0"/>
                    <a:pt x="1" y="261"/>
                    <a:pt x="1" y="582"/>
                  </a:cubicBezTo>
                  <a:lnTo>
                    <a:pt x="1" y="2075"/>
                  </a:lnTo>
                  <a:lnTo>
                    <a:pt x="35790" y="2075"/>
                  </a:lnTo>
                  <a:lnTo>
                    <a:pt x="35790" y="582"/>
                  </a:lnTo>
                  <a:cubicBezTo>
                    <a:pt x="35790" y="261"/>
                    <a:pt x="35529" y="0"/>
                    <a:pt x="352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4573849" y="3697796"/>
              <a:ext cx="798672" cy="96796"/>
            </a:xfrm>
            <a:custGeom>
              <a:rect b="b" l="l" r="r" t="t"/>
              <a:pathLst>
                <a:path extrusionOk="0" h="2848" w="23499">
                  <a:moveTo>
                    <a:pt x="1615" y="1"/>
                  </a:moveTo>
                  <a:lnTo>
                    <a:pt x="1" y="2848"/>
                  </a:lnTo>
                  <a:lnTo>
                    <a:pt x="23498" y="2848"/>
                  </a:lnTo>
                  <a:lnTo>
                    <a:pt x="218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" name="Google Shape;118;p17"/>
          <p:cNvGrpSpPr/>
          <p:nvPr/>
        </p:nvGrpSpPr>
        <p:grpSpPr>
          <a:xfrm>
            <a:off x="7522062" y="2456830"/>
            <a:ext cx="811927" cy="753197"/>
            <a:chOff x="4932662" y="2251593"/>
            <a:chExt cx="811927" cy="753197"/>
          </a:xfrm>
        </p:grpSpPr>
        <p:sp>
          <p:nvSpPr>
            <p:cNvPr id="119" name="Google Shape;119;p17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" name="Google Shape;124;p17"/>
          <p:cNvGrpSpPr/>
          <p:nvPr/>
        </p:nvGrpSpPr>
        <p:grpSpPr>
          <a:xfrm>
            <a:off x="6021590" y="1231279"/>
            <a:ext cx="914298" cy="753197"/>
            <a:chOff x="4810340" y="1026041"/>
            <a:chExt cx="914298" cy="753197"/>
          </a:xfrm>
        </p:grpSpPr>
        <p:sp>
          <p:nvSpPr>
            <p:cNvPr id="125" name="Google Shape;125;p17"/>
            <p:cNvSpPr/>
            <p:nvPr/>
          </p:nvSpPr>
          <p:spPr>
            <a:xfrm>
              <a:off x="4810340" y="1026041"/>
              <a:ext cx="914298" cy="753197"/>
            </a:xfrm>
            <a:custGeom>
              <a:rect b="b" l="l" r="r" t="t"/>
              <a:pathLst>
                <a:path extrusionOk="0" h="22161" w="26901">
                  <a:moveTo>
                    <a:pt x="287" y="0"/>
                  </a:moveTo>
                  <a:cubicBezTo>
                    <a:pt x="131" y="0"/>
                    <a:pt x="0" y="122"/>
                    <a:pt x="0" y="287"/>
                  </a:cubicBezTo>
                  <a:lnTo>
                    <a:pt x="0" y="21883"/>
                  </a:lnTo>
                  <a:cubicBezTo>
                    <a:pt x="0" y="22031"/>
                    <a:pt x="122" y="22161"/>
                    <a:pt x="287" y="22161"/>
                  </a:cubicBezTo>
                  <a:lnTo>
                    <a:pt x="26614" y="22161"/>
                  </a:lnTo>
                  <a:cubicBezTo>
                    <a:pt x="26770" y="22161"/>
                    <a:pt x="26901" y="22031"/>
                    <a:pt x="26901" y="21883"/>
                  </a:cubicBezTo>
                  <a:lnTo>
                    <a:pt x="26901" y="287"/>
                  </a:lnTo>
                  <a:cubicBezTo>
                    <a:pt x="26901" y="139"/>
                    <a:pt x="26779" y="0"/>
                    <a:pt x="266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4846028" y="1134906"/>
              <a:ext cx="843196" cy="592436"/>
            </a:xfrm>
            <a:custGeom>
              <a:rect b="b" l="l" r="r" t="t"/>
              <a:pathLst>
                <a:path extrusionOk="0" h="17431" w="24809">
                  <a:moveTo>
                    <a:pt x="209" y="0"/>
                  </a:moveTo>
                  <a:cubicBezTo>
                    <a:pt x="105" y="0"/>
                    <a:pt x="1" y="87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0"/>
                    <a:pt x="209" y="17430"/>
                  </a:cubicBezTo>
                  <a:lnTo>
                    <a:pt x="24592" y="17430"/>
                  </a:lnTo>
                  <a:cubicBezTo>
                    <a:pt x="24713" y="17430"/>
                    <a:pt x="24800" y="17335"/>
                    <a:pt x="24809" y="17222"/>
                  </a:cubicBezTo>
                  <a:lnTo>
                    <a:pt x="24809" y="209"/>
                  </a:lnTo>
                  <a:cubicBezTo>
                    <a:pt x="24809" y="104"/>
                    <a:pt x="24722" y="0"/>
                    <a:pt x="24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4859011" y="1059350"/>
              <a:ext cx="42212" cy="42246"/>
            </a:xfrm>
            <a:custGeom>
              <a:rect b="b" l="l" r="r" t="t"/>
              <a:pathLst>
                <a:path extrusionOk="0" h="1243" w="1242">
                  <a:moveTo>
                    <a:pt x="632" y="1"/>
                  </a:moveTo>
                  <a:cubicBezTo>
                    <a:pt x="627" y="1"/>
                    <a:pt x="622" y="1"/>
                    <a:pt x="617" y="1"/>
                  </a:cubicBezTo>
                  <a:cubicBezTo>
                    <a:pt x="287" y="1"/>
                    <a:pt x="1" y="270"/>
                    <a:pt x="1" y="617"/>
                  </a:cubicBezTo>
                  <a:cubicBezTo>
                    <a:pt x="1" y="956"/>
                    <a:pt x="270" y="1242"/>
                    <a:pt x="617" y="1242"/>
                  </a:cubicBezTo>
                  <a:cubicBezTo>
                    <a:pt x="955" y="1242"/>
                    <a:pt x="1242" y="965"/>
                    <a:pt x="1242" y="617"/>
                  </a:cubicBezTo>
                  <a:cubicBezTo>
                    <a:pt x="1242" y="276"/>
                    <a:pt x="964" y="1"/>
                    <a:pt x="6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4930693" y="1059384"/>
              <a:ext cx="41941" cy="42212"/>
            </a:xfrm>
            <a:custGeom>
              <a:rect b="b" l="l" r="r" t="t"/>
              <a:pathLst>
                <a:path extrusionOk="0" h="1242" w="1234">
                  <a:moveTo>
                    <a:pt x="617" y="0"/>
                  </a:moveTo>
                  <a:cubicBezTo>
                    <a:pt x="270" y="0"/>
                    <a:pt x="1" y="278"/>
                    <a:pt x="1" y="616"/>
                  </a:cubicBezTo>
                  <a:cubicBezTo>
                    <a:pt x="1" y="964"/>
                    <a:pt x="270" y="1241"/>
                    <a:pt x="617" y="1241"/>
                  </a:cubicBezTo>
                  <a:cubicBezTo>
                    <a:pt x="956" y="1241"/>
                    <a:pt x="1234" y="964"/>
                    <a:pt x="1234" y="616"/>
                  </a:cubicBezTo>
                  <a:cubicBezTo>
                    <a:pt x="1234" y="278"/>
                    <a:pt x="956" y="0"/>
                    <a:pt x="6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5002408" y="1059384"/>
              <a:ext cx="42212" cy="42212"/>
            </a:xfrm>
            <a:custGeom>
              <a:rect b="b" l="l" r="r" t="t"/>
              <a:pathLst>
                <a:path extrusionOk="0" h="1242" w="1242">
                  <a:moveTo>
                    <a:pt x="625" y="0"/>
                  </a:moveTo>
                  <a:cubicBezTo>
                    <a:pt x="278" y="0"/>
                    <a:pt x="0" y="278"/>
                    <a:pt x="0" y="616"/>
                  </a:cubicBezTo>
                  <a:cubicBezTo>
                    <a:pt x="0" y="964"/>
                    <a:pt x="278" y="1241"/>
                    <a:pt x="625" y="1241"/>
                  </a:cubicBezTo>
                  <a:cubicBezTo>
                    <a:pt x="964" y="1241"/>
                    <a:pt x="1242" y="964"/>
                    <a:pt x="1242" y="616"/>
                  </a:cubicBezTo>
                  <a:cubicBezTo>
                    <a:pt x="1242" y="278"/>
                    <a:pt x="964" y="0"/>
                    <a:pt x="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17"/>
          <p:cNvGrpSpPr/>
          <p:nvPr/>
        </p:nvGrpSpPr>
        <p:grpSpPr>
          <a:xfrm>
            <a:off x="7825621" y="3258683"/>
            <a:ext cx="508385" cy="644675"/>
            <a:chOff x="4859771" y="3053445"/>
            <a:chExt cx="508385" cy="644675"/>
          </a:xfrm>
        </p:grpSpPr>
        <p:sp>
          <p:nvSpPr>
            <p:cNvPr id="131" name="Google Shape;131;p17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17"/>
          <p:cNvSpPr/>
          <p:nvPr/>
        </p:nvSpPr>
        <p:spPr>
          <a:xfrm>
            <a:off x="4971891" y="1763296"/>
            <a:ext cx="746128" cy="1207406"/>
          </a:xfrm>
          <a:custGeom>
            <a:rect b="b" l="l" r="r" t="t"/>
            <a:pathLst>
              <a:path extrusionOk="0" h="35525" w="21953">
                <a:moveTo>
                  <a:pt x="3235" y="31102"/>
                </a:moveTo>
                <a:cubicBezTo>
                  <a:pt x="3267" y="31102"/>
                  <a:pt x="3298" y="31108"/>
                  <a:pt x="3325" y="31121"/>
                </a:cubicBezTo>
                <a:cubicBezTo>
                  <a:pt x="3759" y="31320"/>
                  <a:pt x="3360" y="33091"/>
                  <a:pt x="3160" y="33525"/>
                </a:cubicBezTo>
                <a:cubicBezTo>
                  <a:pt x="3027" y="33847"/>
                  <a:pt x="2716" y="34031"/>
                  <a:pt x="2389" y="34031"/>
                </a:cubicBezTo>
                <a:cubicBezTo>
                  <a:pt x="2266" y="34031"/>
                  <a:pt x="2141" y="34005"/>
                  <a:pt x="2023" y="33950"/>
                </a:cubicBezTo>
                <a:cubicBezTo>
                  <a:pt x="1589" y="33742"/>
                  <a:pt x="1406" y="33230"/>
                  <a:pt x="1597" y="32796"/>
                </a:cubicBezTo>
                <a:cubicBezTo>
                  <a:pt x="1792" y="32390"/>
                  <a:pt x="2763" y="31102"/>
                  <a:pt x="3235" y="31102"/>
                </a:cubicBezTo>
                <a:close/>
                <a:moveTo>
                  <a:pt x="13908" y="0"/>
                </a:moveTo>
                <a:cubicBezTo>
                  <a:pt x="13896" y="0"/>
                  <a:pt x="13884" y="1"/>
                  <a:pt x="13871" y="2"/>
                </a:cubicBezTo>
                <a:cubicBezTo>
                  <a:pt x="11701" y="149"/>
                  <a:pt x="9774" y="1304"/>
                  <a:pt x="8880" y="3231"/>
                </a:cubicBezTo>
                <a:cubicBezTo>
                  <a:pt x="7708" y="5757"/>
                  <a:pt x="8698" y="8786"/>
                  <a:pt x="11085" y="10601"/>
                </a:cubicBezTo>
                <a:cubicBezTo>
                  <a:pt x="11233" y="10713"/>
                  <a:pt x="11276" y="10922"/>
                  <a:pt x="11189" y="11087"/>
                </a:cubicBezTo>
                <a:lnTo>
                  <a:pt x="460" y="32787"/>
                </a:lnTo>
                <a:cubicBezTo>
                  <a:pt x="0" y="33742"/>
                  <a:pt x="417" y="34888"/>
                  <a:pt x="1380" y="35348"/>
                </a:cubicBezTo>
                <a:cubicBezTo>
                  <a:pt x="1641" y="35468"/>
                  <a:pt x="1915" y="35525"/>
                  <a:pt x="2185" y="35525"/>
                </a:cubicBezTo>
                <a:cubicBezTo>
                  <a:pt x="2912" y="35525"/>
                  <a:pt x="3610" y="35111"/>
                  <a:pt x="3932" y="34402"/>
                </a:cubicBezTo>
                <a:lnTo>
                  <a:pt x="13568" y="12206"/>
                </a:lnTo>
                <a:cubicBezTo>
                  <a:pt x="13634" y="12059"/>
                  <a:pt x="13775" y="11962"/>
                  <a:pt x="13927" y="11962"/>
                </a:cubicBezTo>
                <a:cubicBezTo>
                  <a:pt x="13954" y="11962"/>
                  <a:pt x="13982" y="11965"/>
                  <a:pt x="14010" y="11972"/>
                </a:cubicBezTo>
                <a:cubicBezTo>
                  <a:pt x="14528" y="12084"/>
                  <a:pt x="15047" y="12138"/>
                  <a:pt x="15556" y="12138"/>
                </a:cubicBezTo>
                <a:cubicBezTo>
                  <a:pt x="17931" y="12138"/>
                  <a:pt x="20102" y="10953"/>
                  <a:pt x="21067" y="8873"/>
                </a:cubicBezTo>
                <a:cubicBezTo>
                  <a:pt x="21953" y="6946"/>
                  <a:pt x="21597" y="4733"/>
                  <a:pt x="20303" y="2971"/>
                </a:cubicBezTo>
                <a:cubicBezTo>
                  <a:pt x="20222" y="2861"/>
                  <a:pt x="20100" y="2806"/>
                  <a:pt x="19980" y="2806"/>
                </a:cubicBezTo>
                <a:cubicBezTo>
                  <a:pt x="19844" y="2806"/>
                  <a:pt x="19709" y="2876"/>
                  <a:pt x="19635" y="3014"/>
                </a:cubicBezTo>
                <a:lnTo>
                  <a:pt x="17977" y="6130"/>
                </a:lnTo>
                <a:cubicBezTo>
                  <a:pt x="17652" y="6730"/>
                  <a:pt x="17035" y="7073"/>
                  <a:pt x="16395" y="7073"/>
                </a:cubicBezTo>
                <a:cubicBezTo>
                  <a:pt x="16145" y="7073"/>
                  <a:pt x="15892" y="7021"/>
                  <a:pt x="15651" y="6911"/>
                </a:cubicBezTo>
                <a:lnTo>
                  <a:pt x="13897" y="6095"/>
                </a:lnTo>
                <a:cubicBezTo>
                  <a:pt x="13038" y="5696"/>
                  <a:pt x="12639" y="4698"/>
                  <a:pt x="12986" y="3821"/>
                </a:cubicBezTo>
                <a:lnTo>
                  <a:pt x="14271" y="540"/>
                </a:lnTo>
                <a:cubicBezTo>
                  <a:pt x="14379" y="282"/>
                  <a:pt x="14184" y="0"/>
                  <a:pt x="139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17"/>
          <p:cNvGrpSpPr/>
          <p:nvPr/>
        </p:nvGrpSpPr>
        <p:grpSpPr>
          <a:xfrm>
            <a:off x="5144179" y="1150727"/>
            <a:ext cx="740520" cy="478869"/>
            <a:chOff x="3932929" y="945489"/>
            <a:chExt cx="740520" cy="478869"/>
          </a:xfrm>
        </p:grpSpPr>
        <p:grpSp>
          <p:nvGrpSpPr>
            <p:cNvPr id="140" name="Google Shape;140;p17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141" name="Google Shape;141;p17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7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7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" name="Google Shape;144;p17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145" name="Google Shape;145;p17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7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7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7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149" name="Google Shape;149;p17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7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7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52" name="Google Shape;15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825" y="187625"/>
            <a:ext cx="1085125" cy="71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 preferRelativeResize="0"/>
          <p:nvPr/>
        </p:nvPicPr>
        <p:blipFill>
          <a:blip r:embed="rId4">
            <a:alphaModFix amt="62000"/>
          </a:blip>
          <a:stretch>
            <a:fillRect/>
          </a:stretch>
        </p:blipFill>
        <p:spPr>
          <a:xfrm>
            <a:off x="434573" y="4290477"/>
            <a:ext cx="402753" cy="53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8050" y="252975"/>
            <a:ext cx="508375" cy="62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720000" y="540000"/>
            <a:ext cx="3598800" cy="18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/>
              <a:t>O que é o Google Presentation?</a:t>
            </a:r>
            <a:endParaRPr sz="3100"/>
          </a:p>
        </p:txBody>
      </p:sp>
      <p:sp>
        <p:nvSpPr>
          <p:cNvPr id="160" name="Google Shape;160;p18"/>
          <p:cNvSpPr txBox="1"/>
          <p:nvPr>
            <p:ph idx="1" type="subTitle"/>
          </p:nvPr>
        </p:nvSpPr>
        <p:spPr>
          <a:xfrm>
            <a:off x="4622250" y="540000"/>
            <a:ext cx="3879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Ferramenta online e gratuita do Google para apresentações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Precisa apenas de Internet e você consegue acessar todas suas apresentações com poucos clicks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24212" y="3498793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p18"/>
          <p:cNvGrpSpPr/>
          <p:nvPr/>
        </p:nvGrpSpPr>
        <p:grpSpPr>
          <a:xfrm>
            <a:off x="79562" y="3850293"/>
            <a:ext cx="811927" cy="753197"/>
            <a:chOff x="4932662" y="2251593"/>
            <a:chExt cx="811927" cy="753197"/>
          </a:xfrm>
        </p:grpSpPr>
        <p:sp>
          <p:nvSpPr>
            <p:cNvPr id="163" name="Google Shape;163;p18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" name="Google Shape;168;p18"/>
          <p:cNvSpPr txBox="1"/>
          <p:nvPr/>
        </p:nvSpPr>
        <p:spPr>
          <a:xfrm>
            <a:off x="891500" y="2494950"/>
            <a:ext cx="3427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1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Benefícios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4635000" y="2414400"/>
            <a:ext cx="35988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Compartilhamento fácil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Colaboração em tempo real com várias pessoas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70" name="Google Shape;17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Acessando o Google Presentation</a:t>
            </a:r>
            <a:endParaRPr/>
          </a:p>
        </p:txBody>
      </p:sp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720000" y="1143825"/>
            <a:ext cx="7561500" cy="17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https://docs.google.com/presentation/create?hl=pt-BR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ou pesquisar </a:t>
            </a:r>
            <a:r>
              <a:rPr b="1" i="1" lang="pt-BR"/>
              <a:t>Slides Google</a:t>
            </a:r>
            <a:endParaRPr b="1"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Após acessar o link basta logar na sua conta do Google (Gmail)</a:t>
            </a:r>
            <a:endParaRPr/>
          </a:p>
        </p:txBody>
      </p:sp>
      <p:grpSp>
        <p:nvGrpSpPr>
          <p:cNvPr id="179" name="Google Shape;179;p19"/>
          <p:cNvGrpSpPr/>
          <p:nvPr/>
        </p:nvGrpSpPr>
        <p:grpSpPr>
          <a:xfrm>
            <a:off x="8281404" y="300564"/>
            <a:ext cx="740520" cy="478869"/>
            <a:chOff x="3932929" y="945489"/>
            <a:chExt cx="740520" cy="478869"/>
          </a:xfrm>
        </p:grpSpPr>
        <p:grpSp>
          <p:nvGrpSpPr>
            <p:cNvPr id="180" name="Google Shape;180;p19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181" name="Google Shape;181;p19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9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9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9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185" name="Google Shape;185;p19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9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9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" name="Google Shape;188;p19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189" name="Google Shape;189;p19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9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9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5341" r="1938" t="0"/>
          <a:stretch/>
        </p:blipFill>
        <p:spPr>
          <a:xfrm>
            <a:off x="859049" y="2629075"/>
            <a:ext cx="7425901" cy="165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Criando uma apresentação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719925" y="1257300"/>
            <a:ext cx="7704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Você pode iniciar uma apresentação em branco ou selecionar um modelo já existente: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7889799" y="4014123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" name="Google Shape;203;p20"/>
          <p:cNvGrpSpPr/>
          <p:nvPr/>
        </p:nvGrpSpPr>
        <p:grpSpPr>
          <a:xfrm>
            <a:off x="8246637" y="3622693"/>
            <a:ext cx="811927" cy="753197"/>
            <a:chOff x="4932662" y="2251593"/>
            <a:chExt cx="811927" cy="753197"/>
          </a:xfrm>
        </p:grpSpPr>
        <p:sp>
          <p:nvSpPr>
            <p:cNvPr id="204" name="Google Shape;204;p20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4425" r="0" t="18534"/>
          <a:stretch/>
        </p:blipFill>
        <p:spPr>
          <a:xfrm>
            <a:off x="348000" y="2027475"/>
            <a:ext cx="8448001" cy="146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000" y="4375898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/>
          <p:cNvPicPr preferRelativeResize="0"/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>
            <a:off x="855349" y="437590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2037" y="4285962"/>
            <a:ext cx="973589" cy="64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/>
          <p:nvPr/>
        </p:nvSpPr>
        <p:spPr>
          <a:xfrm>
            <a:off x="8253375" y="428100"/>
            <a:ext cx="601973" cy="596912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8" name="Google Shape;218;p21"/>
          <p:cNvGrpSpPr/>
          <p:nvPr/>
        </p:nvGrpSpPr>
        <p:grpSpPr>
          <a:xfrm flipH="1">
            <a:off x="8553471" y="74793"/>
            <a:ext cx="508385" cy="644675"/>
            <a:chOff x="4859771" y="3053445"/>
            <a:chExt cx="508385" cy="644675"/>
          </a:xfrm>
        </p:grpSpPr>
        <p:sp>
          <p:nvSpPr>
            <p:cNvPr id="219" name="Google Shape;219;p21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1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1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1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1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21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/>
              <a:t>Editando o slide</a:t>
            </a:r>
            <a:endParaRPr sz="3400"/>
          </a:p>
        </p:txBody>
      </p:sp>
      <p:sp>
        <p:nvSpPr>
          <p:cNvPr id="227" name="Google Shape;227;p21"/>
          <p:cNvSpPr txBox="1"/>
          <p:nvPr/>
        </p:nvSpPr>
        <p:spPr>
          <a:xfrm>
            <a:off x="351925" y="976875"/>
            <a:ext cx="25440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Selecione o slide a ser editado à esquerda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28" name="Google Shape;2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812" y="1711500"/>
            <a:ext cx="1598225" cy="31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2895925" y="893775"/>
            <a:ext cx="2253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 o botão direito há algumas opções, como duplicar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30" name="Google Shape;230;p21"/>
          <p:cNvPicPr preferRelativeResize="0"/>
          <p:nvPr/>
        </p:nvPicPr>
        <p:blipFill rotWithShape="1">
          <a:blip r:embed="rId4">
            <a:alphaModFix/>
          </a:blip>
          <a:srcRect b="8784" l="0" r="0" t="0"/>
          <a:stretch/>
        </p:blipFill>
        <p:spPr>
          <a:xfrm>
            <a:off x="3223450" y="1831604"/>
            <a:ext cx="1598250" cy="289678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5680450" y="893775"/>
            <a:ext cx="23082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Na barra superior para adicionar imagem ou texto</a:t>
            </a:r>
            <a:endParaRPr/>
          </a:p>
        </p:txBody>
      </p:sp>
      <p:pic>
        <p:nvPicPr>
          <p:cNvPr id="232" name="Google Shape;23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9675" y="1604663"/>
            <a:ext cx="1609725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5423988" y="2447925"/>
            <a:ext cx="30000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Quando selecionado uma caixa de texto, opções de edição aparecerão na parte superior</a:t>
            </a:r>
            <a:endParaRPr/>
          </a:p>
        </p:txBody>
      </p:sp>
      <p:pic>
        <p:nvPicPr>
          <p:cNvPr id="234" name="Google Shape;234;p21"/>
          <p:cNvPicPr preferRelativeResize="0"/>
          <p:nvPr/>
        </p:nvPicPr>
        <p:blipFill rotWithShape="1">
          <a:blip r:embed="rId6">
            <a:alphaModFix/>
          </a:blip>
          <a:srcRect b="0" l="31229" r="0" t="0"/>
          <a:stretch/>
        </p:blipFill>
        <p:spPr>
          <a:xfrm>
            <a:off x="5046450" y="3443450"/>
            <a:ext cx="3755100" cy="24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/>
          <p:cNvPicPr preferRelativeResize="0"/>
          <p:nvPr/>
        </p:nvPicPr>
        <p:blipFill>
          <a:blip r:embed="rId8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/>
          <p:nvPr/>
        </p:nvSpPr>
        <p:spPr>
          <a:xfrm>
            <a:off x="8253375" y="428100"/>
            <a:ext cx="601973" cy="596912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3" name="Google Shape;243;p22"/>
          <p:cNvGrpSpPr/>
          <p:nvPr/>
        </p:nvGrpSpPr>
        <p:grpSpPr>
          <a:xfrm flipH="1">
            <a:off x="8553471" y="74793"/>
            <a:ext cx="508385" cy="644675"/>
            <a:chOff x="4859771" y="3053445"/>
            <a:chExt cx="508385" cy="644675"/>
          </a:xfrm>
        </p:grpSpPr>
        <p:sp>
          <p:nvSpPr>
            <p:cNvPr id="244" name="Google Shape;244;p22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2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2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2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2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1" name="Google Shape;251;p22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/>
              <a:t>Editando o slide</a:t>
            </a:r>
            <a:endParaRPr sz="3400"/>
          </a:p>
        </p:txBody>
      </p:sp>
      <p:sp>
        <p:nvSpPr>
          <p:cNvPr id="252" name="Google Shape;252;p22"/>
          <p:cNvSpPr txBox="1"/>
          <p:nvPr/>
        </p:nvSpPr>
        <p:spPr>
          <a:xfrm>
            <a:off x="528425" y="1128175"/>
            <a:ext cx="2544000" cy="13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Clicando em </a:t>
            </a:r>
            <a:r>
              <a:rPr b="1" i="1"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Inserir</a:t>
            </a: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na parte superior a barra de tarefas é possível adicionar: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imagens, tabelas, áudios etc: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53" name="Google Shape;2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875" y="2382596"/>
            <a:ext cx="2225100" cy="2364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k wild animal ultra hd 4k video sample.&#10;&#10;subscribe (free):&#10;https://www.youtube.com/channel/UC3xYAACr8WCUtjL5rNmHC_g/featured?view_as=subscriber" id="254" name="Google Shape;254;p22" title="4k animal video ultra hd | 4k sample video | wild animals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8375" y="2321313"/>
            <a:ext cx="2225100" cy="12513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5" name="Google Shape;255;p22"/>
          <p:cNvGraphicFramePr/>
          <p:nvPr/>
        </p:nvGraphicFramePr>
        <p:xfrm>
          <a:off x="4537525" y="97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{CD70A0B2-E266-472A-ADAF-F2134D9B1963}</a:tableStyleId>
              </a:tblPr>
              <a:tblGrid>
                <a:gridCol w="710325"/>
                <a:gridCol w="914725"/>
                <a:gridCol w="893725"/>
                <a:gridCol w="571250"/>
              </a:tblGrid>
              <a:tr h="31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teste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8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teste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56" name="Google Shape;256;p22" title="Points sco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7297" y="2321327"/>
            <a:ext cx="2023638" cy="125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2"/>
          <p:cNvPicPr preferRelativeResize="0"/>
          <p:nvPr/>
        </p:nvPicPr>
        <p:blipFill>
          <a:blip r:embed="rId8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Inserindo e editando imagens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4995000" y="1131925"/>
            <a:ext cx="3429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Selecionando a imagem podemos redimensioná-la, movê-la girar ou mesmo cortar: 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66" name="Google Shape;2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131925"/>
            <a:ext cx="377190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1500" y="2187350"/>
            <a:ext cx="2428875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/>
          <p:cNvPicPr preferRelativeResize="0"/>
          <p:nvPr/>
        </p:nvPicPr>
        <p:blipFill rotWithShape="1">
          <a:blip r:embed="rId5">
            <a:alphaModFix/>
          </a:blip>
          <a:srcRect b="45160" l="59736" r="0" t="0"/>
          <a:stretch/>
        </p:blipFill>
        <p:spPr>
          <a:xfrm>
            <a:off x="5748002" y="2063825"/>
            <a:ext cx="997800" cy="101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23125" y="2187350"/>
            <a:ext cx="1678225" cy="201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3"/>
          <p:cNvPicPr preferRelativeResize="0"/>
          <p:nvPr/>
        </p:nvPicPr>
        <p:blipFill>
          <a:blip r:embed="rId8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Editando o texto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628900" y="1152788"/>
            <a:ext cx="56016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 texto pode ser editado mudando a fonte e o tamanho, deixando negrito, adicionando listas, entre outras coisas: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79" name="Google Shape;27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4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9475" y="2112825"/>
            <a:ext cx="8305049" cy="26852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 txBox="1"/>
          <p:nvPr/>
        </p:nvSpPr>
        <p:spPr>
          <a:xfrm>
            <a:off x="773975" y="3095350"/>
            <a:ext cx="2114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rgbClr val="F2CC36"/>
                </a:solidFill>
                <a:highlight>
                  <a:srgbClr val="F4CCCC"/>
                </a:highlight>
                <a:latin typeface="Impact"/>
                <a:ea typeface="Impact"/>
                <a:cs typeface="Impact"/>
                <a:sym typeface="Impact"/>
              </a:rPr>
              <a:t>Texto </a:t>
            </a:r>
            <a:endParaRPr sz="3300">
              <a:solidFill>
                <a:srgbClr val="F2CC36"/>
              </a:solidFill>
              <a:highlight>
                <a:srgbClr val="F4CCCC"/>
              </a:highlight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2654925" y="3241600"/>
            <a:ext cx="268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u="sng">
                <a:solidFill>
                  <a:srgbClr val="3C78D8"/>
                </a:solidFill>
                <a:latin typeface="Pacifico"/>
                <a:ea typeface="Pacifico"/>
                <a:cs typeface="Pacifico"/>
                <a:sym typeface="Pacifico"/>
              </a:rPr>
              <a:t>Exemplo</a:t>
            </a:r>
            <a:endParaRPr i="1" u="sng">
              <a:solidFill>
                <a:srgbClr val="3C78D8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285" name="Google Shape;285;p24"/>
          <p:cNvSpPr txBox="1"/>
          <p:nvPr/>
        </p:nvSpPr>
        <p:spPr>
          <a:xfrm>
            <a:off x="3923450" y="2917225"/>
            <a:ext cx="2689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ora"/>
              <a:buAutoNum type="arabicPeriod"/>
            </a:pPr>
            <a:r>
              <a:rPr i="1" lang="pt-BR" u="sng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i="1" u="sng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ora"/>
              <a:buAutoNum type="arabicPeriod"/>
            </a:pPr>
            <a:r>
              <a:rPr i="1" lang="pt-BR" u="sng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i="1" u="sng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ora"/>
              <a:buAutoNum type="arabicPeriod"/>
            </a:pPr>
            <a:r>
              <a:rPr i="1" lang="pt-BR" u="sng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i="1" u="sng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ora"/>
              <a:buAutoNum type="arabicPeriod"/>
            </a:pPr>
            <a:r>
              <a:rPr i="1" lang="pt-BR" u="sng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i="1" u="sng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5755150" y="3026050"/>
            <a:ext cx="2689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Times New Roman"/>
              <a:buChar char="●"/>
            </a:pPr>
            <a:r>
              <a:rPr i="1" lang="pt-BR" u="sng">
                <a:solidFill>
                  <a:srgbClr val="3C78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Lista</a:t>
            </a:r>
            <a:endParaRPr i="1" u="sng">
              <a:solidFill>
                <a:srgbClr val="3C78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Times New Roman"/>
              <a:buChar char="●"/>
            </a:pPr>
            <a:r>
              <a:rPr i="1" lang="pt-BR" u="sng">
                <a:solidFill>
                  <a:srgbClr val="3C78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</a:t>
            </a:r>
            <a:endParaRPr i="1" u="sng">
              <a:solidFill>
                <a:srgbClr val="3C78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Times New Roman"/>
              <a:buChar char="●"/>
            </a:pPr>
            <a:r>
              <a:rPr i="1" lang="pt-BR" u="sng">
                <a:solidFill>
                  <a:srgbClr val="3C78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</a:t>
            </a:r>
            <a:endParaRPr i="1" u="sng">
              <a:solidFill>
                <a:srgbClr val="3C78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Adicionando transições</a:t>
            </a:r>
            <a:endParaRPr/>
          </a:p>
        </p:txBody>
      </p:sp>
      <p:pic>
        <p:nvPicPr>
          <p:cNvPr id="292" name="Google Shape;29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5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163" y="1233150"/>
            <a:ext cx="80676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3050" y="2086875"/>
            <a:ext cx="2266550" cy="265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08140" y="2443075"/>
            <a:ext cx="2705100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Compartilhando a apresentação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616300" y="1119350"/>
            <a:ext cx="30888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compartilhar basta clicar no botão de compartilhar no canto superior direito:</a:t>
            </a:r>
            <a:endParaRPr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04" name="Google Shape;30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6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1674" y="2109799"/>
            <a:ext cx="4125012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1675" y="3270600"/>
            <a:ext cx="4125000" cy="77780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 txBox="1"/>
          <p:nvPr/>
        </p:nvSpPr>
        <p:spPr>
          <a:xfrm>
            <a:off x="5424000" y="1119350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É possível selecionar a permissão que a pessoa terá:</a:t>
            </a:r>
            <a:endParaRPr/>
          </a:p>
        </p:txBody>
      </p:sp>
      <p:pic>
        <p:nvPicPr>
          <p:cNvPr id="310" name="Google Shape;310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16450" y="1956876"/>
            <a:ext cx="2815100" cy="210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Dicas finais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802650" y="1452550"/>
            <a:ext cx="7538700" cy="27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Mantenha o design limpo e minimalista, evitando o excesso de texto e elementos desnecessários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Use imagens relevantes e de alta qualidade para complementar suas informações e transmitir sua mensagem de forma visualmente atraente.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●"/>
            </a:pPr>
            <a:r>
              <a:rPr lang="pt-BR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Pratique sua apresentação antes do evento para se familiarizar com o conteúdo e garantir uma entrega confiante e fluente.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17" name="Google Shape;31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262" y="4249887"/>
            <a:ext cx="973589" cy="64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7"/>
          <p:cNvPicPr preferRelativeResize="0"/>
          <p:nvPr/>
        </p:nvPicPr>
        <p:blipFill>
          <a:blip r:embed="rId4">
            <a:alphaModFix amt="77000"/>
          </a:blip>
          <a:stretch>
            <a:fillRect/>
          </a:stretch>
        </p:blipFill>
        <p:spPr>
          <a:xfrm>
            <a:off x="7668774" y="4326151"/>
            <a:ext cx="366675" cy="4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425" y="4326148"/>
            <a:ext cx="398281" cy="4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>
            <p:ph type="ctrTitle"/>
          </p:nvPr>
        </p:nvSpPr>
        <p:spPr>
          <a:xfrm>
            <a:off x="4177050" y="1763300"/>
            <a:ext cx="42864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Dúvidas</a:t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 flipH="1">
            <a:off x="828" y="984200"/>
            <a:ext cx="4800782" cy="3164929"/>
          </a:xfrm>
          <a:custGeom>
            <a:rect b="b" l="l" r="r" t="t"/>
            <a:pathLst>
              <a:path extrusionOk="0" h="98305" w="154814">
                <a:moveTo>
                  <a:pt x="16988" y="98305"/>
                </a:moveTo>
                <a:cubicBezTo>
                  <a:pt x="16988" y="98305"/>
                  <a:pt x="1" y="63514"/>
                  <a:pt x="12570" y="47247"/>
                </a:cubicBezTo>
                <a:cubicBezTo>
                  <a:pt x="25313" y="30764"/>
                  <a:pt x="33949" y="39157"/>
                  <a:pt x="46510" y="33324"/>
                </a:cubicBezTo>
                <a:cubicBezTo>
                  <a:pt x="59087" y="27482"/>
                  <a:pt x="60155" y="3264"/>
                  <a:pt x="85354" y="1624"/>
                </a:cubicBezTo>
                <a:cubicBezTo>
                  <a:pt x="110561" y="1"/>
                  <a:pt x="154813" y="19948"/>
                  <a:pt x="131290" y="97792"/>
                </a:cubicBezTo>
                <a:close/>
              </a:path>
            </a:pathLst>
          </a:custGeom>
          <a:solidFill>
            <a:srgbClr val="FFFFFF">
              <a:alpha val="215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8"/>
          <p:cNvSpPr/>
          <p:nvPr/>
        </p:nvSpPr>
        <p:spPr>
          <a:xfrm flipH="1">
            <a:off x="901738" y="1543700"/>
            <a:ext cx="1116965" cy="1116693"/>
          </a:xfrm>
          <a:custGeom>
            <a:rect b="b" l="l" r="r" t="t"/>
            <a:pathLst>
              <a:path extrusionOk="0" h="32856" w="32864">
                <a:moveTo>
                  <a:pt x="16332" y="8338"/>
                </a:moveTo>
                <a:cubicBezTo>
                  <a:pt x="20936" y="8338"/>
                  <a:pt x="24625" y="12290"/>
                  <a:pt x="24149" y="16997"/>
                </a:cubicBezTo>
                <a:cubicBezTo>
                  <a:pt x="23784" y="20686"/>
                  <a:pt x="20807" y="23654"/>
                  <a:pt x="17135" y="24019"/>
                </a:cubicBezTo>
                <a:cubicBezTo>
                  <a:pt x="16867" y="24045"/>
                  <a:pt x="16602" y="24058"/>
                  <a:pt x="16340" y="24058"/>
                </a:cubicBezTo>
                <a:cubicBezTo>
                  <a:pt x="11729" y="24058"/>
                  <a:pt x="8047" y="20106"/>
                  <a:pt x="8515" y="15399"/>
                </a:cubicBezTo>
                <a:cubicBezTo>
                  <a:pt x="8889" y="11719"/>
                  <a:pt x="11857" y="8750"/>
                  <a:pt x="15538" y="8377"/>
                </a:cubicBezTo>
                <a:cubicBezTo>
                  <a:pt x="15805" y="8351"/>
                  <a:pt x="16070" y="8338"/>
                  <a:pt x="16332" y="8338"/>
                </a:cubicBezTo>
                <a:close/>
                <a:moveTo>
                  <a:pt x="15546" y="1"/>
                </a:moveTo>
                <a:cubicBezTo>
                  <a:pt x="14748" y="1"/>
                  <a:pt x="14079" y="652"/>
                  <a:pt x="14079" y="1468"/>
                </a:cubicBezTo>
                <a:lnTo>
                  <a:pt x="14079" y="2796"/>
                </a:lnTo>
                <a:cubicBezTo>
                  <a:pt x="14079" y="3325"/>
                  <a:pt x="13715" y="3777"/>
                  <a:pt x="13203" y="3907"/>
                </a:cubicBezTo>
                <a:cubicBezTo>
                  <a:pt x="11935" y="4228"/>
                  <a:pt x="10755" y="4731"/>
                  <a:pt x="9670" y="5408"/>
                </a:cubicBezTo>
                <a:cubicBezTo>
                  <a:pt x="9479" y="5524"/>
                  <a:pt x="9265" y="5581"/>
                  <a:pt x="9052" y="5581"/>
                </a:cubicBezTo>
                <a:cubicBezTo>
                  <a:pt x="8752" y="5581"/>
                  <a:pt x="8456" y="5467"/>
                  <a:pt x="8238" y="5244"/>
                </a:cubicBezTo>
                <a:lnTo>
                  <a:pt x="7344" y="4349"/>
                </a:lnTo>
                <a:cubicBezTo>
                  <a:pt x="7057" y="4063"/>
                  <a:pt x="6684" y="3920"/>
                  <a:pt x="6312" y="3920"/>
                </a:cubicBezTo>
                <a:cubicBezTo>
                  <a:pt x="5940" y="3920"/>
                  <a:pt x="5569" y="4063"/>
                  <a:pt x="5286" y="4349"/>
                </a:cubicBezTo>
                <a:lnTo>
                  <a:pt x="4201" y="5434"/>
                </a:lnTo>
                <a:cubicBezTo>
                  <a:pt x="3620" y="6016"/>
                  <a:pt x="3620" y="6936"/>
                  <a:pt x="4201" y="7500"/>
                </a:cubicBezTo>
                <a:lnTo>
                  <a:pt x="5807" y="9106"/>
                </a:lnTo>
                <a:cubicBezTo>
                  <a:pt x="4939" y="10382"/>
                  <a:pt x="4297" y="11841"/>
                  <a:pt x="3950" y="13403"/>
                </a:cubicBezTo>
                <a:cubicBezTo>
                  <a:pt x="3828" y="13932"/>
                  <a:pt x="3359" y="14306"/>
                  <a:pt x="2821" y="14306"/>
                </a:cubicBezTo>
                <a:lnTo>
                  <a:pt x="1467" y="14306"/>
                </a:lnTo>
                <a:cubicBezTo>
                  <a:pt x="660" y="14306"/>
                  <a:pt x="0" y="14957"/>
                  <a:pt x="0" y="15764"/>
                </a:cubicBezTo>
                <a:lnTo>
                  <a:pt x="0" y="17300"/>
                </a:lnTo>
                <a:cubicBezTo>
                  <a:pt x="0" y="18099"/>
                  <a:pt x="651" y="18759"/>
                  <a:pt x="1467" y="18759"/>
                </a:cubicBezTo>
                <a:lnTo>
                  <a:pt x="2986" y="18759"/>
                </a:lnTo>
                <a:cubicBezTo>
                  <a:pt x="3507" y="18759"/>
                  <a:pt x="3958" y="19106"/>
                  <a:pt x="4089" y="19609"/>
                </a:cubicBezTo>
                <a:cubicBezTo>
                  <a:pt x="4427" y="20816"/>
                  <a:pt x="4939" y="21953"/>
                  <a:pt x="5590" y="22986"/>
                </a:cubicBezTo>
                <a:cubicBezTo>
                  <a:pt x="5877" y="23437"/>
                  <a:pt x="5816" y="24036"/>
                  <a:pt x="5434" y="24427"/>
                </a:cubicBezTo>
                <a:lnTo>
                  <a:pt x="4349" y="25512"/>
                </a:lnTo>
                <a:cubicBezTo>
                  <a:pt x="3776" y="26085"/>
                  <a:pt x="3776" y="27005"/>
                  <a:pt x="4349" y="27569"/>
                </a:cubicBezTo>
                <a:lnTo>
                  <a:pt x="5434" y="28654"/>
                </a:lnTo>
                <a:cubicBezTo>
                  <a:pt x="5720" y="28945"/>
                  <a:pt x="6096" y="29090"/>
                  <a:pt x="6470" y="29090"/>
                </a:cubicBezTo>
                <a:cubicBezTo>
                  <a:pt x="6845" y="29090"/>
                  <a:pt x="7218" y="28945"/>
                  <a:pt x="7500" y="28654"/>
                </a:cubicBezTo>
                <a:lnTo>
                  <a:pt x="8698" y="27456"/>
                </a:lnTo>
                <a:cubicBezTo>
                  <a:pt x="8924" y="27230"/>
                  <a:pt x="9220" y="27113"/>
                  <a:pt x="9518" y="27113"/>
                </a:cubicBezTo>
                <a:cubicBezTo>
                  <a:pt x="9713" y="27113"/>
                  <a:pt x="9908" y="27163"/>
                  <a:pt x="10087" y="27265"/>
                </a:cubicBezTo>
                <a:cubicBezTo>
                  <a:pt x="11120" y="27847"/>
                  <a:pt x="12231" y="28290"/>
                  <a:pt x="13411" y="28559"/>
                </a:cubicBezTo>
                <a:cubicBezTo>
                  <a:pt x="13932" y="28680"/>
                  <a:pt x="14305" y="29149"/>
                  <a:pt x="14305" y="29687"/>
                </a:cubicBezTo>
                <a:lnTo>
                  <a:pt x="14305" y="31388"/>
                </a:lnTo>
                <a:cubicBezTo>
                  <a:pt x="14305" y="32196"/>
                  <a:pt x="14956" y="32855"/>
                  <a:pt x="15772" y="32855"/>
                </a:cubicBezTo>
                <a:lnTo>
                  <a:pt x="17300" y="32855"/>
                </a:lnTo>
                <a:cubicBezTo>
                  <a:pt x="18107" y="32855"/>
                  <a:pt x="18767" y="32204"/>
                  <a:pt x="18767" y="31388"/>
                </a:cubicBezTo>
                <a:lnTo>
                  <a:pt x="18767" y="29583"/>
                </a:lnTo>
                <a:cubicBezTo>
                  <a:pt x="18767" y="29062"/>
                  <a:pt x="19114" y="28602"/>
                  <a:pt x="19626" y="28463"/>
                </a:cubicBezTo>
                <a:cubicBezTo>
                  <a:pt x="20772" y="28159"/>
                  <a:pt x="21848" y="27691"/>
                  <a:pt x="22847" y="27092"/>
                </a:cubicBezTo>
                <a:cubicBezTo>
                  <a:pt x="23033" y="26983"/>
                  <a:pt x="23240" y="26929"/>
                  <a:pt x="23445" y="26929"/>
                </a:cubicBezTo>
                <a:cubicBezTo>
                  <a:pt x="23746" y="26929"/>
                  <a:pt x="24043" y="27044"/>
                  <a:pt x="24270" y="27265"/>
                </a:cubicBezTo>
                <a:lnTo>
                  <a:pt x="25520" y="28515"/>
                </a:lnTo>
                <a:cubicBezTo>
                  <a:pt x="25807" y="28802"/>
                  <a:pt x="26180" y="28945"/>
                  <a:pt x="26552" y="28945"/>
                </a:cubicBezTo>
                <a:cubicBezTo>
                  <a:pt x="26924" y="28945"/>
                  <a:pt x="27295" y="28802"/>
                  <a:pt x="27577" y="28515"/>
                </a:cubicBezTo>
                <a:lnTo>
                  <a:pt x="28662" y="27430"/>
                </a:lnTo>
                <a:cubicBezTo>
                  <a:pt x="29235" y="26857"/>
                  <a:pt x="29235" y="25937"/>
                  <a:pt x="28662" y="25373"/>
                </a:cubicBezTo>
                <a:lnTo>
                  <a:pt x="27404" y="24114"/>
                </a:lnTo>
                <a:cubicBezTo>
                  <a:pt x="27022" y="23732"/>
                  <a:pt x="26961" y="23160"/>
                  <a:pt x="27230" y="22700"/>
                </a:cubicBezTo>
                <a:cubicBezTo>
                  <a:pt x="27829" y="21693"/>
                  <a:pt x="28298" y="20599"/>
                  <a:pt x="28602" y="19436"/>
                </a:cubicBezTo>
                <a:cubicBezTo>
                  <a:pt x="28732" y="18924"/>
                  <a:pt x="29183" y="18568"/>
                  <a:pt x="29713" y="18568"/>
                </a:cubicBezTo>
                <a:lnTo>
                  <a:pt x="31397" y="18568"/>
                </a:lnTo>
                <a:cubicBezTo>
                  <a:pt x="32213" y="18533"/>
                  <a:pt x="32864" y="17882"/>
                  <a:pt x="32864" y="17075"/>
                </a:cubicBezTo>
                <a:lnTo>
                  <a:pt x="32864" y="15538"/>
                </a:lnTo>
                <a:cubicBezTo>
                  <a:pt x="32864" y="14740"/>
                  <a:pt x="32213" y="14080"/>
                  <a:pt x="31397" y="14080"/>
                </a:cubicBezTo>
                <a:lnTo>
                  <a:pt x="29773" y="14080"/>
                </a:lnTo>
                <a:cubicBezTo>
                  <a:pt x="29244" y="14080"/>
                  <a:pt x="28775" y="13707"/>
                  <a:pt x="28654" y="13186"/>
                </a:cubicBezTo>
                <a:cubicBezTo>
                  <a:pt x="28359" y="11971"/>
                  <a:pt x="27898" y="10834"/>
                  <a:pt x="27273" y="9792"/>
                </a:cubicBezTo>
                <a:cubicBezTo>
                  <a:pt x="27004" y="9332"/>
                  <a:pt x="27083" y="8759"/>
                  <a:pt x="27447" y="8394"/>
                </a:cubicBezTo>
                <a:lnTo>
                  <a:pt x="28506" y="7335"/>
                </a:lnTo>
                <a:cubicBezTo>
                  <a:pt x="29079" y="6763"/>
                  <a:pt x="29079" y="5842"/>
                  <a:pt x="28506" y="5278"/>
                </a:cubicBezTo>
                <a:lnTo>
                  <a:pt x="27421" y="4193"/>
                </a:lnTo>
                <a:cubicBezTo>
                  <a:pt x="27130" y="3907"/>
                  <a:pt x="26755" y="3764"/>
                  <a:pt x="26382" y="3764"/>
                </a:cubicBezTo>
                <a:cubicBezTo>
                  <a:pt x="26008" y="3764"/>
                  <a:pt x="25637" y="3907"/>
                  <a:pt x="25355" y="4193"/>
                </a:cubicBezTo>
                <a:lnTo>
                  <a:pt x="24340" y="5209"/>
                </a:lnTo>
                <a:cubicBezTo>
                  <a:pt x="24115" y="5433"/>
                  <a:pt x="23819" y="5550"/>
                  <a:pt x="23522" y="5550"/>
                </a:cubicBezTo>
                <a:cubicBezTo>
                  <a:pt x="23312" y="5550"/>
                  <a:pt x="23102" y="5492"/>
                  <a:pt x="22916" y="5374"/>
                </a:cubicBezTo>
                <a:cubicBezTo>
                  <a:pt x="21840" y="4723"/>
                  <a:pt x="20668" y="4228"/>
                  <a:pt x="19409" y="3907"/>
                </a:cubicBezTo>
                <a:cubicBezTo>
                  <a:pt x="18897" y="3777"/>
                  <a:pt x="18541" y="3325"/>
                  <a:pt x="18541" y="2796"/>
                </a:cubicBezTo>
                <a:lnTo>
                  <a:pt x="18541" y="1468"/>
                </a:lnTo>
                <a:cubicBezTo>
                  <a:pt x="18541" y="669"/>
                  <a:pt x="17890" y="1"/>
                  <a:pt x="1707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8"/>
          <p:cNvSpPr/>
          <p:nvPr/>
        </p:nvSpPr>
        <p:spPr>
          <a:xfrm flipH="1">
            <a:off x="415217" y="2181530"/>
            <a:ext cx="719583" cy="713534"/>
          </a:xfrm>
          <a:custGeom>
            <a:rect b="b" l="l" r="r" t="t"/>
            <a:pathLst>
              <a:path extrusionOk="0" h="20994" w="21172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8"/>
          <p:cNvSpPr/>
          <p:nvPr/>
        </p:nvSpPr>
        <p:spPr>
          <a:xfrm flipH="1">
            <a:off x="1351107" y="931488"/>
            <a:ext cx="623977" cy="405403"/>
          </a:xfrm>
          <a:custGeom>
            <a:rect b="b" l="l" r="r" t="t"/>
            <a:pathLst>
              <a:path extrusionOk="0" fill="none" h="11928" w="18359">
                <a:moveTo>
                  <a:pt x="16423" y="5669"/>
                </a:moveTo>
                <a:cubicBezTo>
                  <a:pt x="16527" y="5296"/>
                  <a:pt x="16580" y="4905"/>
                  <a:pt x="16580" y="4506"/>
                </a:cubicBezTo>
                <a:cubicBezTo>
                  <a:pt x="16580" y="2023"/>
                  <a:pt x="14557" y="1"/>
                  <a:pt x="12074" y="1"/>
                </a:cubicBezTo>
                <a:cubicBezTo>
                  <a:pt x="10252" y="1"/>
                  <a:pt x="8680" y="1086"/>
                  <a:pt x="7977" y="2648"/>
                </a:cubicBezTo>
                <a:cubicBezTo>
                  <a:pt x="7387" y="2240"/>
                  <a:pt x="6675" y="1989"/>
                  <a:pt x="5894" y="1989"/>
                </a:cubicBezTo>
                <a:cubicBezTo>
                  <a:pt x="3924" y="1989"/>
                  <a:pt x="2318" y="3569"/>
                  <a:pt x="2292" y="5522"/>
                </a:cubicBezTo>
                <a:cubicBezTo>
                  <a:pt x="964" y="5938"/>
                  <a:pt x="0" y="7188"/>
                  <a:pt x="0" y="8647"/>
                </a:cubicBezTo>
                <a:cubicBezTo>
                  <a:pt x="0" y="10461"/>
                  <a:pt x="1467" y="11928"/>
                  <a:pt x="3273" y="11928"/>
                </a:cubicBezTo>
                <a:lnTo>
                  <a:pt x="15069" y="11928"/>
                </a:lnTo>
                <a:cubicBezTo>
                  <a:pt x="16883" y="11928"/>
                  <a:pt x="18350" y="10461"/>
                  <a:pt x="18350" y="8647"/>
                </a:cubicBezTo>
                <a:cubicBezTo>
                  <a:pt x="18359" y="7318"/>
                  <a:pt x="17569" y="6181"/>
                  <a:pt x="16423" y="5669"/>
                </a:cubicBezTo>
                <a:close/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miter lim="86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9" name="Google Shape;329;p28"/>
          <p:cNvGrpSpPr/>
          <p:nvPr/>
        </p:nvGrpSpPr>
        <p:grpSpPr>
          <a:xfrm>
            <a:off x="1386731" y="2093631"/>
            <a:ext cx="2538390" cy="2056394"/>
            <a:chOff x="3780013" y="1888393"/>
            <a:chExt cx="2538390" cy="2056394"/>
          </a:xfrm>
        </p:grpSpPr>
        <p:sp>
          <p:nvSpPr>
            <p:cNvPr id="330" name="Google Shape;330;p28"/>
            <p:cNvSpPr/>
            <p:nvPr/>
          </p:nvSpPr>
          <p:spPr>
            <a:xfrm>
              <a:off x="3780013" y="1888393"/>
              <a:ext cx="2538390" cy="1625894"/>
            </a:xfrm>
            <a:custGeom>
              <a:rect b="b" l="l" r="r" t="t"/>
              <a:pathLst>
                <a:path extrusionOk="0" h="47838" w="74686">
                  <a:moveTo>
                    <a:pt x="348" y="1"/>
                  </a:moveTo>
                  <a:cubicBezTo>
                    <a:pt x="165" y="1"/>
                    <a:pt x="1" y="157"/>
                    <a:pt x="1" y="348"/>
                  </a:cubicBezTo>
                  <a:lnTo>
                    <a:pt x="1" y="47838"/>
                  </a:lnTo>
                  <a:lnTo>
                    <a:pt x="74685" y="47838"/>
                  </a:lnTo>
                  <a:lnTo>
                    <a:pt x="74685" y="348"/>
                  </a:lnTo>
                  <a:cubicBezTo>
                    <a:pt x="74685" y="166"/>
                    <a:pt x="74529" y="1"/>
                    <a:pt x="7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8"/>
            <p:cNvSpPr/>
            <p:nvPr/>
          </p:nvSpPr>
          <p:spPr>
            <a:xfrm>
              <a:off x="3897715" y="1988693"/>
              <a:ext cx="2303265" cy="1399911"/>
            </a:xfrm>
            <a:custGeom>
              <a:rect b="b" l="l" r="r" t="t"/>
              <a:pathLst>
                <a:path extrusionOk="0" h="41189" w="67768">
                  <a:moveTo>
                    <a:pt x="348" y="1"/>
                  </a:moveTo>
                  <a:cubicBezTo>
                    <a:pt x="166" y="1"/>
                    <a:pt x="1" y="157"/>
                    <a:pt x="1" y="348"/>
                  </a:cubicBezTo>
                  <a:lnTo>
                    <a:pt x="1" y="40842"/>
                  </a:lnTo>
                  <a:cubicBezTo>
                    <a:pt x="1" y="41024"/>
                    <a:pt x="149" y="41189"/>
                    <a:pt x="348" y="41189"/>
                  </a:cubicBezTo>
                  <a:lnTo>
                    <a:pt x="67420" y="41189"/>
                  </a:lnTo>
                  <a:cubicBezTo>
                    <a:pt x="67620" y="41189"/>
                    <a:pt x="67768" y="41024"/>
                    <a:pt x="67768" y="40833"/>
                  </a:cubicBezTo>
                  <a:lnTo>
                    <a:pt x="67768" y="348"/>
                  </a:lnTo>
                  <a:cubicBezTo>
                    <a:pt x="67768" y="166"/>
                    <a:pt x="67620" y="1"/>
                    <a:pt x="674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8"/>
            <p:cNvSpPr/>
            <p:nvPr/>
          </p:nvSpPr>
          <p:spPr>
            <a:xfrm>
              <a:off x="3897443" y="1988693"/>
              <a:ext cx="2219180" cy="1399911"/>
            </a:xfrm>
            <a:custGeom>
              <a:rect b="b" l="l" r="r" t="t"/>
              <a:pathLst>
                <a:path extrusionOk="0" h="41189" w="65294">
                  <a:moveTo>
                    <a:pt x="938" y="1"/>
                  </a:moveTo>
                  <a:cubicBezTo>
                    <a:pt x="417" y="1"/>
                    <a:pt x="0" y="426"/>
                    <a:pt x="0" y="947"/>
                  </a:cubicBezTo>
                  <a:lnTo>
                    <a:pt x="0" y="40243"/>
                  </a:lnTo>
                  <a:cubicBezTo>
                    <a:pt x="0" y="40763"/>
                    <a:pt x="417" y="41189"/>
                    <a:pt x="938" y="41189"/>
                  </a:cubicBezTo>
                  <a:lnTo>
                    <a:pt x="15061" y="41189"/>
                  </a:lnTo>
                  <a:lnTo>
                    <a:pt x="652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8"/>
            <p:cNvSpPr/>
            <p:nvPr/>
          </p:nvSpPr>
          <p:spPr>
            <a:xfrm>
              <a:off x="5033303" y="1920852"/>
              <a:ext cx="32492" cy="32492"/>
            </a:xfrm>
            <a:custGeom>
              <a:rect b="b" l="l" r="r" t="t"/>
              <a:pathLst>
                <a:path extrusionOk="0" h="956" w="956">
                  <a:moveTo>
                    <a:pt x="478" y="0"/>
                  </a:moveTo>
                  <a:cubicBezTo>
                    <a:pt x="217" y="0"/>
                    <a:pt x="0" y="217"/>
                    <a:pt x="0" y="478"/>
                  </a:cubicBezTo>
                  <a:cubicBezTo>
                    <a:pt x="0" y="738"/>
                    <a:pt x="217" y="955"/>
                    <a:pt x="478" y="955"/>
                  </a:cubicBezTo>
                  <a:cubicBezTo>
                    <a:pt x="738" y="955"/>
                    <a:pt x="955" y="738"/>
                    <a:pt x="955" y="478"/>
                  </a:cubicBezTo>
                  <a:cubicBezTo>
                    <a:pt x="955" y="217"/>
                    <a:pt x="738" y="0"/>
                    <a:pt x="4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8"/>
            <p:cNvSpPr/>
            <p:nvPr/>
          </p:nvSpPr>
          <p:spPr>
            <a:xfrm>
              <a:off x="4113100" y="2170157"/>
              <a:ext cx="839661" cy="42790"/>
            </a:xfrm>
            <a:custGeom>
              <a:rect b="b" l="l" r="r" t="t"/>
              <a:pathLst>
                <a:path extrusionOk="0" h="1259" w="24705">
                  <a:moveTo>
                    <a:pt x="1" y="0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8"/>
            <p:cNvSpPr/>
            <p:nvPr/>
          </p:nvSpPr>
          <p:spPr>
            <a:xfrm>
              <a:off x="4113100" y="2397607"/>
              <a:ext cx="839661" cy="42824"/>
            </a:xfrm>
            <a:custGeom>
              <a:rect b="b" l="l" r="r" t="t"/>
              <a:pathLst>
                <a:path extrusionOk="0" h="1260" w="24705">
                  <a:moveTo>
                    <a:pt x="1" y="1"/>
                  </a:moveTo>
                  <a:lnTo>
                    <a:pt x="1" y="1259"/>
                  </a:lnTo>
                  <a:lnTo>
                    <a:pt x="24705" y="1259"/>
                  </a:lnTo>
                  <a:lnTo>
                    <a:pt x="247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8"/>
            <p:cNvSpPr/>
            <p:nvPr/>
          </p:nvSpPr>
          <p:spPr>
            <a:xfrm>
              <a:off x="4113100" y="2246257"/>
              <a:ext cx="489760" cy="42824"/>
            </a:xfrm>
            <a:custGeom>
              <a:rect b="b" l="l" r="r" t="t"/>
              <a:pathLst>
                <a:path extrusionOk="0" h="1260" w="14410">
                  <a:moveTo>
                    <a:pt x="1" y="1"/>
                  </a:moveTo>
                  <a:lnTo>
                    <a:pt x="1" y="1259"/>
                  </a:lnTo>
                  <a:lnTo>
                    <a:pt x="14410" y="1259"/>
                  </a:lnTo>
                  <a:lnTo>
                    <a:pt x="144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8"/>
            <p:cNvSpPr/>
            <p:nvPr/>
          </p:nvSpPr>
          <p:spPr>
            <a:xfrm>
              <a:off x="4113100" y="2322085"/>
              <a:ext cx="939958" cy="42824"/>
            </a:xfrm>
            <a:custGeom>
              <a:rect b="b" l="l" r="r" t="t"/>
              <a:pathLst>
                <a:path extrusionOk="0" h="1260" w="27656">
                  <a:moveTo>
                    <a:pt x="1" y="1"/>
                  </a:moveTo>
                  <a:lnTo>
                    <a:pt x="1" y="1259"/>
                  </a:lnTo>
                  <a:lnTo>
                    <a:pt x="27656" y="1259"/>
                  </a:lnTo>
                  <a:lnTo>
                    <a:pt x="27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8"/>
            <p:cNvSpPr/>
            <p:nvPr/>
          </p:nvSpPr>
          <p:spPr>
            <a:xfrm>
              <a:off x="5068685" y="2322085"/>
              <a:ext cx="151992" cy="42824"/>
            </a:xfrm>
            <a:custGeom>
              <a:rect b="b" l="l" r="r" t="t"/>
              <a:pathLst>
                <a:path extrusionOk="0" h="1260" w="4472">
                  <a:moveTo>
                    <a:pt x="1" y="1"/>
                  </a:moveTo>
                  <a:lnTo>
                    <a:pt x="1" y="1259"/>
                  </a:lnTo>
                  <a:lnTo>
                    <a:pt x="4471" y="1259"/>
                  </a:lnTo>
                  <a:lnTo>
                    <a:pt x="44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8"/>
            <p:cNvSpPr/>
            <p:nvPr/>
          </p:nvSpPr>
          <p:spPr>
            <a:xfrm>
              <a:off x="5244541" y="2322085"/>
              <a:ext cx="82352" cy="42824"/>
            </a:xfrm>
            <a:custGeom>
              <a:rect b="b" l="l" r="r" t="t"/>
              <a:pathLst>
                <a:path extrusionOk="0" h="1260" w="2423">
                  <a:moveTo>
                    <a:pt x="0" y="1"/>
                  </a:moveTo>
                  <a:lnTo>
                    <a:pt x="0" y="1259"/>
                  </a:lnTo>
                  <a:lnTo>
                    <a:pt x="2422" y="1259"/>
                  </a:lnTo>
                  <a:lnTo>
                    <a:pt x="24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8"/>
            <p:cNvSpPr/>
            <p:nvPr/>
          </p:nvSpPr>
          <p:spPr>
            <a:xfrm>
              <a:off x="4113100" y="2473740"/>
              <a:ext cx="535779" cy="42790"/>
            </a:xfrm>
            <a:custGeom>
              <a:rect b="b" l="l" r="r" t="t"/>
              <a:pathLst>
                <a:path extrusionOk="0" h="1259" w="15764">
                  <a:moveTo>
                    <a:pt x="1" y="0"/>
                  </a:moveTo>
                  <a:lnTo>
                    <a:pt x="1" y="1259"/>
                  </a:lnTo>
                  <a:lnTo>
                    <a:pt x="15764" y="1259"/>
                  </a:lnTo>
                  <a:lnTo>
                    <a:pt x="157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4657425" y="2473740"/>
              <a:ext cx="86770" cy="42790"/>
            </a:xfrm>
            <a:custGeom>
              <a:rect b="b" l="l" r="r" t="t"/>
              <a:pathLst>
                <a:path extrusionOk="0" h="1259" w="2553">
                  <a:moveTo>
                    <a:pt x="1" y="0"/>
                  </a:moveTo>
                  <a:lnTo>
                    <a:pt x="1" y="1259"/>
                  </a:lnTo>
                  <a:lnTo>
                    <a:pt x="2553" y="1259"/>
                  </a:lnTo>
                  <a:lnTo>
                    <a:pt x="25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4757724" y="2473740"/>
              <a:ext cx="46971" cy="42790"/>
            </a:xfrm>
            <a:custGeom>
              <a:rect b="b" l="l" r="r" t="t"/>
              <a:pathLst>
                <a:path extrusionOk="0" h="1259" w="1382">
                  <a:moveTo>
                    <a:pt x="1" y="0"/>
                  </a:moveTo>
                  <a:lnTo>
                    <a:pt x="1" y="1259"/>
                  </a:lnTo>
                  <a:lnTo>
                    <a:pt x="1381" y="12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4110755" y="3060821"/>
              <a:ext cx="308607" cy="42824"/>
            </a:xfrm>
            <a:custGeom>
              <a:rect b="b" l="l" r="r" t="t"/>
              <a:pathLst>
                <a:path extrusionOk="0" h="1260" w="9080">
                  <a:moveTo>
                    <a:pt x="0" y="1"/>
                  </a:moveTo>
                  <a:lnTo>
                    <a:pt x="0" y="1260"/>
                  </a:lnTo>
                  <a:lnTo>
                    <a:pt x="9080" y="1260"/>
                  </a:lnTo>
                  <a:lnTo>
                    <a:pt x="90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4110755" y="3136649"/>
              <a:ext cx="179998" cy="42824"/>
            </a:xfrm>
            <a:custGeom>
              <a:rect b="b" l="l" r="r" t="t"/>
              <a:pathLst>
                <a:path extrusionOk="0" h="1260" w="5296">
                  <a:moveTo>
                    <a:pt x="0" y="1"/>
                  </a:moveTo>
                  <a:lnTo>
                    <a:pt x="0" y="1259"/>
                  </a:lnTo>
                  <a:lnTo>
                    <a:pt x="5295" y="1259"/>
                  </a:lnTo>
                  <a:lnTo>
                    <a:pt x="5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5480250" y="3064390"/>
              <a:ext cx="576224" cy="42790"/>
            </a:xfrm>
            <a:custGeom>
              <a:rect b="b" l="l" r="r" t="t"/>
              <a:pathLst>
                <a:path extrusionOk="0" h="1259" w="16954">
                  <a:moveTo>
                    <a:pt x="1" y="0"/>
                  </a:moveTo>
                  <a:lnTo>
                    <a:pt x="1" y="1259"/>
                  </a:lnTo>
                  <a:lnTo>
                    <a:pt x="16953" y="1259"/>
                  </a:lnTo>
                  <a:lnTo>
                    <a:pt x="169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8"/>
            <p:cNvSpPr/>
            <p:nvPr/>
          </p:nvSpPr>
          <p:spPr>
            <a:xfrm>
              <a:off x="5720413" y="3140490"/>
              <a:ext cx="336068" cy="42824"/>
            </a:xfrm>
            <a:custGeom>
              <a:rect b="b" l="l" r="r" t="t"/>
              <a:pathLst>
                <a:path extrusionOk="0" h="1260" w="9888">
                  <a:moveTo>
                    <a:pt x="1" y="1"/>
                  </a:moveTo>
                  <a:lnTo>
                    <a:pt x="1" y="1259"/>
                  </a:lnTo>
                  <a:lnTo>
                    <a:pt x="9887" y="1259"/>
                  </a:lnTo>
                  <a:lnTo>
                    <a:pt x="9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8"/>
            <p:cNvSpPr/>
            <p:nvPr/>
          </p:nvSpPr>
          <p:spPr>
            <a:xfrm>
              <a:off x="5411220" y="3216318"/>
              <a:ext cx="645559" cy="42824"/>
            </a:xfrm>
            <a:custGeom>
              <a:rect b="b" l="l" r="r" t="t"/>
              <a:pathLst>
                <a:path extrusionOk="0" h="1260" w="18994">
                  <a:moveTo>
                    <a:pt x="1" y="0"/>
                  </a:moveTo>
                  <a:lnTo>
                    <a:pt x="1" y="1259"/>
                  </a:lnTo>
                  <a:lnTo>
                    <a:pt x="18993" y="1259"/>
                  </a:lnTo>
                  <a:lnTo>
                    <a:pt x="189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5296169" y="3216318"/>
              <a:ext cx="104478" cy="42824"/>
            </a:xfrm>
            <a:custGeom>
              <a:rect b="b" l="l" r="r" t="t"/>
              <a:pathLst>
                <a:path extrusionOk="0" h="1260" w="3074">
                  <a:moveTo>
                    <a:pt x="0" y="0"/>
                  </a:moveTo>
                  <a:lnTo>
                    <a:pt x="0" y="1259"/>
                  </a:lnTo>
                  <a:lnTo>
                    <a:pt x="3073" y="1259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5223298" y="3216318"/>
              <a:ext cx="56385" cy="42824"/>
            </a:xfrm>
            <a:custGeom>
              <a:rect b="b" l="l" r="r" t="t"/>
              <a:pathLst>
                <a:path extrusionOk="0" h="1260" w="1659">
                  <a:moveTo>
                    <a:pt x="0" y="0"/>
                  </a:moveTo>
                  <a:lnTo>
                    <a:pt x="0" y="1259"/>
                  </a:lnTo>
                  <a:lnTo>
                    <a:pt x="1658" y="1259"/>
                  </a:lnTo>
                  <a:lnTo>
                    <a:pt x="1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8"/>
            <p:cNvSpPr/>
            <p:nvPr/>
          </p:nvSpPr>
          <p:spPr>
            <a:xfrm>
              <a:off x="4113100" y="2563436"/>
              <a:ext cx="11556" cy="456418"/>
            </a:xfrm>
            <a:custGeom>
              <a:rect b="b" l="l" r="r" t="t"/>
              <a:pathLst>
                <a:path extrusionOk="0" h="13429" w="340">
                  <a:moveTo>
                    <a:pt x="1" y="0"/>
                  </a:moveTo>
                  <a:lnTo>
                    <a:pt x="1" y="13428"/>
                  </a:lnTo>
                  <a:lnTo>
                    <a:pt x="339" y="13428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8"/>
            <p:cNvSpPr/>
            <p:nvPr/>
          </p:nvSpPr>
          <p:spPr>
            <a:xfrm>
              <a:off x="3780013" y="3514293"/>
              <a:ext cx="2538390" cy="183532"/>
            </a:xfrm>
            <a:custGeom>
              <a:rect b="b" l="l" r="r" t="t"/>
              <a:pathLst>
                <a:path extrusionOk="0" h="5400" w="74686">
                  <a:moveTo>
                    <a:pt x="1" y="1"/>
                  </a:moveTo>
                  <a:lnTo>
                    <a:pt x="1" y="4323"/>
                  </a:lnTo>
                  <a:cubicBezTo>
                    <a:pt x="1" y="4922"/>
                    <a:pt x="478" y="5400"/>
                    <a:pt x="1077" y="5400"/>
                  </a:cubicBezTo>
                  <a:lnTo>
                    <a:pt x="73609" y="5400"/>
                  </a:lnTo>
                  <a:cubicBezTo>
                    <a:pt x="74208" y="5400"/>
                    <a:pt x="74685" y="4914"/>
                    <a:pt x="74685" y="4323"/>
                  </a:cubicBezTo>
                  <a:lnTo>
                    <a:pt x="746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8"/>
            <p:cNvSpPr/>
            <p:nvPr/>
          </p:nvSpPr>
          <p:spPr>
            <a:xfrm>
              <a:off x="4518380" y="3697796"/>
              <a:ext cx="909302" cy="193865"/>
            </a:xfrm>
            <a:custGeom>
              <a:rect b="b" l="l" r="r" t="t"/>
              <a:pathLst>
                <a:path extrusionOk="0" h="5704" w="26754">
                  <a:moveTo>
                    <a:pt x="3247" y="1"/>
                  </a:moveTo>
                  <a:lnTo>
                    <a:pt x="1" y="5704"/>
                  </a:lnTo>
                  <a:lnTo>
                    <a:pt x="26753" y="5704"/>
                  </a:lnTo>
                  <a:lnTo>
                    <a:pt x="23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8"/>
            <p:cNvSpPr/>
            <p:nvPr/>
          </p:nvSpPr>
          <p:spPr>
            <a:xfrm>
              <a:off x="4364956" y="3874230"/>
              <a:ext cx="1216413" cy="70558"/>
            </a:xfrm>
            <a:custGeom>
              <a:rect b="b" l="l" r="r" t="t"/>
              <a:pathLst>
                <a:path extrusionOk="0" h="2076" w="35790">
                  <a:moveTo>
                    <a:pt x="583" y="0"/>
                  </a:moveTo>
                  <a:cubicBezTo>
                    <a:pt x="261" y="0"/>
                    <a:pt x="1" y="261"/>
                    <a:pt x="1" y="582"/>
                  </a:cubicBezTo>
                  <a:lnTo>
                    <a:pt x="1" y="2075"/>
                  </a:lnTo>
                  <a:lnTo>
                    <a:pt x="35790" y="2075"/>
                  </a:lnTo>
                  <a:lnTo>
                    <a:pt x="35790" y="582"/>
                  </a:lnTo>
                  <a:cubicBezTo>
                    <a:pt x="35790" y="261"/>
                    <a:pt x="35529" y="0"/>
                    <a:pt x="352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8"/>
            <p:cNvSpPr/>
            <p:nvPr/>
          </p:nvSpPr>
          <p:spPr>
            <a:xfrm>
              <a:off x="4573849" y="3697796"/>
              <a:ext cx="798672" cy="96796"/>
            </a:xfrm>
            <a:custGeom>
              <a:rect b="b" l="l" r="r" t="t"/>
              <a:pathLst>
                <a:path extrusionOk="0" h="2848" w="23499">
                  <a:moveTo>
                    <a:pt x="1615" y="1"/>
                  </a:moveTo>
                  <a:lnTo>
                    <a:pt x="1" y="2848"/>
                  </a:lnTo>
                  <a:lnTo>
                    <a:pt x="23498" y="2848"/>
                  </a:lnTo>
                  <a:lnTo>
                    <a:pt x="218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" name="Google Shape;355;p28"/>
          <p:cNvGrpSpPr/>
          <p:nvPr/>
        </p:nvGrpSpPr>
        <p:grpSpPr>
          <a:xfrm>
            <a:off x="810995" y="2456830"/>
            <a:ext cx="811927" cy="753197"/>
            <a:chOff x="4932662" y="2251593"/>
            <a:chExt cx="811927" cy="753197"/>
          </a:xfrm>
        </p:grpSpPr>
        <p:sp>
          <p:nvSpPr>
            <p:cNvPr id="356" name="Google Shape;356;p28"/>
            <p:cNvSpPr/>
            <p:nvPr/>
          </p:nvSpPr>
          <p:spPr>
            <a:xfrm>
              <a:off x="4932662" y="2251593"/>
              <a:ext cx="811927" cy="753197"/>
            </a:xfrm>
            <a:custGeom>
              <a:rect b="b" l="l" r="r" t="t"/>
              <a:pathLst>
                <a:path extrusionOk="0" h="22161" w="23889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8"/>
            <p:cNvSpPr/>
            <p:nvPr/>
          </p:nvSpPr>
          <p:spPr>
            <a:xfrm>
              <a:off x="4968044" y="2360729"/>
              <a:ext cx="740826" cy="592436"/>
            </a:xfrm>
            <a:custGeom>
              <a:rect b="b" l="l" r="r" t="t"/>
              <a:pathLst>
                <a:path extrusionOk="0" h="17431" w="21797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8"/>
            <p:cNvSpPr/>
            <p:nvPr/>
          </p:nvSpPr>
          <p:spPr>
            <a:xfrm>
              <a:off x="4981334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8"/>
            <p:cNvSpPr/>
            <p:nvPr/>
          </p:nvSpPr>
          <p:spPr>
            <a:xfrm>
              <a:off x="5052709" y="2284901"/>
              <a:ext cx="42246" cy="41941"/>
            </a:xfrm>
            <a:custGeom>
              <a:rect b="b" l="l" r="r" t="t"/>
              <a:pathLst>
                <a:path extrusionOk="0" h="1234" w="1243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8"/>
            <p:cNvSpPr/>
            <p:nvPr/>
          </p:nvSpPr>
          <p:spPr>
            <a:xfrm>
              <a:off x="5124425" y="2284901"/>
              <a:ext cx="41907" cy="41941"/>
            </a:xfrm>
            <a:custGeom>
              <a:rect b="b" l="l" r="r" t="t"/>
              <a:pathLst>
                <a:path extrusionOk="0" h="1234" w="1233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1" name="Google Shape;361;p28"/>
          <p:cNvGrpSpPr/>
          <p:nvPr/>
        </p:nvGrpSpPr>
        <p:grpSpPr>
          <a:xfrm>
            <a:off x="2209097" y="1231279"/>
            <a:ext cx="914298" cy="753197"/>
            <a:chOff x="4810340" y="1026041"/>
            <a:chExt cx="914298" cy="753197"/>
          </a:xfrm>
        </p:grpSpPr>
        <p:sp>
          <p:nvSpPr>
            <p:cNvPr id="362" name="Google Shape;362;p28"/>
            <p:cNvSpPr/>
            <p:nvPr/>
          </p:nvSpPr>
          <p:spPr>
            <a:xfrm>
              <a:off x="4810340" y="1026041"/>
              <a:ext cx="914298" cy="753197"/>
            </a:xfrm>
            <a:custGeom>
              <a:rect b="b" l="l" r="r" t="t"/>
              <a:pathLst>
                <a:path extrusionOk="0" h="22161" w="26901">
                  <a:moveTo>
                    <a:pt x="287" y="0"/>
                  </a:moveTo>
                  <a:cubicBezTo>
                    <a:pt x="131" y="0"/>
                    <a:pt x="0" y="122"/>
                    <a:pt x="0" y="287"/>
                  </a:cubicBezTo>
                  <a:lnTo>
                    <a:pt x="0" y="21883"/>
                  </a:lnTo>
                  <a:cubicBezTo>
                    <a:pt x="0" y="22031"/>
                    <a:pt x="122" y="22161"/>
                    <a:pt x="287" y="22161"/>
                  </a:cubicBezTo>
                  <a:lnTo>
                    <a:pt x="26614" y="22161"/>
                  </a:lnTo>
                  <a:cubicBezTo>
                    <a:pt x="26770" y="22161"/>
                    <a:pt x="26901" y="22031"/>
                    <a:pt x="26901" y="21883"/>
                  </a:cubicBezTo>
                  <a:lnTo>
                    <a:pt x="26901" y="287"/>
                  </a:lnTo>
                  <a:cubicBezTo>
                    <a:pt x="26901" y="139"/>
                    <a:pt x="26779" y="0"/>
                    <a:pt x="266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8"/>
            <p:cNvSpPr/>
            <p:nvPr/>
          </p:nvSpPr>
          <p:spPr>
            <a:xfrm>
              <a:off x="4846028" y="1134906"/>
              <a:ext cx="843196" cy="592436"/>
            </a:xfrm>
            <a:custGeom>
              <a:rect b="b" l="l" r="r" t="t"/>
              <a:pathLst>
                <a:path extrusionOk="0" h="17431" w="24809">
                  <a:moveTo>
                    <a:pt x="209" y="0"/>
                  </a:moveTo>
                  <a:cubicBezTo>
                    <a:pt x="105" y="0"/>
                    <a:pt x="1" y="87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0"/>
                    <a:pt x="209" y="17430"/>
                  </a:cubicBezTo>
                  <a:lnTo>
                    <a:pt x="24592" y="17430"/>
                  </a:lnTo>
                  <a:cubicBezTo>
                    <a:pt x="24713" y="17430"/>
                    <a:pt x="24800" y="17335"/>
                    <a:pt x="24809" y="17222"/>
                  </a:cubicBezTo>
                  <a:lnTo>
                    <a:pt x="24809" y="209"/>
                  </a:lnTo>
                  <a:cubicBezTo>
                    <a:pt x="24809" y="104"/>
                    <a:pt x="24722" y="0"/>
                    <a:pt x="24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8"/>
            <p:cNvSpPr/>
            <p:nvPr/>
          </p:nvSpPr>
          <p:spPr>
            <a:xfrm>
              <a:off x="4859011" y="1059350"/>
              <a:ext cx="42212" cy="42246"/>
            </a:xfrm>
            <a:custGeom>
              <a:rect b="b" l="l" r="r" t="t"/>
              <a:pathLst>
                <a:path extrusionOk="0" h="1243" w="1242">
                  <a:moveTo>
                    <a:pt x="632" y="1"/>
                  </a:moveTo>
                  <a:cubicBezTo>
                    <a:pt x="627" y="1"/>
                    <a:pt x="622" y="1"/>
                    <a:pt x="617" y="1"/>
                  </a:cubicBezTo>
                  <a:cubicBezTo>
                    <a:pt x="287" y="1"/>
                    <a:pt x="1" y="270"/>
                    <a:pt x="1" y="617"/>
                  </a:cubicBezTo>
                  <a:cubicBezTo>
                    <a:pt x="1" y="956"/>
                    <a:pt x="270" y="1242"/>
                    <a:pt x="617" y="1242"/>
                  </a:cubicBezTo>
                  <a:cubicBezTo>
                    <a:pt x="955" y="1242"/>
                    <a:pt x="1242" y="965"/>
                    <a:pt x="1242" y="617"/>
                  </a:cubicBezTo>
                  <a:cubicBezTo>
                    <a:pt x="1242" y="276"/>
                    <a:pt x="964" y="1"/>
                    <a:pt x="6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8"/>
            <p:cNvSpPr/>
            <p:nvPr/>
          </p:nvSpPr>
          <p:spPr>
            <a:xfrm>
              <a:off x="4930693" y="1059384"/>
              <a:ext cx="41941" cy="42212"/>
            </a:xfrm>
            <a:custGeom>
              <a:rect b="b" l="l" r="r" t="t"/>
              <a:pathLst>
                <a:path extrusionOk="0" h="1242" w="1234">
                  <a:moveTo>
                    <a:pt x="617" y="0"/>
                  </a:moveTo>
                  <a:cubicBezTo>
                    <a:pt x="270" y="0"/>
                    <a:pt x="1" y="278"/>
                    <a:pt x="1" y="616"/>
                  </a:cubicBezTo>
                  <a:cubicBezTo>
                    <a:pt x="1" y="964"/>
                    <a:pt x="270" y="1241"/>
                    <a:pt x="617" y="1241"/>
                  </a:cubicBezTo>
                  <a:cubicBezTo>
                    <a:pt x="956" y="1241"/>
                    <a:pt x="1234" y="964"/>
                    <a:pt x="1234" y="616"/>
                  </a:cubicBezTo>
                  <a:cubicBezTo>
                    <a:pt x="1234" y="278"/>
                    <a:pt x="956" y="0"/>
                    <a:pt x="6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8"/>
            <p:cNvSpPr/>
            <p:nvPr/>
          </p:nvSpPr>
          <p:spPr>
            <a:xfrm>
              <a:off x="5002408" y="1059384"/>
              <a:ext cx="42212" cy="42212"/>
            </a:xfrm>
            <a:custGeom>
              <a:rect b="b" l="l" r="r" t="t"/>
              <a:pathLst>
                <a:path extrusionOk="0" h="1242" w="1242">
                  <a:moveTo>
                    <a:pt x="625" y="0"/>
                  </a:moveTo>
                  <a:cubicBezTo>
                    <a:pt x="278" y="0"/>
                    <a:pt x="0" y="278"/>
                    <a:pt x="0" y="616"/>
                  </a:cubicBezTo>
                  <a:cubicBezTo>
                    <a:pt x="0" y="964"/>
                    <a:pt x="278" y="1241"/>
                    <a:pt x="625" y="1241"/>
                  </a:cubicBezTo>
                  <a:cubicBezTo>
                    <a:pt x="964" y="1241"/>
                    <a:pt x="1242" y="964"/>
                    <a:pt x="1242" y="616"/>
                  </a:cubicBezTo>
                  <a:cubicBezTo>
                    <a:pt x="1242" y="278"/>
                    <a:pt x="964" y="0"/>
                    <a:pt x="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28"/>
          <p:cNvGrpSpPr/>
          <p:nvPr/>
        </p:nvGrpSpPr>
        <p:grpSpPr>
          <a:xfrm flipH="1">
            <a:off x="810978" y="3258683"/>
            <a:ext cx="508385" cy="644675"/>
            <a:chOff x="4859771" y="3053445"/>
            <a:chExt cx="508385" cy="644675"/>
          </a:xfrm>
        </p:grpSpPr>
        <p:sp>
          <p:nvSpPr>
            <p:cNvPr id="368" name="Google Shape;368;p28"/>
            <p:cNvSpPr/>
            <p:nvPr/>
          </p:nvSpPr>
          <p:spPr>
            <a:xfrm>
              <a:off x="4859771" y="3053445"/>
              <a:ext cx="508385" cy="644675"/>
            </a:xfrm>
            <a:custGeom>
              <a:rect b="b" l="l" r="r" t="t"/>
              <a:pathLst>
                <a:path extrusionOk="0" h="18968" w="14958">
                  <a:moveTo>
                    <a:pt x="1216" y="1"/>
                  </a:moveTo>
                  <a:cubicBezTo>
                    <a:pt x="548" y="1"/>
                    <a:pt x="1" y="609"/>
                    <a:pt x="1" y="1346"/>
                  </a:cubicBezTo>
                  <a:lnTo>
                    <a:pt x="1" y="17622"/>
                  </a:lnTo>
                  <a:cubicBezTo>
                    <a:pt x="1" y="18368"/>
                    <a:pt x="548" y="18967"/>
                    <a:pt x="1216" y="18967"/>
                  </a:cubicBezTo>
                  <a:lnTo>
                    <a:pt x="13742" y="18967"/>
                  </a:lnTo>
                  <a:cubicBezTo>
                    <a:pt x="14410" y="18967"/>
                    <a:pt x="14957" y="18368"/>
                    <a:pt x="14957" y="17622"/>
                  </a:cubicBezTo>
                  <a:lnTo>
                    <a:pt x="14957" y="3820"/>
                  </a:lnTo>
                  <a:lnTo>
                    <a:pt x="119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8"/>
            <p:cNvSpPr/>
            <p:nvPr/>
          </p:nvSpPr>
          <p:spPr>
            <a:xfrm>
              <a:off x="5265729" y="3053751"/>
              <a:ext cx="101827" cy="130444"/>
            </a:xfrm>
            <a:custGeom>
              <a:rect b="b" l="l" r="r" t="t"/>
              <a:pathLst>
                <a:path extrusionOk="0" h="3838" w="2996">
                  <a:moveTo>
                    <a:pt x="1" y="1"/>
                  </a:moveTo>
                  <a:lnTo>
                    <a:pt x="1" y="2856"/>
                  </a:lnTo>
                  <a:cubicBezTo>
                    <a:pt x="1" y="3395"/>
                    <a:pt x="409" y="3837"/>
                    <a:pt x="895" y="3837"/>
                  </a:cubicBezTo>
                  <a:lnTo>
                    <a:pt x="2996" y="38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8"/>
            <p:cNvSpPr/>
            <p:nvPr/>
          </p:nvSpPr>
          <p:spPr>
            <a:xfrm>
              <a:off x="4961567" y="3237560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8"/>
            <p:cNvSpPr/>
            <p:nvPr/>
          </p:nvSpPr>
          <p:spPr>
            <a:xfrm>
              <a:off x="4961567" y="3300099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8"/>
            <p:cNvSpPr/>
            <p:nvPr/>
          </p:nvSpPr>
          <p:spPr>
            <a:xfrm>
              <a:off x="4961567" y="3362943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8"/>
            <p:cNvSpPr/>
            <p:nvPr/>
          </p:nvSpPr>
          <p:spPr>
            <a:xfrm>
              <a:off x="4961567" y="3425482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1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8"/>
            <p:cNvSpPr/>
            <p:nvPr/>
          </p:nvSpPr>
          <p:spPr>
            <a:xfrm>
              <a:off x="4961567" y="3487748"/>
              <a:ext cx="304188" cy="26578"/>
            </a:xfrm>
            <a:custGeom>
              <a:rect b="b" l="l" r="r" t="t"/>
              <a:pathLst>
                <a:path extrusionOk="0" h="782" w="8950">
                  <a:moveTo>
                    <a:pt x="1" y="0"/>
                  </a:moveTo>
                  <a:lnTo>
                    <a:pt x="1" y="782"/>
                  </a:lnTo>
                  <a:lnTo>
                    <a:pt x="8950" y="782"/>
                  </a:lnTo>
                  <a:lnTo>
                    <a:pt x="8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5" name="Google Shape;375;p28"/>
          <p:cNvSpPr/>
          <p:nvPr/>
        </p:nvSpPr>
        <p:spPr>
          <a:xfrm flipH="1">
            <a:off x="3426966" y="1763296"/>
            <a:ext cx="746128" cy="1207406"/>
          </a:xfrm>
          <a:custGeom>
            <a:rect b="b" l="l" r="r" t="t"/>
            <a:pathLst>
              <a:path extrusionOk="0" h="35525" w="21953">
                <a:moveTo>
                  <a:pt x="3235" y="31102"/>
                </a:moveTo>
                <a:cubicBezTo>
                  <a:pt x="3267" y="31102"/>
                  <a:pt x="3298" y="31108"/>
                  <a:pt x="3325" y="31121"/>
                </a:cubicBezTo>
                <a:cubicBezTo>
                  <a:pt x="3759" y="31320"/>
                  <a:pt x="3360" y="33091"/>
                  <a:pt x="3160" y="33525"/>
                </a:cubicBezTo>
                <a:cubicBezTo>
                  <a:pt x="3027" y="33847"/>
                  <a:pt x="2716" y="34031"/>
                  <a:pt x="2389" y="34031"/>
                </a:cubicBezTo>
                <a:cubicBezTo>
                  <a:pt x="2266" y="34031"/>
                  <a:pt x="2141" y="34005"/>
                  <a:pt x="2023" y="33950"/>
                </a:cubicBezTo>
                <a:cubicBezTo>
                  <a:pt x="1589" y="33742"/>
                  <a:pt x="1406" y="33230"/>
                  <a:pt x="1597" y="32796"/>
                </a:cubicBezTo>
                <a:cubicBezTo>
                  <a:pt x="1792" y="32390"/>
                  <a:pt x="2763" y="31102"/>
                  <a:pt x="3235" y="31102"/>
                </a:cubicBezTo>
                <a:close/>
                <a:moveTo>
                  <a:pt x="13908" y="0"/>
                </a:moveTo>
                <a:cubicBezTo>
                  <a:pt x="13896" y="0"/>
                  <a:pt x="13884" y="1"/>
                  <a:pt x="13871" y="2"/>
                </a:cubicBezTo>
                <a:cubicBezTo>
                  <a:pt x="11701" y="149"/>
                  <a:pt x="9774" y="1304"/>
                  <a:pt x="8880" y="3231"/>
                </a:cubicBezTo>
                <a:cubicBezTo>
                  <a:pt x="7708" y="5757"/>
                  <a:pt x="8698" y="8786"/>
                  <a:pt x="11085" y="10601"/>
                </a:cubicBezTo>
                <a:cubicBezTo>
                  <a:pt x="11233" y="10713"/>
                  <a:pt x="11276" y="10922"/>
                  <a:pt x="11189" y="11087"/>
                </a:cubicBezTo>
                <a:lnTo>
                  <a:pt x="460" y="32787"/>
                </a:lnTo>
                <a:cubicBezTo>
                  <a:pt x="0" y="33742"/>
                  <a:pt x="417" y="34888"/>
                  <a:pt x="1380" y="35348"/>
                </a:cubicBezTo>
                <a:cubicBezTo>
                  <a:pt x="1641" y="35468"/>
                  <a:pt x="1915" y="35525"/>
                  <a:pt x="2185" y="35525"/>
                </a:cubicBezTo>
                <a:cubicBezTo>
                  <a:pt x="2912" y="35525"/>
                  <a:pt x="3610" y="35111"/>
                  <a:pt x="3932" y="34402"/>
                </a:cubicBezTo>
                <a:lnTo>
                  <a:pt x="13568" y="12206"/>
                </a:lnTo>
                <a:cubicBezTo>
                  <a:pt x="13634" y="12059"/>
                  <a:pt x="13775" y="11962"/>
                  <a:pt x="13927" y="11962"/>
                </a:cubicBezTo>
                <a:cubicBezTo>
                  <a:pt x="13954" y="11962"/>
                  <a:pt x="13982" y="11965"/>
                  <a:pt x="14010" y="11972"/>
                </a:cubicBezTo>
                <a:cubicBezTo>
                  <a:pt x="14528" y="12084"/>
                  <a:pt x="15047" y="12138"/>
                  <a:pt x="15556" y="12138"/>
                </a:cubicBezTo>
                <a:cubicBezTo>
                  <a:pt x="17931" y="12138"/>
                  <a:pt x="20102" y="10953"/>
                  <a:pt x="21067" y="8873"/>
                </a:cubicBezTo>
                <a:cubicBezTo>
                  <a:pt x="21953" y="6946"/>
                  <a:pt x="21597" y="4733"/>
                  <a:pt x="20303" y="2971"/>
                </a:cubicBezTo>
                <a:cubicBezTo>
                  <a:pt x="20222" y="2861"/>
                  <a:pt x="20100" y="2806"/>
                  <a:pt x="19980" y="2806"/>
                </a:cubicBezTo>
                <a:cubicBezTo>
                  <a:pt x="19844" y="2806"/>
                  <a:pt x="19709" y="2876"/>
                  <a:pt x="19635" y="3014"/>
                </a:cubicBezTo>
                <a:lnTo>
                  <a:pt x="17977" y="6130"/>
                </a:lnTo>
                <a:cubicBezTo>
                  <a:pt x="17652" y="6730"/>
                  <a:pt x="17035" y="7073"/>
                  <a:pt x="16395" y="7073"/>
                </a:cubicBezTo>
                <a:cubicBezTo>
                  <a:pt x="16145" y="7073"/>
                  <a:pt x="15892" y="7021"/>
                  <a:pt x="15651" y="6911"/>
                </a:cubicBezTo>
                <a:lnTo>
                  <a:pt x="13897" y="6095"/>
                </a:lnTo>
                <a:cubicBezTo>
                  <a:pt x="13038" y="5696"/>
                  <a:pt x="12639" y="4698"/>
                  <a:pt x="12986" y="3821"/>
                </a:cubicBezTo>
                <a:lnTo>
                  <a:pt x="14271" y="540"/>
                </a:lnTo>
                <a:cubicBezTo>
                  <a:pt x="14379" y="282"/>
                  <a:pt x="14184" y="0"/>
                  <a:pt x="139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6" name="Google Shape;376;p28"/>
          <p:cNvGrpSpPr/>
          <p:nvPr/>
        </p:nvGrpSpPr>
        <p:grpSpPr>
          <a:xfrm>
            <a:off x="3260286" y="1150727"/>
            <a:ext cx="740520" cy="478869"/>
            <a:chOff x="3932929" y="945489"/>
            <a:chExt cx="740520" cy="478869"/>
          </a:xfrm>
        </p:grpSpPr>
        <p:grpSp>
          <p:nvGrpSpPr>
            <p:cNvPr id="377" name="Google Shape;377;p28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378" name="Google Shape;378;p28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8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8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1" name="Google Shape;381;p28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382" name="Google Shape;382;p28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8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28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5" name="Google Shape;385;p28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386" name="Google Shape;386;p28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rect b="b" l="l" r="r" t="t"/>
                <a:pathLst>
                  <a:path extrusionOk="0" h="3621" w="21788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28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rect b="b" l="l" r="r" t="t"/>
                <a:pathLst>
                  <a:path extrusionOk="0" h="3621" w="4454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8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rect b="b" l="l" r="r" t="t"/>
                <a:pathLst>
                  <a:path extrusionOk="0" h="1025" w="13837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9" name="Google Shape;389;p28"/>
          <p:cNvSpPr/>
          <p:nvPr/>
        </p:nvSpPr>
        <p:spPr>
          <a:xfrm>
            <a:off x="6748624" y="2810354"/>
            <a:ext cx="70702" cy="60821"/>
          </a:xfrm>
          <a:custGeom>
            <a:rect b="b" l="l" r="r" t="t"/>
            <a:pathLst>
              <a:path extrusionOk="0" h="1811" w="2109">
                <a:moveTo>
                  <a:pt x="1208" y="0"/>
                </a:moveTo>
                <a:cubicBezTo>
                  <a:pt x="987" y="0"/>
                  <a:pt x="761" y="83"/>
                  <a:pt x="578" y="266"/>
                </a:cubicBezTo>
                <a:cubicBezTo>
                  <a:pt x="1" y="829"/>
                  <a:pt x="405" y="1810"/>
                  <a:pt x="1214" y="1810"/>
                </a:cubicBezTo>
                <a:cubicBezTo>
                  <a:pt x="1704" y="1810"/>
                  <a:pt x="2109" y="1406"/>
                  <a:pt x="2109" y="901"/>
                </a:cubicBezTo>
                <a:cubicBezTo>
                  <a:pt x="2109" y="355"/>
                  <a:pt x="1668" y="0"/>
                  <a:pt x="120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 to Recursion by Slidesgo">
  <a:themeElements>
    <a:clrScheme name="Simple Light">
      <a:dk1>
        <a:srgbClr val="041E52"/>
      </a:dk1>
      <a:lt1>
        <a:srgbClr val="FFFFFF"/>
      </a:lt1>
      <a:dk2>
        <a:srgbClr val="073899"/>
      </a:dk2>
      <a:lt2>
        <a:srgbClr val="4F7BC8"/>
      </a:lt2>
      <a:accent1>
        <a:srgbClr val="80B2F1"/>
      </a:accent1>
      <a:accent2>
        <a:srgbClr val="F4F6F8"/>
      </a:accent2>
      <a:accent3>
        <a:srgbClr val="DBE8F1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