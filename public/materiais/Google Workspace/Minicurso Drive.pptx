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Alata"/>
      <p:regular r:id="rId19"/>
    </p:embeddedFont>
    <p:embeddedFont>
      <p:font typeface="Archiv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-regular.fntdata"/><Relationship Id="rId11" Type="http://schemas.openxmlformats.org/officeDocument/2006/relationships/slide" Target="slides/slide7.xml"/><Relationship Id="rId22" Type="http://schemas.openxmlformats.org/officeDocument/2006/relationships/font" Target="fonts/Archivo-italic.fntdata"/><Relationship Id="rId10" Type="http://schemas.openxmlformats.org/officeDocument/2006/relationships/slide" Target="slides/slide6.xml"/><Relationship Id="rId21" Type="http://schemas.openxmlformats.org/officeDocument/2006/relationships/font" Target="fonts/Archiv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Archiv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lata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362d286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362d286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362d286f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362d286f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82291406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82291406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82291406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82291406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82291406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82291406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82291406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82291406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82291406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e82291406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84f2145c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84f2145c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e82291406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e82291406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e82291406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e82291406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e82291406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e82291406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84f2145c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84f2145c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e82291406c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e82291406c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e82291406c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e82291406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984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789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984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title"/>
          </p:nvPr>
        </p:nvSpPr>
        <p:spPr>
          <a:xfrm>
            <a:off x="4789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1192500"/>
            <a:ext cx="41148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665000"/>
            <a:ext cx="41148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indent="-2730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indent="-2730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indent="-2667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720000" y="540000"/>
            <a:ext cx="35988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4622250" y="540000"/>
            <a:ext cx="38019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0" y="0"/>
            <a:ext cx="9144000" cy="5120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720000" y="1558475"/>
            <a:ext cx="7704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1284000" y="3069625"/>
            <a:ext cx="657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720000" y="1257300"/>
            <a:ext cx="3917700" cy="32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subTitle"/>
          </p:nvPr>
        </p:nvSpPr>
        <p:spPr>
          <a:xfrm>
            <a:off x="4878055" y="1257300"/>
            <a:ext cx="354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2039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949400" y="463800"/>
            <a:ext cx="34746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949400" y="1461600"/>
            <a:ext cx="3474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5315100" y="3471775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CRÉDITOS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Este modelo foi criado pelo </a:t>
            </a:r>
            <a:r>
              <a:rPr b="1" lang="pt-BR" sz="12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 inclui ícones do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infográficos e imagens da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conteúdo de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Swetha Tandri</a:t>
            </a:r>
            <a:endParaRPr b="1"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8281404" y="4364064"/>
            <a:ext cx="740520" cy="478869"/>
            <a:chOff x="3932929" y="945489"/>
            <a:chExt cx="740520" cy="478869"/>
          </a:xfrm>
        </p:grpSpPr>
        <p:grpSp>
          <p:nvGrpSpPr>
            <p:cNvPr id="62" name="Google Shape;62;p1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63" name="Google Shape;63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67" name="Google Shape;67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1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508594" y="40141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 flipH="1">
            <a:off x="59412" y="3622693"/>
            <a:ext cx="811927" cy="753197"/>
            <a:chOff x="4932662" y="2251593"/>
            <a:chExt cx="811927" cy="753197"/>
          </a:xfrm>
        </p:grpSpPr>
        <p:sp>
          <p:nvSpPr>
            <p:cNvPr id="78" name="Google Shape;78;p1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4343375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ctrTitle"/>
          </p:nvPr>
        </p:nvSpPr>
        <p:spPr>
          <a:xfrm>
            <a:off x="754600" y="1410900"/>
            <a:ext cx="4023300" cy="22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/>
              <a:t>Aprendendo a usar o Google Drive</a:t>
            </a:r>
            <a:endParaRPr sz="5000"/>
          </a:p>
        </p:txBody>
      </p:sp>
      <p:sp>
        <p:nvSpPr>
          <p:cNvPr id="89" name="Google Shape;89;p17"/>
          <p:cNvSpPr/>
          <p:nvPr/>
        </p:nvSpPr>
        <p:spPr>
          <a:xfrm>
            <a:off x="7126281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8010185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169901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5219863" y="2093631"/>
            <a:ext cx="2538390" cy="2056394"/>
            <a:chOff x="3780013" y="1888393"/>
            <a:chExt cx="2538390" cy="2056394"/>
          </a:xfrm>
        </p:grpSpPr>
        <p:sp>
          <p:nvSpPr>
            <p:cNvPr id="93" name="Google Shape;93;p17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7522062" y="2456830"/>
            <a:ext cx="811927" cy="753197"/>
            <a:chOff x="4932662" y="2251593"/>
            <a:chExt cx="811927" cy="753197"/>
          </a:xfrm>
        </p:grpSpPr>
        <p:sp>
          <p:nvSpPr>
            <p:cNvPr id="119" name="Google Shape;119;p17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6021590" y="1231279"/>
            <a:ext cx="914298" cy="753197"/>
            <a:chOff x="4810340" y="1026041"/>
            <a:chExt cx="914298" cy="753197"/>
          </a:xfrm>
        </p:grpSpPr>
        <p:sp>
          <p:nvSpPr>
            <p:cNvPr id="125" name="Google Shape;125;p17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7825621" y="3258683"/>
            <a:ext cx="508385" cy="644675"/>
            <a:chOff x="4859771" y="3053445"/>
            <a:chExt cx="508385" cy="644675"/>
          </a:xfrm>
        </p:grpSpPr>
        <p:sp>
          <p:nvSpPr>
            <p:cNvPr id="131" name="Google Shape;131;p17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7"/>
          <p:cNvSpPr/>
          <p:nvPr/>
        </p:nvSpPr>
        <p:spPr>
          <a:xfrm>
            <a:off x="4971891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144179" y="1150727"/>
            <a:ext cx="740520" cy="478869"/>
            <a:chOff x="3932929" y="945489"/>
            <a:chExt cx="740520" cy="478869"/>
          </a:xfrm>
        </p:grpSpPr>
        <p:grpSp>
          <p:nvGrpSpPr>
            <p:cNvPr id="140" name="Google Shape;140;p17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41" name="Google Shape;141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17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45" name="Google Shape;145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25" y="187625"/>
            <a:ext cx="1085125" cy="71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050" y="252975"/>
            <a:ext cx="508375" cy="62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>
            <a:off x="434573" y="4290477"/>
            <a:ext cx="402753" cy="53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Google Drive</a:t>
            </a:r>
            <a:endParaRPr/>
          </a:p>
        </p:txBody>
      </p:sp>
      <p:grpSp>
        <p:nvGrpSpPr>
          <p:cNvPr id="160" name="Google Shape;160;p18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161" name="Google Shape;161;p18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62" name="Google Shape;162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8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66" name="Google Shape;166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8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175" y="1318988"/>
            <a:ext cx="7533652" cy="3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2075125" y="1933750"/>
            <a:ext cx="5973900" cy="230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 txBox="1"/>
          <p:nvPr>
            <p:ph idx="2" type="subTitle"/>
          </p:nvPr>
        </p:nvSpPr>
        <p:spPr>
          <a:xfrm>
            <a:off x="6507850" y="1545250"/>
            <a:ext cx="9264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</a:rPr>
              <a:t>Arquivos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1972200" y="1258550"/>
            <a:ext cx="3725100" cy="3885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142650" y="971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Barra de Pesquisa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65300" y="1933750"/>
            <a:ext cx="1252200" cy="15459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 rot="-5400000">
            <a:off x="-136500" y="2426863"/>
            <a:ext cx="1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Localizadores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65300" y="3836950"/>
            <a:ext cx="12522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91000" y="4156425"/>
            <a:ext cx="160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chivo"/>
                <a:ea typeface="Archivo"/>
                <a:cs typeface="Archivo"/>
                <a:sym typeface="Archivo"/>
              </a:rPr>
              <a:t>Armazenamento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chivo"/>
                <a:ea typeface="Archivo"/>
                <a:cs typeface="Archivo"/>
                <a:sym typeface="Archivo"/>
              </a:rPr>
              <a:t> disponível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780575" y="1621475"/>
            <a:ext cx="740400" cy="3000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 rot="-5400000">
            <a:off x="2975" y="1342225"/>
            <a:ext cx="973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9900FF"/>
                </a:solidFill>
                <a:latin typeface="Archivo"/>
                <a:ea typeface="Archivo"/>
                <a:cs typeface="Archivo"/>
                <a:sym typeface="Archivo"/>
              </a:rPr>
              <a:t>Criar arquivos</a:t>
            </a:r>
            <a:endParaRPr sz="1200">
              <a:solidFill>
                <a:srgbClr val="9900FF"/>
              </a:solidFill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321950" y="1319000"/>
            <a:ext cx="230700" cy="233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515400" y="724050"/>
            <a:ext cx="1843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F9900"/>
                </a:solidFill>
                <a:latin typeface="Archivo"/>
                <a:ea typeface="Archivo"/>
                <a:cs typeface="Archivo"/>
                <a:sym typeface="Archivo"/>
              </a:rPr>
              <a:t>Logo vamos explorar essa aba!</a:t>
            </a:r>
            <a:endParaRPr sz="13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Google Drive</a:t>
            </a:r>
            <a:endParaRPr/>
          </a:p>
        </p:txBody>
      </p:sp>
      <p:grpSp>
        <p:nvGrpSpPr>
          <p:cNvPr id="194" name="Google Shape;194;p19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195" name="Google Shape;195;p19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96" name="Google Shape;196;p1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" name="Google Shape;199;p19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200" name="Google Shape;200;p1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9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204" name="Google Shape;204;p1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07" name="Google Shape;2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3400" y="1553683"/>
            <a:ext cx="6357209" cy="255683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3956550" y="1049850"/>
            <a:ext cx="1970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Você pode acessar diretamente as pastas do seu Drive!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2501350" y="1817525"/>
            <a:ext cx="599700" cy="299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3" name="Google Shape;213;p19"/>
          <p:cNvSpPr/>
          <p:nvPr/>
        </p:nvSpPr>
        <p:spPr>
          <a:xfrm rot="-1709179">
            <a:off x="3158630" y="1553650"/>
            <a:ext cx="740331" cy="22927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6480075" y="2095675"/>
            <a:ext cx="818700" cy="1947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714459" y="3214725"/>
            <a:ext cx="1456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Onde, no localizador, o arquivo está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Google Drive</a:t>
            </a:r>
            <a:endParaRPr/>
          </a:p>
        </p:txBody>
      </p:sp>
      <p:grpSp>
        <p:nvGrpSpPr>
          <p:cNvPr id="221" name="Google Shape;221;p20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222" name="Google Shape;222;p20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223" name="Google Shape;223;p2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20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227" name="Google Shape;227;p2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20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231" name="Google Shape;231;p2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34" name="Google Shape;2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911100" y="1337775"/>
            <a:ext cx="73218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Arquivos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Visualização e acesso dos arquivos salvos;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Localizadores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Subseções onde o arquivo está localizado, a depender de sua origem e último uso;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Barra de Pesquisa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Onde é possível pesquisar um arquivo através de seu nome;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latin typeface="Archivo"/>
                <a:ea typeface="Archivo"/>
                <a:cs typeface="Archivo"/>
                <a:sym typeface="Archivo"/>
              </a:rPr>
              <a:t>Armazenamento Disponível</a:t>
            </a:r>
            <a:r>
              <a:rPr lang="pt-BR" sz="15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Quantidade de memória utilizada e a restante;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9900FF"/>
                </a:solidFill>
                <a:latin typeface="Archivo"/>
                <a:ea typeface="Archivo"/>
                <a:cs typeface="Archivo"/>
                <a:sym typeface="Archivo"/>
              </a:rPr>
              <a:t>Criar arquivo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- Local para salvar arquivos, pastas e criar documentos.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Localizadores</a:t>
            </a:r>
            <a:endParaRPr/>
          </a:p>
        </p:txBody>
      </p:sp>
      <p:grpSp>
        <p:nvGrpSpPr>
          <p:cNvPr id="243" name="Google Shape;243;p21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244" name="Google Shape;244;p21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" name="Google Shape;248;p21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249" name="Google Shape;249;p21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1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" name="Google Shape;252;p21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253" name="Google Shape;253;p21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56" name="Google Shape;2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992" y="1376674"/>
            <a:ext cx="2300458" cy="28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3476500" y="969625"/>
            <a:ext cx="5091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Todos os arquivos e pastas salvos;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Atividades enviadas no Google Classroom; (Exclusivo conta institucional)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Local para centralizar os trabalhos feitos; (Exclusivo conta institucional)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Documentos onde você é o proprietário;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Drives que você tem acesso como proprietário; (Exclusivo conta institucional)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Arquivos compartilhados com você;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Últimos arquivos abertos;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Arquivos marcados com estrela.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Criar arquivo</a:t>
            </a:r>
            <a:endParaRPr/>
          </a:p>
        </p:txBody>
      </p:sp>
      <p:grpSp>
        <p:nvGrpSpPr>
          <p:cNvPr id="266" name="Google Shape;266;p22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267" name="Google Shape;267;p22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268" name="Google Shape;268;p22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22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272" name="Google Shape;272;p22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22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276" name="Google Shape;276;p22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79" name="Google Shape;2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4842000" y="1616125"/>
            <a:ext cx="3252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Criar nova pasta;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Salvar arquivo já existente;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Salvar pasta já existente;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Criar arquivo Docs;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Criar arquivo Sheets;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Criar arquivo Presentation;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Criar formulário;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3400" y="1452470"/>
            <a:ext cx="27813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Explorando o Google…</a:t>
            </a:r>
            <a:endParaRPr sz="3300"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290" name="Google Shape;290;p23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291" name="Google Shape;291;p23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3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3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" name="Google Shape;294;p23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295" name="Google Shape;295;p23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" name="Google Shape;298;p23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299" name="Google Shape;299;p23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3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3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02" name="Google Shape;3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5886725" y="2189338"/>
            <a:ext cx="280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Agora vamos abordar o </a:t>
            </a:r>
            <a:r>
              <a:rPr i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Gmail </a:t>
            </a: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 </a:t>
            </a:r>
            <a:r>
              <a:rPr i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Meet.</a:t>
            </a:r>
            <a:endParaRPr i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Posteriormente </a:t>
            </a:r>
            <a:r>
              <a:rPr i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Docs, Sheets</a:t>
            </a: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</a:t>
            </a:r>
            <a:r>
              <a:rPr i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Presentation.</a:t>
            </a:r>
            <a:endParaRPr i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06" name="Google Shape;30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325" y="1105475"/>
            <a:ext cx="2590800" cy="35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86874" y="1105475"/>
            <a:ext cx="2530101" cy="35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Gmail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8339549" y="437377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137" y="1650712"/>
            <a:ext cx="7779725" cy="2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2" y="429753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>
            <a:off x="1317174" y="4373788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4400" y="4373786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/>
          <p:nvPr/>
        </p:nvSpPr>
        <p:spPr>
          <a:xfrm>
            <a:off x="2305300" y="2647875"/>
            <a:ext cx="5385600" cy="1164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682125" y="1990525"/>
            <a:ext cx="864900" cy="380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0" name="Google Shape;320;p24"/>
          <p:cNvSpPr txBox="1"/>
          <p:nvPr/>
        </p:nvSpPr>
        <p:spPr>
          <a:xfrm>
            <a:off x="1225475" y="1120815"/>
            <a:ext cx="1027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Escrever um novo e-mail</a:t>
            </a:r>
            <a:endParaRPr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2270700" y="2694000"/>
            <a:ext cx="6068700" cy="1118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5249775" y="3412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Caixa de Mensagens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247650" y="2247550"/>
            <a:ext cx="4520700" cy="3807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3211000" y="19229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Localizadores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7633225" y="1676375"/>
            <a:ext cx="276900" cy="2271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7010275" y="1355575"/>
            <a:ext cx="152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9900"/>
                </a:solidFill>
                <a:latin typeface="Archivo"/>
                <a:ea typeface="Archivo"/>
                <a:cs typeface="Archivo"/>
                <a:sym typeface="Archivo"/>
              </a:rPr>
              <a:t>Configurações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Gmail</a:t>
            </a:r>
            <a:endParaRPr/>
          </a:p>
        </p:txBody>
      </p:sp>
      <p:grpSp>
        <p:nvGrpSpPr>
          <p:cNvPr id="332" name="Google Shape;332;p25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333" name="Google Shape;333;p2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334" name="Google Shape;334;p2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" name="Google Shape;337;p2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338" name="Google Shape;338;p2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1" name="Google Shape;341;p2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342" name="Google Shape;342;p2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45" name="Google Shape;3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/>
        </p:nvSpPr>
        <p:spPr>
          <a:xfrm>
            <a:off x="911100" y="1453100"/>
            <a:ext cx="7321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Caixa de Mensagens</a:t>
            </a: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Acesso aos e-mails recebidos;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FF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00FF00"/>
                </a:solidFill>
                <a:latin typeface="Archivo"/>
                <a:ea typeface="Archivo"/>
                <a:cs typeface="Archivo"/>
                <a:sym typeface="Archivo"/>
              </a:rPr>
              <a:t>Localizadores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Categorias que, a depender da temática do e-mail, são o destino dos mesmos. Ex: Promoções -&gt; e-mais de lojas ofertando serviços;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Escrever um novo e-mail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Onde é possível escrever o e-mail;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●"/>
            </a:pPr>
            <a:r>
              <a:rPr lang="pt-BR" sz="1500">
                <a:solidFill>
                  <a:srgbClr val="FF9900"/>
                </a:solidFill>
                <a:latin typeface="Archivo"/>
                <a:ea typeface="Archivo"/>
                <a:cs typeface="Archivo"/>
                <a:sym typeface="Archivo"/>
              </a:rPr>
              <a:t>Configurações</a:t>
            </a:r>
            <a:r>
              <a:rPr lang="pt-BR" sz="15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Personalização da caixa de mensagens e plataforma.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Explorando as Configurações…</a:t>
            </a:r>
            <a:endParaRPr/>
          </a:p>
        </p:txBody>
      </p:sp>
      <p:grpSp>
        <p:nvGrpSpPr>
          <p:cNvPr id="354" name="Google Shape;354;p26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355" name="Google Shape;355;p26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356" name="Google Shape;356;p2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26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360" name="Google Shape;360;p2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" name="Google Shape;363;p26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364" name="Google Shape;364;p2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67" name="Google Shape;3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6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6"/>
          <p:cNvSpPr txBox="1"/>
          <p:nvPr/>
        </p:nvSpPr>
        <p:spPr>
          <a:xfrm>
            <a:off x="602175" y="1204150"/>
            <a:ext cx="2870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Nessa seção você encontrará diversas personalizações. Tente explorar!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Vamos criar uma assinatura para os seus e-mails.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1" name="Google Shape;37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175" y="3179751"/>
            <a:ext cx="2647824" cy="15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/>
          <p:nvPr/>
        </p:nvSpPr>
        <p:spPr>
          <a:xfrm>
            <a:off x="829125" y="4054850"/>
            <a:ext cx="2098800" cy="392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3" name="Google Shape;373;p26"/>
          <p:cNvSpPr/>
          <p:nvPr/>
        </p:nvSpPr>
        <p:spPr>
          <a:xfrm rot="2463350">
            <a:off x="2583943" y="2988037"/>
            <a:ext cx="410174" cy="112678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4" name="Google Shape;37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374" y="1156325"/>
            <a:ext cx="3949587" cy="223918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3863150" y="3471650"/>
            <a:ext cx="2593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Após chegar nessa aba, descer até encontrar o tópico </a:t>
            </a:r>
            <a:r>
              <a:rPr i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Assinatura.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Clique em </a:t>
            </a:r>
            <a:r>
              <a:rPr i="1"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+ Criar novo.</a:t>
            </a:r>
            <a:endParaRPr i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3781450" y="2728600"/>
            <a:ext cx="2168100" cy="64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uma Assinatura</a:t>
            </a:r>
            <a:endParaRPr/>
          </a:p>
        </p:txBody>
      </p:sp>
      <p:grpSp>
        <p:nvGrpSpPr>
          <p:cNvPr id="382" name="Google Shape;382;p27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383" name="Google Shape;383;p27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384" name="Google Shape;384;p2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" name="Google Shape;387;p27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388" name="Google Shape;388;p2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" name="Google Shape;391;p27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392" name="Google Shape;392;p2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95" name="Google Shape;3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7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7"/>
          <p:cNvSpPr txBox="1"/>
          <p:nvPr/>
        </p:nvSpPr>
        <p:spPr>
          <a:xfrm>
            <a:off x="394575" y="1343025"/>
            <a:ext cx="31794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Pronto! Personalize sua assinatura da forma que preferir.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Sugestão: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Nome Completo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Filiação (caso e-mail institucional)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Ana Julia Barbosa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SECRI - Serviço de Engajamento Comunitário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99" name="Google Shape;39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8675" y="1596758"/>
            <a:ext cx="450532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28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406" name="Google Shape;406;p28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28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Meet</a:t>
            </a:r>
            <a:endParaRPr/>
          </a:p>
        </p:txBody>
      </p:sp>
      <p:pic>
        <p:nvPicPr>
          <p:cNvPr id="414" name="Google Shape;4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125" y="1314975"/>
            <a:ext cx="3727738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8"/>
          <p:cNvPicPr preferRelativeResize="0"/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8"/>
          <p:cNvSpPr/>
          <p:nvPr/>
        </p:nvSpPr>
        <p:spPr>
          <a:xfrm>
            <a:off x="2847350" y="3432075"/>
            <a:ext cx="1038000" cy="39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3954450" y="3432075"/>
            <a:ext cx="1476000" cy="3921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1624875" y="3432075"/>
            <a:ext cx="1476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Nova reunião</a:t>
            </a:r>
            <a:endParaRPr>
              <a:solidFill>
                <a:srgbClr val="FF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1" name="Google Shape;421;p28"/>
          <p:cNvSpPr txBox="1"/>
          <p:nvPr/>
        </p:nvSpPr>
        <p:spPr>
          <a:xfrm>
            <a:off x="5430450" y="3081650"/>
            <a:ext cx="17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Acessar reuniões</a:t>
            </a:r>
            <a:endParaRPr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9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Estrutura do Meet</a:t>
            </a:r>
            <a:endParaRPr/>
          </a:p>
        </p:txBody>
      </p:sp>
      <p:grpSp>
        <p:nvGrpSpPr>
          <p:cNvPr id="427" name="Google Shape;427;p29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428" name="Google Shape;428;p29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429" name="Google Shape;429;p2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2" name="Google Shape;432;p29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433" name="Google Shape;433;p2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6" name="Google Shape;436;p29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437" name="Google Shape;437;p2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440" name="Google Shape;4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62" y="42859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9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9"/>
          <p:cNvSpPr txBox="1"/>
          <p:nvPr/>
        </p:nvSpPr>
        <p:spPr>
          <a:xfrm>
            <a:off x="911100" y="1910250"/>
            <a:ext cx="7321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Nova reunião</a:t>
            </a:r>
            <a:r>
              <a:rPr lang="pt-BR" sz="1500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Onde é possível criar reuniões imediatas ou criar um link para uma reunião programada;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●"/>
            </a:pPr>
            <a:r>
              <a:rPr lang="pt-BR" sz="15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Acessar reuniões</a:t>
            </a:r>
            <a:r>
              <a:rPr lang="pt-BR" sz="15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Além do acesso direto com o link, é possível digitar o código referente a reunião que se quer acessar.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"/>
          <p:cNvSpPr txBox="1"/>
          <p:nvPr>
            <p:ph type="ctrTitle"/>
          </p:nvPr>
        </p:nvSpPr>
        <p:spPr>
          <a:xfrm>
            <a:off x="4177050" y="1763300"/>
            <a:ext cx="42864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</a:t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 flipH="1">
            <a:off x="828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/>
          <p:nvPr/>
        </p:nvSpPr>
        <p:spPr>
          <a:xfrm flipH="1">
            <a:off x="901738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 flipH="1">
            <a:off x="415217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0"/>
          <p:cNvSpPr/>
          <p:nvPr/>
        </p:nvSpPr>
        <p:spPr>
          <a:xfrm flipH="1">
            <a:off x="1351107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3" name="Google Shape;453;p30"/>
          <p:cNvGrpSpPr/>
          <p:nvPr/>
        </p:nvGrpSpPr>
        <p:grpSpPr>
          <a:xfrm>
            <a:off x="1386731" y="2093631"/>
            <a:ext cx="2538390" cy="2056394"/>
            <a:chOff x="3780013" y="1888393"/>
            <a:chExt cx="2538390" cy="2056394"/>
          </a:xfrm>
        </p:grpSpPr>
        <p:sp>
          <p:nvSpPr>
            <p:cNvPr id="454" name="Google Shape;454;p30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30"/>
          <p:cNvGrpSpPr/>
          <p:nvPr/>
        </p:nvGrpSpPr>
        <p:grpSpPr>
          <a:xfrm>
            <a:off x="810995" y="2456830"/>
            <a:ext cx="811927" cy="753197"/>
            <a:chOff x="4932662" y="2251593"/>
            <a:chExt cx="811927" cy="753197"/>
          </a:xfrm>
        </p:grpSpPr>
        <p:sp>
          <p:nvSpPr>
            <p:cNvPr id="480" name="Google Shape;480;p30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30"/>
          <p:cNvGrpSpPr/>
          <p:nvPr/>
        </p:nvGrpSpPr>
        <p:grpSpPr>
          <a:xfrm>
            <a:off x="2209097" y="1231279"/>
            <a:ext cx="914298" cy="753197"/>
            <a:chOff x="4810340" y="1026041"/>
            <a:chExt cx="914298" cy="753197"/>
          </a:xfrm>
        </p:grpSpPr>
        <p:sp>
          <p:nvSpPr>
            <p:cNvPr id="486" name="Google Shape;486;p30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flipH="1">
            <a:off x="810978" y="3258683"/>
            <a:ext cx="508385" cy="644675"/>
            <a:chOff x="4859771" y="3053445"/>
            <a:chExt cx="508385" cy="644675"/>
          </a:xfrm>
        </p:grpSpPr>
        <p:sp>
          <p:nvSpPr>
            <p:cNvPr id="492" name="Google Shape;492;p30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30"/>
          <p:cNvSpPr/>
          <p:nvPr/>
        </p:nvSpPr>
        <p:spPr>
          <a:xfrm flipH="1">
            <a:off x="3426966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30"/>
          <p:cNvGrpSpPr/>
          <p:nvPr/>
        </p:nvGrpSpPr>
        <p:grpSpPr>
          <a:xfrm>
            <a:off x="3260286" y="1150727"/>
            <a:ext cx="740520" cy="478869"/>
            <a:chOff x="3932929" y="945489"/>
            <a:chExt cx="740520" cy="478869"/>
          </a:xfrm>
        </p:grpSpPr>
        <p:grpSp>
          <p:nvGrpSpPr>
            <p:cNvPr id="501" name="Google Shape;501;p30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502" name="Google Shape;502;p3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3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3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30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506" name="Google Shape;506;p3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3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9" name="Google Shape;509;p30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510" name="Google Shape;510;p3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3" name="Google Shape;513;p30"/>
          <p:cNvSpPr/>
          <p:nvPr/>
        </p:nvSpPr>
        <p:spPr>
          <a:xfrm>
            <a:off x="6748624" y="2810354"/>
            <a:ext cx="70704" cy="60822"/>
          </a:xfrm>
          <a:custGeom>
            <a:rect b="b" l="l" r="r" t="t"/>
            <a:pathLst>
              <a:path extrusionOk="0" h="1811" w="2109">
                <a:moveTo>
                  <a:pt x="1208" y="0"/>
                </a:moveTo>
                <a:cubicBezTo>
                  <a:pt x="987" y="0"/>
                  <a:pt x="761" y="83"/>
                  <a:pt x="578" y="266"/>
                </a:cubicBezTo>
                <a:cubicBezTo>
                  <a:pt x="1" y="829"/>
                  <a:pt x="405" y="1810"/>
                  <a:pt x="1214" y="1810"/>
                </a:cubicBezTo>
                <a:cubicBezTo>
                  <a:pt x="1704" y="1810"/>
                  <a:pt x="2109" y="1406"/>
                  <a:pt x="2109" y="901"/>
                </a:cubicBezTo>
                <a:cubicBezTo>
                  <a:pt x="2109" y="355"/>
                  <a:pt x="1668" y="0"/>
                  <a:pt x="12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 to Recursion by Slidesgo">
  <a:themeElements>
    <a:clrScheme name="Simple Light">
      <a:dk1>
        <a:srgbClr val="041E52"/>
      </a:dk1>
      <a:lt1>
        <a:srgbClr val="FFFFFF"/>
      </a:lt1>
      <a:dk2>
        <a:srgbClr val="073899"/>
      </a:dk2>
      <a:lt2>
        <a:srgbClr val="4F7BC8"/>
      </a:lt2>
      <a:accent1>
        <a:srgbClr val="80B2F1"/>
      </a:accent1>
      <a:accent2>
        <a:srgbClr val="F4F6F8"/>
      </a:accent2>
      <a:accent3>
        <a:srgbClr val="DBE8F1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