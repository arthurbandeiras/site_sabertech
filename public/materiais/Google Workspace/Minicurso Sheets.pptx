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y="5143500" cx="9144000"/>
  <p:notesSz cx="6858000" cy="9144000"/>
  <p:embeddedFontLst>
    <p:embeddedFont>
      <p:font typeface="Alata"/>
      <p:regular r:id="rId28"/>
    </p:embeddedFont>
    <p:embeddedFont>
      <p:font typeface="Archiv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font" Target="fonts/Alata-regular.fntdata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Archivo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Archivo-italic.fntdata"/><Relationship Id="rId30" Type="http://schemas.openxmlformats.org/officeDocument/2006/relationships/font" Target="fonts/Archivo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32" Type="http://schemas.openxmlformats.org/officeDocument/2006/relationships/font" Target="fonts/Archivo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d362d286f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d362d286f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d362d286f3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d362d286f3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e7b422a505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e7b422a505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e7b422a505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e7b422a505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d362d286f3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d362d286f3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84f2145ca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284f2145ca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e7b422a505_0_3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2e7b422a505_0_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e7b422a505_0_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2e7b422a505_0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e7b422a505_0_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2e7b422a505_0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e7b422a505_0_4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2e7b422a505_0_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e7b422a505_0_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2e7b422a505_0_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e7b422a505_0_4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2e7b422a505_0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84f2145ca0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284f2145ca0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2e7b422a505_0_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2e7b422a505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2e7b422a505_0_5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2e7b422a505_0_5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2e7b422a505_0_5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2e7b422a505_0_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2e7b422a505_0_5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2e7b422a505_0_5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2e7b422a505_0_5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2e7b422a505_0_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2e7b422a505_0_6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2e7b422a505_0_6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2e7b422a505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2e7b422a505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2e7b422a505_0_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2e7b422a505_0_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2e7b422a505_0_6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2e7b422a505_0_6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2e7b422a505_0_6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2e7b422a505_0_6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33600" y="202350"/>
            <a:ext cx="57066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 txBox="1"/>
          <p:nvPr>
            <p:ph type="ctrTitle"/>
          </p:nvPr>
        </p:nvSpPr>
        <p:spPr>
          <a:xfrm>
            <a:off x="720000" y="1657350"/>
            <a:ext cx="4023300" cy="182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>
                <a:latin typeface="Alata"/>
                <a:ea typeface="Alata"/>
                <a:cs typeface="Alata"/>
                <a:sym typeface="Alat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233600" y="202350"/>
            <a:ext cx="86769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3"/>
          <p:cNvSpPr txBox="1"/>
          <p:nvPr>
            <p:ph type="title"/>
          </p:nvPr>
        </p:nvSpPr>
        <p:spPr>
          <a:xfrm>
            <a:off x="1499450" y="2179625"/>
            <a:ext cx="61452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" name="Google Shape;14;p3"/>
          <p:cNvSpPr txBox="1"/>
          <p:nvPr>
            <p:ph hasCustomPrompt="1" idx="2" type="title"/>
          </p:nvPr>
        </p:nvSpPr>
        <p:spPr>
          <a:xfrm>
            <a:off x="3657600" y="842725"/>
            <a:ext cx="1828800" cy="133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9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2286000" y="3094025"/>
            <a:ext cx="4572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233600" y="202350"/>
            <a:ext cx="86769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720000" y="1152475"/>
            <a:ext cx="7704000" cy="10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20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/>
          <p:nvPr/>
        </p:nvSpPr>
        <p:spPr>
          <a:xfrm>
            <a:off x="233600" y="202350"/>
            <a:ext cx="86769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984250" y="2952750"/>
            <a:ext cx="33705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2" type="subTitle"/>
          </p:nvPr>
        </p:nvSpPr>
        <p:spPr>
          <a:xfrm>
            <a:off x="4789250" y="2952750"/>
            <a:ext cx="33705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3" type="title"/>
          </p:nvPr>
        </p:nvSpPr>
        <p:spPr>
          <a:xfrm>
            <a:off x="984250" y="2571750"/>
            <a:ext cx="33705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6" name="Google Shape;26;p5"/>
          <p:cNvSpPr txBox="1"/>
          <p:nvPr>
            <p:ph idx="4" type="title"/>
          </p:nvPr>
        </p:nvSpPr>
        <p:spPr>
          <a:xfrm>
            <a:off x="4789250" y="2571750"/>
            <a:ext cx="33705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233600" y="202350"/>
            <a:ext cx="86769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6"/>
          <p:cNvSpPr txBox="1"/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233600" y="202350"/>
            <a:ext cx="86769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720000" y="1192500"/>
            <a:ext cx="4114800" cy="54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720000" y="1665000"/>
            <a:ext cx="4114800" cy="22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 sz="1400">
                <a:solidFill>
                  <a:srgbClr val="434343"/>
                </a:solidFill>
              </a:defRPr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>
                <a:solidFill>
                  <a:srgbClr val="434343"/>
                </a:solidFill>
              </a:defRPr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>
                <a:solidFill>
                  <a:srgbClr val="434343"/>
                </a:solidFill>
              </a:defRPr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>
                <a:solidFill>
                  <a:srgbClr val="434343"/>
                </a:solidFill>
              </a:defRPr>
            </a:lvl6pPr>
            <a:lvl7pPr indent="-27305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>
                <a:solidFill>
                  <a:srgbClr val="434343"/>
                </a:solidFill>
              </a:defRPr>
            </a:lvl7pPr>
            <a:lvl8pPr indent="-27305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>
                <a:solidFill>
                  <a:srgbClr val="434343"/>
                </a:solidFill>
              </a:defRPr>
            </a:lvl8pPr>
            <a:lvl9pPr indent="-2667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233600" y="202350"/>
            <a:ext cx="86769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233600" y="202350"/>
            <a:ext cx="86769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720000" y="540000"/>
            <a:ext cx="3598800" cy="18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4622250" y="540000"/>
            <a:ext cx="3801900" cy="40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/>
          <p:nvPr>
            <p:ph idx="2" type="pic"/>
          </p:nvPr>
        </p:nvSpPr>
        <p:spPr>
          <a:xfrm>
            <a:off x="0" y="0"/>
            <a:ext cx="9144000" cy="51204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/>
          <p:nvPr/>
        </p:nvSpPr>
        <p:spPr>
          <a:xfrm>
            <a:off x="233600" y="202350"/>
            <a:ext cx="86769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720000" y="1558475"/>
            <a:ext cx="7704000" cy="151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subTitle"/>
          </p:nvPr>
        </p:nvSpPr>
        <p:spPr>
          <a:xfrm>
            <a:off x="1284000" y="3069625"/>
            <a:ext cx="6576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/>
          <p:nvPr/>
        </p:nvSpPr>
        <p:spPr>
          <a:xfrm>
            <a:off x="233600" y="202350"/>
            <a:ext cx="86769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3"/>
          <p:cNvSpPr txBox="1"/>
          <p:nvPr>
            <p:ph idx="1" type="subTitle"/>
          </p:nvPr>
        </p:nvSpPr>
        <p:spPr>
          <a:xfrm>
            <a:off x="720000" y="1257300"/>
            <a:ext cx="3917700" cy="329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2" type="subTitle"/>
          </p:nvPr>
        </p:nvSpPr>
        <p:spPr>
          <a:xfrm>
            <a:off x="4878055" y="1257300"/>
            <a:ext cx="35460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3203900" y="202350"/>
            <a:ext cx="57066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 txBox="1"/>
          <p:nvPr>
            <p:ph type="ctrTitle"/>
          </p:nvPr>
        </p:nvSpPr>
        <p:spPr>
          <a:xfrm>
            <a:off x="4949400" y="463800"/>
            <a:ext cx="3474600" cy="109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4949400" y="1461600"/>
            <a:ext cx="3474600" cy="10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8" name="Google Shape;58;p14"/>
          <p:cNvSpPr txBox="1"/>
          <p:nvPr/>
        </p:nvSpPr>
        <p:spPr>
          <a:xfrm>
            <a:off x="5315100" y="3471775"/>
            <a:ext cx="3108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CRÉDITOS</a:t>
            </a:r>
            <a:r>
              <a:rPr lang="pt-BR"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: Este modelo foi criado pelo </a:t>
            </a:r>
            <a:r>
              <a:rPr b="1" lang="pt-BR" sz="1200" u="sng">
                <a:solidFill>
                  <a:schemeClr val="hlink"/>
                </a:solidFill>
                <a:latin typeface="Archivo"/>
                <a:ea typeface="Archivo"/>
                <a:cs typeface="Archivo"/>
                <a:sym typeface="Archivo"/>
                <a:hlinkClick r:id="rId2"/>
              </a:rPr>
              <a:t>Slidesgo</a:t>
            </a:r>
            <a:r>
              <a:rPr lang="pt-BR"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e inclui ícones do </a:t>
            </a:r>
            <a:r>
              <a:rPr b="1" lang="pt-BR" sz="1200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pt-BR"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infográficos e imagens da </a:t>
            </a:r>
            <a:r>
              <a:rPr b="1" lang="pt-BR" sz="1200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pt-BR"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e conteúdo de</a:t>
            </a:r>
            <a:r>
              <a:rPr lang="pt-BR"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b="1" lang="pt-BR"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Swetha Tandri</a:t>
            </a:r>
            <a:endParaRPr b="1" sz="12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/>
          <p:nvPr/>
        </p:nvSpPr>
        <p:spPr>
          <a:xfrm>
            <a:off x="233600" y="202350"/>
            <a:ext cx="86769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" name="Google Shape;61;p15"/>
          <p:cNvGrpSpPr/>
          <p:nvPr/>
        </p:nvGrpSpPr>
        <p:grpSpPr>
          <a:xfrm>
            <a:off x="8281404" y="4364064"/>
            <a:ext cx="740520" cy="478869"/>
            <a:chOff x="3932929" y="945489"/>
            <a:chExt cx="740520" cy="478869"/>
          </a:xfrm>
        </p:grpSpPr>
        <p:grpSp>
          <p:nvGrpSpPr>
            <p:cNvPr id="62" name="Google Shape;62;p15"/>
            <p:cNvGrpSpPr/>
            <p:nvPr/>
          </p:nvGrpSpPr>
          <p:grpSpPr>
            <a:xfrm>
              <a:off x="3932929" y="945489"/>
              <a:ext cx="740520" cy="123069"/>
              <a:chOff x="3932929" y="945489"/>
              <a:chExt cx="740520" cy="123069"/>
            </a:xfrm>
          </p:grpSpPr>
          <p:sp>
            <p:nvSpPr>
              <p:cNvPr id="63" name="Google Shape;63;p15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" name="Google Shape;64;p15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" name="Google Shape;65;p15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6" name="Google Shape;66;p15"/>
            <p:cNvGrpSpPr/>
            <p:nvPr/>
          </p:nvGrpSpPr>
          <p:grpSpPr>
            <a:xfrm>
              <a:off x="3932929" y="1123389"/>
              <a:ext cx="740520" cy="123069"/>
              <a:chOff x="3932929" y="945489"/>
              <a:chExt cx="740520" cy="123069"/>
            </a:xfrm>
          </p:grpSpPr>
          <p:sp>
            <p:nvSpPr>
              <p:cNvPr id="67" name="Google Shape;67;p15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15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15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0" name="Google Shape;70;p15"/>
            <p:cNvGrpSpPr/>
            <p:nvPr/>
          </p:nvGrpSpPr>
          <p:grpSpPr>
            <a:xfrm>
              <a:off x="3932929" y="1301289"/>
              <a:ext cx="740520" cy="123069"/>
              <a:chOff x="3932929" y="945489"/>
              <a:chExt cx="740520" cy="123069"/>
            </a:xfrm>
          </p:grpSpPr>
          <p:sp>
            <p:nvSpPr>
              <p:cNvPr id="71" name="Google Shape;71;p15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15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15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/>
          <p:nvPr/>
        </p:nvSpPr>
        <p:spPr>
          <a:xfrm>
            <a:off x="233600" y="202350"/>
            <a:ext cx="86769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/>
          <p:nvPr/>
        </p:nvSpPr>
        <p:spPr>
          <a:xfrm flipH="1">
            <a:off x="508594" y="4014123"/>
            <a:ext cx="719583" cy="713534"/>
          </a:xfrm>
          <a:custGeom>
            <a:rect b="b" l="l" r="r" t="t"/>
            <a:pathLst>
              <a:path extrusionOk="0" h="20994" w="21172">
                <a:moveTo>
                  <a:pt x="10557" y="5287"/>
                </a:moveTo>
                <a:cubicBezTo>
                  <a:pt x="10729" y="5287"/>
                  <a:pt x="10902" y="5296"/>
                  <a:pt x="11076" y="5315"/>
                </a:cubicBezTo>
                <a:cubicBezTo>
                  <a:pt x="14279" y="5662"/>
                  <a:pt x="16345" y="8822"/>
                  <a:pt x="15373" y="11877"/>
                </a:cubicBezTo>
                <a:cubicBezTo>
                  <a:pt x="14714" y="13983"/>
                  <a:pt x="12722" y="15412"/>
                  <a:pt x="10550" y="15412"/>
                </a:cubicBezTo>
                <a:cubicBezTo>
                  <a:pt x="10376" y="15412"/>
                  <a:pt x="10201" y="15403"/>
                  <a:pt x="10026" y="15384"/>
                </a:cubicBezTo>
                <a:cubicBezTo>
                  <a:pt x="6823" y="15037"/>
                  <a:pt x="4766" y="11877"/>
                  <a:pt x="5729" y="8822"/>
                </a:cubicBezTo>
                <a:cubicBezTo>
                  <a:pt x="6397" y="6723"/>
                  <a:pt x="8390" y="5287"/>
                  <a:pt x="10557" y="5287"/>
                </a:cubicBezTo>
                <a:close/>
                <a:moveTo>
                  <a:pt x="12003" y="0"/>
                </a:moveTo>
                <a:cubicBezTo>
                  <a:pt x="11564" y="0"/>
                  <a:pt x="11175" y="302"/>
                  <a:pt x="11076" y="749"/>
                </a:cubicBezTo>
                <a:lnTo>
                  <a:pt x="10903" y="1582"/>
                </a:lnTo>
                <a:cubicBezTo>
                  <a:pt x="10842" y="1921"/>
                  <a:pt x="10547" y="2155"/>
                  <a:pt x="10199" y="2181"/>
                </a:cubicBezTo>
                <a:cubicBezTo>
                  <a:pt x="9366" y="2216"/>
                  <a:pt x="8542" y="2372"/>
                  <a:pt x="7769" y="2659"/>
                </a:cubicBezTo>
                <a:cubicBezTo>
                  <a:pt x="7686" y="2690"/>
                  <a:pt x="7599" y="2705"/>
                  <a:pt x="7513" y="2705"/>
                </a:cubicBezTo>
                <a:cubicBezTo>
                  <a:pt x="7267" y="2705"/>
                  <a:pt x="7027" y="2582"/>
                  <a:pt x="6892" y="2364"/>
                </a:cubicBezTo>
                <a:lnTo>
                  <a:pt x="6450" y="1678"/>
                </a:lnTo>
                <a:cubicBezTo>
                  <a:pt x="6268" y="1403"/>
                  <a:pt x="5969" y="1257"/>
                  <a:pt x="5664" y="1257"/>
                </a:cubicBezTo>
                <a:cubicBezTo>
                  <a:pt x="5487" y="1257"/>
                  <a:pt x="5307" y="1307"/>
                  <a:pt x="5148" y="1409"/>
                </a:cubicBezTo>
                <a:lnTo>
                  <a:pt x="4323" y="1956"/>
                </a:lnTo>
                <a:cubicBezTo>
                  <a:pt x="3889" y="2233"/>
                  <a:pt x="3767" y="2824"/>
                  <a:pt x="4045" y="3258"/>
                </a:cubicBezTo>
                <a:lnTo>
                  <a:pt x="4852" y="4482"/>
                </a:lnTo>
                <a:cubicBezTo>
                  <a:pt x="4132" y="5176"/>
                  <a:pt x="3542" y="6009"/>
                  <a:pt x="3116" y="6947"/>
                </a:cubicBezTo>
                <a:cubicBezTo>
                  <a:pt x="2998" y="7213"/>
                  <a:pt x="2728" y="7379"/>
                  <a:pt x="2441" y="7379"/>
                </a:cubicBezTo>
                <a:cubicBezTo>
                  <a:pt x="2392" y="7379"/>
                  <a:pt x="2342" y="7374"/>
                  <a:pt x="2292" y="7363"/>
                </a:cubicBezTo>
                <a:lnTo>
                  <a:pt x="1432" y="7190"/>
                </a:lnTo>
                <a:cubicBezTo>
                  <a:pt x="1367" y="7177"/>
                  <a:pt x="1303" y="7170"/>
                  <a:pt x="1239" y="7170"/>
                </a:cubicBezTo>
                <a:cubicBezTo>
                  <a:pt x="801" y="7170"/>
                  <a:pt x="411" y="7472"/>
                  <a:pt x="313" y="7919"/>
                </a:cubicBezTo>
                <a:lnTo>
                  <a:pt x="113" y="8882"/>
                </a:lnTo>
                <a:cubicBezTo>
                  <a:pt x="0" y="9395"/>
                  <a:pt x="330" y="9898"/>
                  <a:pt x="833" y="10002"/>
                </a:cubicBezTo>
                <a:lnTo>
                  <a:pt x="1788" y="10202"/>
                </a:lnTo>
                <a:cubicBezTo>
                  <a:pt x="2118" y="10263"/>
                  <a:pt x="2353" y="10549"/>
                  <a:pt x="2379" y="10879"/>
                </a:cubicBezTo>
                <a:cubicBezTo>
                  <a:pt x="2431" y="11686"/>
                  <a:pt x="2604" y="12467"/>
                  <a:pt x="2873" y="13205"/>
                </a:cubicBezTo>
                <a:cubicBezTo>
                  <a:pt x="2995" y="13526"/>
                  <a:pt x="2873" y="13900"/>
                  <a:pt x="2587" y="14091"/>
                </a:cubicBezTo>
                <a:lnTo>
                  <a:pt x="1762" y="14637"/>
                </a:lnTo>
                <a:cubicBezTo>
                  <a:pt x="1328" y="14915"/>
                  <a:pt x="1207" y="15505"/>
                  <a:pt x="1484" y="15940"/>
                </a:cubicBezTo>
                <a:lnTo>
                  <a:pt x="2031" y="16764"/>
                </a:lnTo>
                <a:cubicBezTo>
                  <a:pt x="2207" y="17039"/>
                  <a:pt x="2508" y="17185"/>
                  <a:pt x="2815" y="17185"/>
                </a:cubicBezTo>
                <a:cubicBezTo>
                  <a:pt x="2993" y="17185"/>
                  <a:pt x="3174" y="17135"/>
                  <a:pt x="3333" y="17033"/>
                </a:cubicBezTo>
                <a:lnTo>
                  <a:pt x="4253" y="16426"/>
                </a:lnTo>
                <a:cubicBezTo>
                  <a:pt x="4378" y="16346"/>
                  <a:pt x="4518" y="16308"/>
                  <a:pt x="4656" y="16308"/>
                </a:cubicBezTo>
                <a:cubicBezTo>
                  <a:pt x="4836" y="16308"/>
                  <a:pt x="5014" y="16372"/>
                  <a:pt x="5156" y="16495"/>
                </a:cubicBezTo>
                <a:cubicBezTo>
                  <a:pt x="5729" y="16990"/>
                  <a:pt x="6371" y="17415"/>
                  <a:pt x="7075" y="17745"/>
                </a:cubicBezTo>
                <a:cubicBezTo>
                  <a:pt x="7387" y="17901"/>
                  <a:pt x="7561" y="18240"/>
                  <a:pt x="7491" y="18570"/>
                </a:cubicBezTo>
                <a:lnTo>
                  <a:pt x="7257" y="19646"/>
                </a:lnTo>
                <a:cubicBezTo>
                  <a:pt x="7153" y="20158"/>
                  <a:pt x="7474" y="20653"/>
                  <a:pt x="7986" y="20766"/>
                </a:cubicBezTo>
                <a:lnTo>
                  <a:pt x="8950" y="20974"/>
                </a:lnTo>
                <a:cubicBezTo>
                  <a:pt x="9014" y="20987"/>
                  <a:pt x="9079" y="20994"/>
                  <a:pt x="9143" y="20994"/>
                </a:cubicBezTo>
                <a:cubicBezTo>
                  <a:pt x="9583" y="20994"/>
                  <a:pt x="9978" y="20692"/>
                  <a:pt x="10069" y="20245"/>
                </a:cubicBezTo>
                <a:lnTo>
                  <a:pt x="10312" y="19108"/>
                </a:lnTo>
                <a:cubicBezTo>
                  <a:pt x="10373" y="18778"/>
                  <a:pt x="10660" y="18526"/>
                  <a:pt x="10989" y="18518"/>
                </a:cubicBezTo>
                <a:cubicBezTo>
                  <a:pt x="11753" y="18474"/>
                  <a:pt x="12500" y="18327"/>
                  <a:pt x="13203" y="18075"/>
                </a:cubicBezTo>
                <a:cubicBezTo>
                  <a:pt x="13285" y="18047"/>
                  <a:pt x="13369" y="18033"/>
                  <a:pt x="13452" y="18033"/>
                </a:cubicBezTo>
                <a:cubicBezTo>
                  <a:pt x="13700" y="18033"/>
                  <a:pt x="13934" y="18155"/>
                  <a:pt x="14071" y="18370"/>
                </a:cubicBezTo>
                <a:lnTo>
                  <a:pt x="14696" y="19325"/>
                </a:lnTo>
                <a:cubicBezTo>
                  <a:pt x="14872" y="19599"/>
                  <a:pt x="15172" y="19745"/>
                  <a:pt x="15479" y="19745"/>
                </a:cubicBezTo>
                <a:cubicBezTo>
                  <a:pt x="15658" y="19745"/>
                  <a:pt x="15838" y="19696"/>
                  <a:pt x="15998" y="19594"/>
                </a:cubicBezTo>
                <a:lnTo>
                  <a:pt x="16822" y="19047"/>
                </a:lnTo>
                <a:cubicBezTo>
                  <a:pt x="17257" y="18769"/>
                  <a:pt x="17369" y="18179"/>
                  <a:pt x="17092" y="17745"/>
                </a:cubicBezTo>
                <a:lnTo>
                  <a:pt x="16458" y="16790"/>
                </a:lnTo>
                <a:cubicBezTo>
                  <a:pt x="16276" y="16512"/>
                  <a:pt x="16310" y="16130"/>
                  <a:pt x="16536" y="15879"/>
                </a:cubicBezTo>
                <a:cubicBezTo>
                  <a:pt x="17048" y="15332"/>
                  <a:pt x="17482" y="14690"/>
                  <a:pt x="17829" y="13995"/>
                </a:cubicBezTo>
                <a:cubicBezTo>
                  <a:pt x="17954" y="13738"/>
                  <a:pt x="18216" y="13580"/>
                  <a:pt x="18494" y="13580"/>
                </a:cubicBezTo>
                <a:cubicBezTo>
                  <a:pt x="18544" y="13580"/>
                  <a:pt x="18595" y="13585"/>
                  <a:pt x="18645" y="13596"/>
                </a:cubicBezTo>
                <a:lnTo>
                  <a:pt x="19704" y="13813"/>
                </a:lnTo>
                <a:cubicBezTo>
                  <a:pt x="19770" y="13824"/>
                  <a:pt x="19835" y="13830"/>
                  <a:pt x="19899" y="13830"/>
                </a:cubicBezTo>
                <a:cubicBezTo>
                  <a:pt x="20372" y="13830"/>
                  <a:pt x="20767" y="13527"/>
                  <a:pt x="20859" y="13075"/>
                </a:cubicBezTo>
                <a:lnTo>
                  <a:pt x="21058" y="12103"/>
                </a:lnTo>
                <a:cubicBezTo>
                  <a:pt x="21171" y="11599"/>
                  <a:pt x="20841" y="11096"/>
                  <a:pt x="20338" y="10992"/>
                </a:cubicBezTo>
                <a:lnTo>
                  <a:pt x="19314" y="10775"/>
                </a:lnTo>
                <a:cubicBezTo>
                  <a:pt x="18975" y="10705"/>
                  <a:pt x="18741" y="10419"/>
                  <a:pt x="18732" y="10063"/>
                </a:cubicBezTo>
                <a:cubicBezTo>
                  <a:pt x="18706" y="9264"/>
                  <a:pt x="18559" y="8483"/>
                  <a:pt x="18307" y="7745"/>
                </a:cubicBezTo>
                <a:cubicBezTo>
                  <a:pt x="18194" y="7424"/>
                  <a:pt x="18315" y="7068"/>
                  <a:pt x="18593" y="6886"/>
                </a:cubicBezTo>
                <a:lnTo>
                  <a:pt x="19401" y="6357"/>
                </a:lnTo>
                <a:cubicBezTo>
                  <a:pt x="19835" y="6079"/>
                  <a:pt x="19956" y="5488"/>
                  <a:pt x="19670" y="5054"/>
                </a:cubicBezTo>
                <a:lnTo>
                  <a:pt x="19131" y="4230"/>
                </a:lnTo>
                <a:cubicBezTo>
                  <a:pt x="18950" y="3955"/>
                  <a:pt x="18650" y="3806"/>
                  <a:pt x="18345" y="3806"/>
                </a:cubicBezTo>
                <a:cubicBezTo>
                  <a:pt x="18168" y="3806"/>
                  <a:pt x="17989" y="3856"/>
                  <a:pt x="17829" y="3961"/>
                </a:cubicBezTo>
                <a:lnTo>
                  <a:pt x="17057" y="4473"/>
                </a:lnTo>
                <a:cubicBezTo>
                  <a:pt x="16930" y="4551"/>
                  <a:pt x="16789" y="4590"/>
                  <a:pt x="16650" y="4590"/>
                </a:cubicBezTo>
                <a:cubicBezTo>
                  <a:pt x="16467" y="4590"/>
                  <a:pt x="16285" y="4523"/>
                  <a:pt x="16137" y="4395"/>
                </a:cubicBezTo>
                <a:cubicBezTo>
                  <a:pt x="15546" y="3839"/>
                  <a:pt x="14869" y="3370"/>
                  <a:pt x="14114" y="3006"/>
                </a:cubicBezTo>
                <a:cubicBezTo>
                  <a:pt x="13810" y="2850"/>
                  <a:pt x="13637" y="2520"/>
                  <a:pt x="13715" y="2181"/>
                </a:cubicBezTo>
                <a:lnTo>
                  <a:pt x="13889" y="1348"/>
                </a:lnTo>
                <a:cubicBezTo>
                  <a:pt x="14001" y="836"/>
                  <a:pt x="13672" y="332"/>
                  <a:pt x="13159" y="228"/>
                </a:cubicBezTo>
                <a:lnTo>
                  <a:pt x="12196" y="20"/>
                </a:lnTo>
                <a:cubicBezTo>
                  <a:pt x="12131" y="7"/>
                  <a:pt x="12066" y="0"/>
                  <a:pt x="120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7" name="Google Shape;77;p16"/>
          <p:cNvGrpSpPr/>
          <p:nvPr/>
        </p:nvGrpSpPr>
        <p:grpSpPr>
          <a:xfrm flipH="1">
            <a:off x="59412" y="3622693"/>
            <a:ext cx="811927" cy="753197"/>
            <a:chOff x="4932662" y="2251593"/>
            <a:chExt cx="811927" cy="753197"/>
          </a:xfrm>
        </p:grpSpPr>
        <p:sp>
          <p:nvSpPr>
            <p:cNvPr id="78" name="Google Shape;78;p16"/>
            <p:cNvSpPr/>
            <p:nvPr/>
          </p:nvSpPr>
          <p:spPr>
            <a:xfrm>
              <a:off x="4932662" y="2251593"/>
              <a:ext cx="811927" cy="753197"/>
            </a:xfrm>
            <a:custGeom>
              <a:rect b="b" l="l" r="r" t="t"/>
              <a:pathLst>
                <a:path extrusionOk="0" h="22161" w="23889">
                  <a:moveTo>
                    <a:pt x="278" y="0"/>
                  </a:moveTo>
                  <a:cubicBezTo>
                    <a:pt x="130" y="0"/>
                    <a:pt x="0" y="122"/>
                    <a:pt x="0" y="286"/>
                  </a:cubicBezTo>
                  <a:lnTo>
                    <a:pt x="0" y="21874"/>
                  </a:lnTo>
                  <a:cubicBezTo>
                    <a:pt x="0" y="22031"/>
                    <a:pt x="122" y="22161"/>
                    <a:pt x="278" y="22161"/>
                  </a:cubicBezTo>
                  <a:lnTo>
                    <a:pt x="23610" y="22161"/>
                  </a:lnTo>
                  <a:cubicBezTo>
                    <a:pt x="23758" y="22161"/>
                    <a:pt x="23888" y="22031"/>
                    <a:pt x="23888" y="21874"/>
                  </a:cubicBezTo>
                  <a:lnTo>
                    <a:pt x="23888" y="286"/>
                  </a:lnTo>
                  <a:cubicBezTo>
                    <a:pt x="23888" y="130"/>
                    <a:pt x="23775" y="0"/>
                    <a:pt x="236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6"/>
            <p:cNvSpPr/>
            <p:nvPr/>
          </p:nvSpPr>
          <p:spPr>
            <a:xfrm>
              <a:off x="4968044" y="2360729"/>
              <a:ext cx="740826" cy="592436"/>
            </a:xfrm>
            <a:custGeom>
              <a:rect b="b" l="l" r="r" t="t"/>
              <a:pathLst>
                <a:path extrusionOk="0" h="17431" w="21797">
                  <a:moveTo>
                    <a:pt x="209" y="1"/>
                  </a:moveTo>
                  <a:cubicBezTo>
                    <a:pt x="96" y="1"/>
                    <a:pt x="1" y="88"/>
                    <a:pt x="1" y="209"/>
                  </a:cubicBezTo>
                  <a:lnTo>
                    <a:pt x="1" y="17222"/>
                  </a:lnTo>
                  <a:cubicBezTo>
                    <a:pt x="1" y="17335"/>
                    <a:pt x="88" y="17431"/>
                    <a:pt x="209" y="17431"/>
                  </a:cubicBezTo>
                  <a:lnTo>
                    <a:pt x="21588" y="17431"/>
                  </a:lnTo>
                  <a:cubicBezTo>
                    <a:pt x="21710" y="17431"/>
                    <a:pt x="21797" y="17335"/>
                    <a:pt x="21797" y="17222"/>
                  </a:cubicBezTo>
                  <a:lnTo>
                    <a:pt x="21797" y="209"/>
                  </a:lnTo>
                  <a:cubicBezTo>
                    <a:pt x="21797" y="105"/>
                    <a:pt x="21710" y="1"/>
                    <a:pt x="215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6"/>
            <p:cNvSpPr/>
            <p:nvPr/>
          </p:nvSpPr>
          <p:spPr>
            <a:xfrm>
              <a:off x="4981334" y="2284901"/>
              <a:ext cx="41907" cy="41941"/>
            </a:xfrm>
            <a:custGeom>
              <a:rect b="b" l="l" r="r" t="t"/>
              <a:pathLst>
                <a:path extrusionOk="0" h="1234" w="1233">
                  <a:moveTo>
                    <a:pt x="617" y="1"/>
                  </a:moveTo>
                  <a:cubicBezTo>
                    <a:pt x="278" y="1"/>
                    <a:pt x="0" y="270"/>
                    <a:pt x="0" y="617"/>
                  </a:cubicBezTo>
                  <a:cubicBezTo>
                    <a:pt x="0" y="956"/>
                    <a:pt x="269" y="1234"/>
                    <a:pt x="617" y="1234"/>
                  </a:cubicBezTo>
                  <a:cubicBezTo>
                    <a:pt x="955" y="1234"/>
                    <a:pt x="1233" y="964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6"/>
            <p:cNvSpPr/>
            <p:nvPr/>
          </p:nvSpPr>
          <p:spPr>
            <a:xfrm>
              <a:off x="5052709" y="2284901"/>
              <a:ext cx="42246" cy="41941"/>
            </a:xfrm>
            <a:custGeom>
              <a:rect b="b" l="l" r="r" t="t"/>
              <a:pathLst>
                <a:path extrusionOk="0" h="1234" w="1243">
                  <a:moveTo>
                    <a:pt x="617" y="1"/>
                  </a:moveTo>
                  <a:cubicBezTo>
                    <a:pt x="279" y="1"/>
                    <a:pt x="1" y="279"/>
                    <a:pt x="1" y="617"/>
                  </a:cubicBezTo>
                  <a:cubicBezTo>
                    <a:pt x="1" y="956"/>
                    <a:pt x="279" y="1234"/>
                    <a:pt x="617" y="1234"/>
                  </a:cubicBezTo>
                  <a:cubicBezTo>
                    <a:pt x="964" y="1234"/>
                    <a:pt x="1242" y="956"/>
                    <a:pt x="1242" y="617"/>
                  </a:cubicBezTo>
                  <a:cubicBezTo>
                    <a:pt x="1242" y="279"/>
                    <a:pt x="964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6"/>
            <p:cNvSpPr/>
            <p:nvPr/>
          </p:nvSpPr>
          <p:spPr>
            <a:xfrm>
              <a:off x="5124425" y="2284901"/>
              <a:ext cx="41907" cy="41941"/>
            </a:xfrm>
            <a:custGeom>
              <a:rect b="b" l="l" r="r" t="t"/>
              <a:pathLst>
                <a:path extrusionOk="0" h="1234" w="1233">
                  <a:moveTo>
                    <a:pt x="617" y="1"/>
                  </a:moveTo>
                  <a:cubicBezTo>
                    <a:pt x="278" y="1"/>
                    <a:pt x="0" y="279"/>
                    <a:pt x="0" y="617"/>
                  </a:cubicBezTo>
                  <a:cubicBezTo>
                    <a:pt x="0" y="956"/>
                    <a:pt x="278" y="1234"/>
                    <a:pt x="617" y="1234"/>
                  </a:cubicBezTo>
                  <a:cubicBezTo>
                    <a:pt x="955" y="1234"/>
                    <a:pt x="1233" y="956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b="1"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b="1"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b="1"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b="1"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b="1"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b="1"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b="1"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b="1"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b="1"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7.png"/><Relationship Id="rId7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22.png"/><Relationship Id="rId8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11.png"/><Relationship Id="rId7" Type="http://schemas.openxmlformats.org/officeDocument/2006/relationships/image" Target="../media/image2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2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/>
          <p:nvPr/>
        </p:nvSpPr>
        <p:spPr>
          <a:xfrm>
            <a:off x="4343375" y="984200"/>
            <a:ext cx="4800782" cy="3164929"/>
          </a:xfrm>
          <a:custGeom>
            <a:rect b="b" l="l" r="r" t="t"/>
            <a:pathLst>
              <a:path extrusionOk="0" h="98305" w="154814">
                <a:moveTo>
                  <a:pt x="16988" y="98305"/>
                </a:moveTo>
                <a:cubicBezTo>
                  <a:pt x="16988" y="98305"/>
                  <a:pt x="1" y="63514"/>
                  <a:pt x="12570" y="47247"/>
                </a:cubicBezTo>
                <a:cubicBezTo>
                  <a:pt x="25313" y="30764"/>
                  <a:pt x="33949" y="39157"/>
                  <a:pt x="46510" y="33324"/>
                </a:cubicBezTo>
                <a:cubicBezTo>
                  <a:pt x="59087" y="27482"/>
                  <a:pt x="60155" y="3264"/>
                  <a:pt x="85354" y="1624"/>
                </a:cubicBezTo>
                <a:cubicBezTo>
                  <a:pt x="110561" y="1"/>
                  <a:pt x="154813" y="19948"/>
                  <a:pt x="131290" y="97792"/>
                </a:cubicBezTo>
                <a:close/>
              </a:path>
            </a:pathLst>
          </a:custGeom>
          <a:solidFill>
            <a:srgbClr val="FFFFFF">
              <a:alpha val="215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7"/>
          <p:cNvSpPr txBox="1"/>
          <p:nvPr>
            <p:ph type="ctrTitle"/>
          </p:nvPr>
        </p:nvSpPr>
        <p:spPr>
          <a:xfrm>
            <a:off x="720000" y="1657350"/>
            <a:ext cx="4023300" cy="182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700"/>
              <a:t>Aprendendo a usar o Google Sheets</a:t>
            </a:r>
            <a:endParaRPr sz="4700"/>
          </a:p>
        </p:txBody>
      </p:sp>
      <p:sp>
        <p:nvSpPr>
          <p:cNvPr id="89" name="Google Shape;89;p17"/>
          <p:cNvSpPr/>
          <p:nvPr/>
        </p:nvSpPr>
        <p:spPr>
          <a:xfrm>
            <a:off x="7126281" y="1543700"/>
            <a:ext cx="1116965" cy="1116693"/>
          </a:xfrm>
          <a:custGeom>
            <a:rect b="b" l="l" r="r" t="t"/>
            <a:pathLst>
              <a:path extrusionOk="0" h="32856" w="32864">
                <a:moveTo>
                  <a:pt x="16332" y="8338"/>
                </a:moveTo>
                <a:cubicBezTo>
                  <a:pt x="20936" y="8338"/>
                  <a:pt x="24625" y="12290"/>
                  <a:pt x="24149" y="16997"/>
                </a:cubicBezTo>
                <a:cubicBezTo>
                  <a:pt x="23784" y="20686"/>
                  <a:pt x="20807" y="23654"/>
                  <a:pt x="17135" y="24019"/>
                </a:cubicBezTo>
                <a:cubicBezTo>
                  <a:pt x="16867" y="24045"/>
                  <a:pt x="16602" y="24058"/>
                  <a:pt x="16340" y="24058"/>
                </a:cubicBezTo>
                <a:cubicBezTo>
                  <a:pt x="11729" y="24058"/>
                  <a:pt x="8047" y="20106"/>
                  <a:pt x="8515" y="15399"/>
                </a:cubicBezTo>
                <a:cubicBezTo>
                  <a:pt x="8889" y="11719"/>
                  <a:pt x="11857" y="8750"/>
                  <a:pt x="15538" y="8377"/>
                </a:cubicBezTo>
                <a:cubicBezTo>
                  <a:pt x="15805" y="8351"/>
                  <a:pt x="16070" y="8338"/>
                  <a:pt x="16332" y="8338"/>
                </a:cubicBezTo>
                <a:close/>
                <a:moveTo>
                  <a:pt x="15546" y="1"/>
                </a:moveTo>
                <a:cubicBezTo>
                  <a:pt x="14748" y="1"/>
                  <a:pt x="14079" y="652"/>
                  <a:pt x="14079" y="1468"/>
                </a:cubicBezTo>
                <a:lnTo>
                  <a:pt x="14079" y="2796"/>
                </a:lnTo>
                <a:cubicBezTo>
                  <a:pt x="14079" y="3325"/>
                  <a:pt x="13715" y="3777"/>
                  <a:pt x="13203" y="3907"/>
                </a:cubicBezTo>
                <a:cubicBezTo>
                  <a:pt x="11935" y="4228"/>
                  <a:pt x="10755" y="4731"/>
                  <a:pt x="9670" y="5408"/>
                </a:cubicBezTo>
                <a:cubicBezTo>
                  <a:pt x="9479" y="5524"/>
                  <a:pt x="9265" y="5581"/>
                  <a:pt x="9052" y="5581"/>
                </a:cubicBezTo>
                <a:cubicBezTo>
                  <a:pt x="8752" y="5581"/>
                  <a:pt x="8456" y="5467"/>
                  <a:pt x="8238" y="5244"/>
                </a:cubicBezTo>
                <a:lnTo>
                  <a:pt x="7344" y="4349"/>
                </a:lnTo>
                <a:cubicBezTo>
                  <a:pt x="7057" y="4063"/>
                  <a:pt x="6684" y="3920"/>
                  <a:pt x="6312" y="3920"/>
                </a:cubicBezTo>
                <a:cubicBezTo>
                  <a:pt x="5940" y="3920"/>
                  <a:pt x="5569" y="4063"/>
                  <a:pt x="5286" y="4349"/>
                </a:cubicBezTo>
                <a:lnTo>
                  <a:pt x="4201" y="5434"/>
                </a:lnTo>
                <a:cubicBezTo>
                  <a:pt x="3620" y="6016"/>
                  <a:pt x="3620" y="6936"/>
                  <a:pt x="4201" y="7500"/>
                </a:cubicBezTo>
                <a:lnTo>
                  <a:pt x="5807" y="9106"/>
                </a:lnTo>
                <a:cubicBezTo>
                  <a:pt x="4939" y="10382"/>
                  <a:pt x="4297" y="11841"/>
                  <a:pt x="3950" y="13403"/>
                </a:cubicBezTo>
                <a:cubicBezTo>
                  <a:pt x="3828" y="13932"/>
                  <a:pt x="3359" y="14306"/>
                  <a:pt x="2821" y="14306"/>
                </a:cubicBezTo>
                <a:lnTo>
                  <a:pt x="1467" y="14306"/>
                </a:lnTo>
                <a:cubicBezTo>
                  <a:pt x="660" y="14306"/>
                  <a:pt x="0" y="14957"/>
                  <a:pt x="0" y="15764"/>
                </a:cubicBezTo>
                <a:lnTo>
                  <a:pt x="0" y="17300"/>
                </a:lnTo>
                <a:cubicBezTo>
                  <a:pt x="0" y="18099"/>
                  <a:pt x="651" y="18759"/>
                  <a:pt x="1467" y="18759"/>
                </a:cubicBezTo>
                <a:lnTo>
                  <a:pt x="2986" y="18759"/>
                </a:lnTo>
                <a:cubicBezTo>
                  <a:pt x="3507" y="18759"/>
                  <a:pt x="3958" y="19106"/>
                  <a:pt x="4089" y="19609"/>
                </a:cubicBezTo>
                <a:cubicBezTo>
                  <a:pt x="4427" y="20816"/>
                  <a:pt x="4939" y="21953"/>
                  <a:pt x="5590" y="22986"/>
                </a:cubicBezTo>
                <a:cubicBezTo>
                  <a:pt x="5877" y="23437"/>
                  <a:pt x="5816" y="24036"/>
                  <a:pt x="5434" y="24427"/>
                </a:cubicBezTo>
                <a:lnTo>
                  <a:pt x="4349" y="25512"/>
                </a:lnTo>
                <a:cubicBezTo>
                  <a:pt x="3776" y="26085"/>
                  <a:pt x="3776" y="27005"/>
                  <a:pt x="4349" y="27569"/>
                </a:cubicBezTo>
                <a:lnTo>
                  <a:pt x="5434" y="28654"/>
                </a:lnTo>
                <a:cubicBezTo>
                  <a:pt x="5720" y="28945"/>
                  <a:pt x="6096" y="29090"/>
                  <a:pt x="6470" y="29090"/>
                </a:cubicBezTo>
                <a:cubicBezTo>
                  <a:pt x="6845" y="29090"/>
                  <a:pt x="7218" y="28945"/>
                  <a:pt x="7500" y="28654"/>
                </a:cubicBezTo>
                <a:lnTo>
                  <a:pt x="8698" y="27456"/>
                </a:lnTo>
                <a:cubicBezTo>
                  <a:pt x="8924" y="27230"/>
                  <a:pt x="9220" y="27113"/>
                  <a:pt x="9518" y="27113"/>
                </a:cubicBezTo>
                <a:cubicBezTo>
                  <a:pt x="9713" y="27113"/>
                  <a:pt x="9908" y="27163"/>
                  <a:pt x="10087" y="27265"/>
                </a:cubicBezTo>
                <a:cubicBezTo>
                  <a:pt x="11120" y="27847"/>
                  <a:pt x="12231" y="28290"/>
                  <a:pt x="13411" y="28559"/>
                </a:cubicBezTo>
                <a:cubicBezTo>
                  <a:pt x="13932" y="28680"/>
                  <a:pt x="14305" y="29149"/>
                  <a:pt x="14305" y="29687"/>
                </a:cubicBezTo>
                <a:lnTo>
                  <a:pt x="14305" y="31388"/>
                </a:lnTo>
                <a:cubicBezTo>
                  <a:pt x="14305" y="32196"/>
                  <a:pt x="14956" y="32855"/>
                  <a:pt x="15772" y="32855"/>
                </a:cubicBezTo>
                <a:lnTo>
                  <a:pt x="17300" y="32855"/>
                </a:lnTo>
                <a:cubicBezTo>
                  <a:pt x="18107" y="32855"/>
                  <a:pt x="18767" y="32204"/>
                  <a:pt x="18767" y="31388"/>
                </a:cubicBezTo>
                <a:lnTo>
                  <a:pt x="18767" y="29583"/>
                </a:lnTo>
                <a:cubicBezTo>
                  <a:pt x="18767" y="29062"/>
                  <a:pt x="19114" y="28602"/>
                  <a:pt x="19626" y="28463"/>
                </a:cubicBezTo>
                <a:cubicBezTo>
                  <a:pt x="20772" y="28159"/>
                  <a:pt x="21848" y="27691"/>
                  <a:pt x="22847" y="27092"/>
                </a:cubicBezTo>
                <a:cubicBezTo>
                  <a:pt x="23033" y="26983"/>
                  <a:pt x="23240" y="26929"/>
                  <a:pt x="23445" y="26929"/>
                </a:cubicBezTo>
                <a:cubicBezTo>
                  <a:pt x="23746" y="26929"/>
                  <a:pt x="24043" y="27044"/>
                  <a:pt x="24270" y="27265"/>
                </a:cubicBezTo>
                <a:lnTo>
                  <a:pt x="25520" y="28515"/>
                </a:lnTo>
                <a:cubicBezTo>
                  <a:pt x="25807" y="28802"/>
                  <a:pt x="26180" y="28945"/>
                  <a:pt x="26552" y="28945"/>
                </a:cubicBezTo>
                <a:cubicBezTo>
                  <a:pt x="26924" y="28945"/>
                  <a:pt x="27295" y="28802"/>
                  <a:pt x="27577" y="28515"/>
                </a:cubicBezTo>
                <a:lnTo>
                  <a:pt x="28662" y="27430"/>
                </a:lnTo>
                <a:cubicBezTo>
                  <a:pt x="29235" y="26857"/>
                  <a:pt x="29235" y="25937"/>
                  <a:pt x="28662" y="25373"/>
                </a:cubicBezTo>
                <a:lnTo>
                  <a:pt x="27404" y="24114"/>
                </a:lnTo>
                <a:cubicBezTo>
                  <a:pt x="27022" y="23732"/>
                  <a:pt x="26961" y="23160"/>
                  <a:pt x="27230" y="22700"/>
                </a:cubicBezTo>
                <a:cubicBezTo>
                  <a:pt x="27829" y="21693"/>
                  <a:pt x="28298" y="20599"/>
                  <a:pt x="28602" y="19436"/>
                </a:cubicBezTo>
                <a:cubicBezTo>
                  <a:pt x="28732" y="18924"/>
                  <a:pt x="29183" y="18568"/>
                  <a:pt x="29713" y="18568"/>
                </a:cubicBezTo>
                <a:lnTo>
                  <a:pt x="31397" y="18568"/>
                </a:lnTo>
                <a:cubicBezTo>
                  <a:pt x="32213" y="18533"/>
                  <a:pt x="32864" y="17882"/>
                  <a:pt x="32864" y="17075"/>
                </a:cubicBezTo>
                <a:lnTo>
                  <a:pt x="32864" y="15538"/>
                </a:lnTo>
                <a:cubicBezTo>
                  <a:pt x="32864" y="14740"/>
                  <a:pt x="32213" y="14080"/>
                  <a:pt x="31397" y="14080"/>
                </a:cubicBezTo>
                <a:lnTo>
                  <a:pt x="29773" y="14080"/>
                </a:lnTo>
                <a:cubicBezTo>
                  <a:pt x="29244" y="14080"/>
                  <a:pt x="28775" y="13707"/>
                  <a:pt x="28654" y="13186"/>
                </a:cubicBezTo>
                <a:cubicBezTo>
                  <a:pt x="28359" y="11971"/>
                  <a:pt x="27898" y="10834"/>
                  <a:pt x="27273" y="9792"/>
                </a:cubicBezTo>
                <a:cubicBezTo>
                  <a:pt x="27004" y="9332"/>
                  <a:pt x="27083" y="8759"/>
                  <a:pt x="27447" y="8394"/>
                </a:cubicBezTo>
                <a:lnTo>
                  <a:pt x="28506" y="7335"/>
                </a:lnTo>
                <a:cubicBezTo>
                  <a:pt x="29079" y="6763"/>
                  <a:pt x="29079" y="5842"/>
                  <a:pt x="28506" y="5278"/>
                </a:cubicBezTo>
                <a:lnTo>
                  <a:pt x="27421" y="4193"/>
                </a:lnTo>
                <a:cubicBezTo>
                  <a:pt x="27130" y="3907"/>
                  <a:pt x="26755" y="3764"/>
                  <a:pt x="26382" y="3764"/>
                </a:cubicBezTo>
                <a:cubicBezTo>
                  <a:pt x="26008" y="3764"/>
                  <a:pt x="25637" y="3907"/>
                  <a:pt x="25355" y="4193"/>
                </a:cubicBezTo>
                <a:lnTo>
                  <a:pt x="24340" y="5209"/>
                </a:lnTo>
                <a:cubicBezTo>
                  <a:pt x="24115" y="5433"/>
                  <a:pt x="23819" y="5550"/>
                  <a:pt x="23522" y="5550"/>
                </a:cubicBezTo>
                <a:cubicBezTo>
                  <a:pt x="23312" y="5550"/>
                  <a:pt x="23102" y="5492"/>
                  <a:pt x="22916" y="5374"/>
                </a:cubicBezTo>
                <a:cubicBezTo>
                  <a:pt x="21840" y="4723"/>
                  <a:pt x="20668" y="4228"/>
                  <a:pt x="19409" y="3907"/>
                </a:cubicBezTo>
                <a:cubicBezTo>
                  <a:pt x="18897" y="3777"/>
                  <a:pt x="18541" y="3325"/>
                  <a:pt x="18541" y="2796"/>
                </a:cubicBezTo>
                <a:lnTo>
                  <a:pt x="18541" y="1468"/>
                </a:lnTo>
                <a:cubicBezTo>
                  <a:pt x="18541" y="669"/>
                  <a:pt x="17890" y="1"/>
                  <a:pt x="17074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7"/>
          <p:cNvSpPr/>
          <p:nvPr/>
        </p:nvSpPr>
        <p:spPr>
          <a:xfrm>
            <a:off x="8010185" y="2181530"/>
            <a:ext cx="719583" cy="713534"/>
          </a:xfrm>
          <a:custGeom>
            <a:rect b="b" l="l" r="r" t="t"/>
            <a:pathLst>
              <a:path extrusionOk="0" h="20994" w="21172">
                <a:moveTo>
                  <a:pt x="10557" y="5287"/>
                </a:moveTo>
                <a:cubicBezTo>
                  <a:pt x="10729" y="5287"/>
                  <a:pt x="10902" y="5296"/>
                  <a:pt x="11076" y="5315"/>
                </a:cubicBezTo>
                <a:cubicBezTo>
                  <a:pt x="14279" y="5662"/>
                  <a:pt x="16345" y="8822"/>
                  <a:pt x="15373" y="11877"/>
                </a:cubicBezTo>
                <a:cubicBezTo>
                  <a:pt x="14714" y="13983"/>
                  <a:pt x="12722" y="15412"/>
                  <a:pt x="10550" y="15412"/>
                </a:cubicBezTo>
                <a:cubicBezTo>
                  <a:pt x="10376" y="15412"/>
                  <a:pt x="10201" y="15403"/>
                  <a:pt x="10026" y="15384"/>
                </a:cubicBezTo>
                <a:cubicBezTo>
                  <a:pt x="6823" y="15037"/>
                  <a:pt x="4766" y="11877"/>
                  <a:pt x="5729" y="8822"/>
                </a:cubicBezTo>
                <a:cubicBezTo>
                  <a:pt x="6397" y="6723"/>
                  <a:pt x="8390" y="5287"/>
                  <a:pt x="10557" y="5287"/>
                </a:cubicBezTo>
                <a:close/>
                <a:moveTo>
                  <a:pt x="12003" y="0"/>
                </a:moveTo>
                <a:cubicBezTo>
                  <a:pt x="11564" y="0"/>
                  <a:pt x="11175" y="302"/>
                  <a:pt x="11076" y="749"/>
                </a:cubicBezTo>
                <a:lnTo>
                  <a:pt x="10903" y="1582"/>
                </a:lnTo>
                <a:cubicBezTo>
                  <a:pt x="10842" y="1921"/>
                  <a:pt x="10547" y="2155"/>
                  <a:pt x="10199" y="2181"/>
                </a:cubicBezTo>
                <a:cubicBezTo>
                  <a:pt x="9366" y="2216"/>
                  <a:pt x="8542" y="2372"/>
                  <a:pt x="7769" y="2659"/>
                </a:cubicBezTo>
                <a:cubicBezTo>
                  <a:pt x="7686" y="2690"/>
                  <a:pt x="7599" y="2705"/>
                  <a:pt x="7513" y="2705"/>
                </a:cubicBezTo>
                <a:cubicBezTo>
                  <a:pt x="7267" y="2705"/>
                  <a:pt x="7027" y="2582"/>
                  <a:pt x="6892" y="2364"/>
                </a:cubicBezTo>
                <a:lnTo>
                  <a:pt x="6450" y="1678"/>
                </a:lnTo>
                <a:cubicBezTo>
                  <a:pt x="6268" y="1403"/>
                  <a:pt x="5969" y="1257"/>
                  <a:pt x="5664" y="1257"/>
                </a:cubicBezTo>
                <a:cubicBezTo>
                  <a:pt x="5487" y="1257"/>
                  <a:pt x="5307" y="1307"/>
                  <a:pt x="5148" y="1409"/>
                </a:cubicBezTo>
                <a:lnTo>
                  <a:pt x="4323" y="1956"/>
                </a:lnTo>
                <a:cubicBezTo>
                  <a:pt x="3889" y="2233"/>
                  <a:pt x="3767" y="2824"/>
                  <a:pt x="4045" y="3258"/>
                </a:cubicBezTo>
                <a:lnTo>
                  <a:pt x="4852" y="4482"/>
                </a:lnTo>
                <a:cubicBezTo>
                  <a:pt x="4132" y="5176"/>
                  <a:pt x="3542" y="6009"/>
                  <a:pt x="3116" y="6947"/>
                </a:cubicBezTo>
                <a:cubicBezTo>
                  <a:pt x="2998" y="7213"/>
                  <a:pt x="2728" y="7379"/>
                  <a:pt x="2441" y="7379"/>
                </a:cubicBezTo>
                <a:cubicBezTo>
                  <a:pt x="2392" y="7379"/>
                  <a:pt x="2342" y="7374"/>
                  <a:pt x="2292" y="7363"/>
                </a:cubicBezTo>
                <a:lnTo>
                  <a:pt x="1432" y="7190"/>
                </a:lnTo>
                <a:cubicBezTo>
                  <a:pt x="1367" y="7177"/>
                  <a:pt x="1303" y="7170"/>
                  <a:pt x="1239" y="7170"/>
                </a:cubicBezTo>
                <a:cubicBezTo>
                  <a:pt x="801" y="7170"/>
                  <a:pt x="411" y="7472"/>
                  <a:pt x="313" y="7919"/>
                </a:cubicBezTo>
                <a:lnTo>
                  <a:pt x="113" y="8882"/>
                </a:lnTo>
                <a:cubicBezTo>
                  <a:pt x="0" y="9395"/>
                  <a:pt x="330" y="9898"/>
                  <a:pt x="833" y="10002"/>
                </a:cubicBezTo>
                <a:lnTo>
                  <a:pt x="1788" y="10202"/>
                </a:lnTo>
                <a:cubicBezTo>
                  <a:pt x="2118" y="10263"/>
                  <a:pt x="2353" y="10549"/>
                  <a:pt x="2379" y="10879"/>
                </a:cubicBezTo>
                <a:cubicBezTo>
                  <a:pt x="2431" y="11686"/>
                  <a:pt x="2604" y="12467"/>
                  <a:pt x="2873" y="13205"/>
                </a:cubicBezTo>
                <a:cubicBezTo>
                  <a:pt x="2995" y="13526"/>
                  <a:pt x="2873" y="13900"/>
                  <a:pt x="2587" y="14091"/>
                </a:cubicBezTo>
                <a:lnTo>
                  <a:pt x="1762" y="14637"/>
                </a:lnTo>
                <a:cubicBezTo>
                  <a:pt x="1328" y="14915"/>
                  <a:pt x="1207" y="15505"/>
                  <a:pt x="1484" y="15940"/>
                </a:cubicBezTo>
                <a:lnTo>
                  <a:pt x="2031" y="16764"/>
                </a:lnTo>
                <a:cubicBezTo>
                  <a:pt x="2207" y="17039"/>
                  <a:pt x="2508" y="17185"/>
                  <a:pt x="2815" y="17185"/>
                </a:cubicBezTo>
                <a:cubicBezTo>
                  <a:pt x="2993" y="17185"/>
                  <a:pt x="3174" y="17135"/>
                  <a:pt x="3333" y="17033"/>
                </a:cubicBezTo>
                <a:lnTo>
                  <a:pt x="4253" y="16426"/>
                </a:lnTo>
                <a:cubicBezTo>
                  <a:pt x="4378" y="16346"/>
                  <a:pt x="4518" y="16308"/>
                  <a:pt x="4656" y="16308"/>
                </a:cubicBezTo>
                <a:cubicBezTo>
                  <a:pt x="4836" y="16308"/>
                  <a:pt x="5014" y="16372"/>
                  <a:pt x="5156" y="16495"/>
                </a:cubicBezTo>
                <a:cubicBezTo>
                  <a:pt x="5729" y="16990"/>
                  <a:pt x="6371" y="17415"/>
                  <a:pt x="7075" y="17745"/>
                </a:cubicBezTo>
                <a:cubicBezTo>
                  <a:pt x="7387" y="17901"/>
                  <a:pt x="7561" y="18240"/>
                  <a:pt x="7491" y="18570"/>
                </a:cubicBezTo>
                <a:lnTo>
                  <a:pt x="7257" y="19646"/>
                </a:lnTo>
                <a:cubicBezTo>
                  <a:pt x="7153" y="20158"/>
                  <a:pt x="7474" y="20653"/>
                  <a:pt x="7986" y="20766"/>
                </a:cubicBezTo>
                <a:lnTo>
                  <a:pt x="8950" y="20974"/>
                </a:lnTo>
                <a:cubicBezTo>
                  <a:pt x="9014" y="20987"/>
                  <a:pt x="9079" y="20994"/>
                  <a:pt x="9143" y="20994"/>
                </a:cubicBezTo>
                <a:cubicBezTo>
                  <a:pt x="9583" y="20994"/>
                  <a:pt x="9978" y="20692"/>
                  <a:pt x="10069" y="20245"/>
                </a:cubicBezTo>
                <a:lnTo>
                  <a:pt x="10312" y="19108"/>
                </a:lnTo>
                <a:cubicBezTo>
                  <a:pt x="10373" y="18778"/>
                  <a:pt x="10660" y="18526"/>
                  <a:pt x="10989" y="18518"/>
                </a:cubicBezTo>
                <a:cubicBezTo>
                  <a:pt x="11753" y="18474"/>
                  <a:pt x="12500" y="18327"/>
                  <a:pt x="13203" y="18075"/>
                </a:cubicBezTo>
                <a:cubicBezTo>
                  <a:pt x="13285" y="18047"/>
                  <a:pt x="13369" y="18033"/>
                  <a:pt x="13452" y="18033"/>
                </a:cubicBezTo>
                <a:cubicBezTo>
                  <a:pt x="13700" y="18033"/>
                  <a:pt x="13934" y="18155"/>
                  <a:pt x="14071" y="18370"/>
                </a:cubicBezTo>
                <a:lnTo>
                  <a:pt x="14696" y="19325"/>
                </a:lnTo>
                <a:cubicBezTo>
                  <a:pt x="14872" y="19599"/>
                  <a:pt x="15172" y="19745"/>
                  <a:pt x="15479" y="19745"/>
                </a:cubicBezTo>
                <a:cubicBezTo>
                  <a:pt x="15658" y="19745"/>
                  <a:pt x="15838" y="19696"/>
                  <a:pt x="15998" y="19594"/>
                </a:cubicBezTo>
                <a:lnTo>
                  <a:pt x="16822" y="19047"/>
                </a:lnTo>
                <a:cubicBezTo>
                  <a:pt x="17257" y="18769"/>
                  <a:pt x="17369" y="18179"/>
                  <a:pt x="17092" y="17745"/>
                </a:cubicBezTo>
                <a:lnTo>
                  <a:pt x="16458" y="16790"/>
                </a:lnTo>
                <a:cubicBezTo>
                  <a:pt x="16276" y="16512"/>
                  <a:pt x="16310" y="16130"/>
                  <a:pt x="16536" y="15879"/>
                </a:cubicBezTo>
                <a:cubicBezTo>
                  <a:pt x="17048" y="15332"/>
                  <a:pt x="17482" y="14690"/>
                  <a:pt x="17829" y="13995"/>
                </a:cubicBezTo>
                <a:cubicBezTo>
                  <a:pt x="17954" y="13738"/>
                  <a:pt x="18216" y="13580"/>
                  <a:pt x="18494" y="13580"/>
                </a:cubicBezTo>
                <a:cubicBezTo>
                  <a:pt x="18544" y="13580"/>
                  <a:pt x="18595" y="13585"/>
                  <a:pt x="18645" y="13596"/>
                </a:cubicBezTo>
                <a:lnTo>
                  <a:pt x="19704" y="13813"/>
                </a:lnTo>
                <a:cubicBezTo>
                  <a:pt x="19770" y="13824"/>
                  <a:pt x="19835" y="13830"/>
                  <a:pt x="19899" y="13830"/>
                </a:cubicBezTo>
                <a:cubicBezTo>
                  <a:pt x="20372" y="13830"/>
                  <a:pt x="20767" y="13527"/>
                  <a:pt x="20859" y="13075"/>
                </a:cubicBezTo>
                <a:lnTo>
                  <a:pt x="21058" y="12103"/>
                </a:lnTo>
                <a:cubicBezTo>
                  <a:pt x="21171" y="11599"/>
                  <a:pt x="20841" y="11096"/>
                  <a:pt x="20338" y="10992"/>
                </a:cubicBezTo>
                <a:lnTo>
                  <a:pt x="19314" y="10775"/>
                </a:lnTo>
                <a:cubicBezTo>
                  <a:pt x="18975" y="10705"/>
                  <a:pt x="18741" y="10419"/>
                  <a:pt x="18732" y="10063"/>
                </a:cubicBezTo>
                <a:cubicBezTo>
                  <a:pt x="18706" y="9264"/>
                  <a:pt x="18559" y="8483"/>
                  <a:pt x="18307" y="7745"/>
                </a:cubicBezTo>
                <a:cubicBezTo>
                  <a:pt x="18194" y="7424"/>
                  <a:pt x="18315" y="7068"/>
                  <a:pt x="18593" y="6886"/>
                </a:cubicBezTo>
                <a:lnTo>
                  <a:pt x="19401" y="6357"/>
                </a:lnTo>
                <a:cubicBezTo>
                  <a:pt x="19835" y="6079"/>
                  <a:pt x="19956" y="5488"/>
                  <a:pt x="19670" y="5054"/>
                </a:cubicBezTo>
                <a:lnTo>
                  <a:pt x="19131" y="4230"/>
                </a:lnTo>
                <a:cubicBezTo>
                  <a:pt x="18950" y="3955"/>
                  <a:pt x="18650" y="3806"/>
                  <a:pt x="18345" y="3806"/>
                </a:cubicBezTo>
                <a:cubicBezTo>
                  <a:pt x="18168" y="3806"/>
                  <a:pt x="17989" y="3856"/>
                  <a:pt x="17829" y="3961"/>
                </a:cubicBezTo>
                <a:lnTo>
                  <a:pt x="17057" y="4473"/>
                </a:lnTo>
                <a:cubicBezTo>
                  <a:pt x="16930" y="4551"/>
                  <a:pt x="16789" y="4590"/>
                  <a:pt x="16650" y="4590"/>
                </a:cubicBezTo>
                <a:cubicBezTo>
                  <a:pt x="16467" y="4590"/>
                  <a:pt x="16285" y="4523"/>
                  <a:pt x="16137" y="4395"/>
                </a:cubicBezTo>
                <a:cubicBezTo>
                  <a:pt x="15546" y="3839"/>
                  <a:pt x="14869" y="3370"/>
                  <a:pt x="14114" y="3006"/>
                </a:cubicBezTo>
                <a:cubicBezTo>
                  <a:pt x="13810" y="2850"/>
                  <a:pt x="13637" y="2520"/>
                  <a:pt x="13715" y="2181"/>
                </a:cubicBezTo>
                <a:lnTo>
                  <a:pt x="13889" y="1348"/>
                </a:lnTo>
                <a:cubicBezTo>
                  <a:pt x="14001" y="836"/>
                  <a:pt x="13672" y="332"/>
                  <a:pt x="13159" y="228"/>
                </a:cubicBezTo>
                <a:lnTo>
                  <a:pt x="12196" y="20"/>
                </a:lnTo>
                <a:cubicBezTo>
                  <a:pt x="12131" y="7"/>
                  <a:pt x="12066" y="0"/>
                  <a:pt x="120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7"/>
          <p:cNvSpPr/>
          <p:nvPr/>
        </p:nvSpPr>
        <p:spPr>
          <a:xfrm>
            <a:off x="7169901" y="931488"/>
            <a:ext cx="623977" cy="405403"/>
          </a:xfrm>
          <a:custGeom>
            <a:rect b="b" l="l" r="r" t="t"/>
            <a:pathLst>
              <a:path extrusionOk="0" fill="none" h="11928" w="18359">
                <a:moveTo>
                  <a:pt x="16423" y="5669"/>
                </a:moveTo>
                <a:cubicBezTo>
                  <a:pt x="16527" y="5296"/>
                  <a:pt x="16580" y="4905"/>
                  <a:pt x="16580" y="4506"/>
                </a:cubicBezTo>
                <a:cubicBezTo>
                  <a:pt x="16580" y="2023"/>
                  <a:pt x="14557" y="1"/>
                  <a:pt x="12074" y="1"/>
                </a:cubicBezTo>
                <a:cubicBezTo>
                  <a:pt x="10252" y="1"/>
                  <a:pt x="8680" y="1086"/>
                  <a:pt x="7977" y="2648"/>
                </a:cubicBezTo>
                <a:cubicBezTo>
                  <a:pt x="7387" y="2240"/>
                  <a:pt x="6675" y="1989"/>
                  <a:pt x="5894" y="1989"/>
                </a:cubicBezTo>
                <a:cubicBezTo>
                  <a:pt x="3924" y="1989"/>
                  <a:pt x="2318" y="3569"/>
                  <a:pt x="2292" y="5522"/>
                </a:cubicBezTo>
                <a:cubicBezTo>
                  <a:pt x="964" y="5938"/>
                  <a:pt x="0" y="7188"/>
                  <a:pt x="0" y="8647"/>
                </a:cubicBezTo>
                <a:cubicBezTo>
                  <a:pt x="0" y="10461"/>
                  <a:pt x="1467" y="11928"/>
                  <a:pt x="3273" y="11928"/>
                </a:cubicBezTo>
                <a:lnTo>
                  <a:pt x="15069" y="11928"/>
                </a:lnTo>
                <a:cubicBezTo>
                  <a:pt x="16883" y="11928"/>
                  <a:pt x="18350" y="10461"/>
                  <a:pt x="18350" y="8647"/>
                </a:cubicBezTo>
                <a:cubicBezTo>
                  <a:pt x="18359" y="7318"/>
                  <a:pt x="17569" y="6181"/>
                  <a:pt x="16423" y="5669"/>
                </a:cubicBezTo>
                <a:close/>
              </a:path>
            </a:pathLst>
          </a:custGeom>
          <a:noFill/>
          <a:ln cap="flat" cmpd="sng" w="28575">
            <a:solidFill>
              <a:schemeClr val="lt1"/>
            </a:solidFill>
            <a:prstDash val="solid"/>
            <a:miter lim="868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2" name="Google Shape;92;p17"/>
          <p:cNvGrpSpPr/>
          <p:nvPr/>
        </p:nvGrpSpPr>
        <p:grpSpPr>
          <a:xfrm>
            <a:off x="5219863" y="2093631"/>
            <a:ext cx="2538390" cy="2056394"/>
            <a:chOff x="3780013" y="1888393"/>
            <a:chExt cx="2538390" cy="2056394"/>
          </a:xfrm>
        </p:grpSpPr>
        <p:sp>
          <p:nvSpPr>
            <p:cNvPr id="93" name="Google Shape;93;p17"/>
            <p:cNvSpPr/>
            <p:nvPr/>
          </p:nvSpPr>
          <p:spPr>
            <a:xfrm>
              <a:off x="3780013" y="1888393"/>
              <a:ext cx="2538390" cy="1625894"/>
            </a:xfrm>
            <a:custGeom>
              <a:rect b="b" l="l" r="r" t="t"/>
              <a:pathLst>
                <a:path extrusionOk="0" h="47838" w="74686">
                  <a:moveTo>
                    <a:pt x="348" y="1"/>
                  </a:moveTo>
                  <a:cubicBezTo>
                    <a:pt x="165" y="1"/>
                    <a:pt x="1" y="157"/>
                    <a:pt x="1" y="348"/>
                  </a:cubicBezTo>
                  <a:lnTo>
                    <a:pt x="1" y="47838"/>
                  </a:lnTo>
                  <a:lnTo>
                    <a:pt x="74685" y="47838"/>
                  </a:lnTo>
                  <a:lnTo>
                    <a:pt x="74685" y="348"/>
                  </a:lnTo>
                  <a:cubicBezTo>
                    <a:pt x="74685" y="166"/>
                    <a:pt x="74529" y="1"/>
                    <a:pt x="743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7"/>
            <p:cNvSpPr/>
            <p:nvPr/>
          </p:nvSpPr>
          <p:spPr>
            <a:xfrm>
              <a:off x="3897715" y="1988693"/>
              <a:ext cx="2303265" cy="1399911"/>
            </a:xfrm>
            <a:custGeom>
              <a:rect b="b" l="l" r="r" t="t"/>
              <a:pathLst>
                <a:path extrusionOk="0" h="41189" w="67768">
                  <a:moveTo>
                    <a:pt x="348" y="1"/>
                  </a:moveTo>
                  <a:cubicBezTo>
                    <a:pt x="166" y="1"/>
                    <a:pt x="1" y="157"/>
                    <a:pt x="1" y="348"/>
                  </a:cubicBezTo>
                  <a:lnTo>
                    <a:pt x="1" y="40842"/>
                  </a:lnTo>
                  <a:cubicBezTo>
                    <a:pt x="1" y="41024"/>
                    <a:pt x="149" y="41189"/>
                    <a:pt x="348" y="41189"/>
                  </a:cubicBezTo>
                  <a:lnTo>
                    <a:pt x="67420" y="41189"/>
                  </a:lnTo>
                  <a:cubicBezTo>
                    <a:pt x="67620" y="41189"/>
                    <a:pt x="67768" y="41024"/>
                    <a:pt x="67768" y="40833"/>
                  </a:cubicBezTo>
                  <a:lnTo>
                    <a:pt x="67768" y="348"/>
                  </a:lnTo>
                  <a:cubicBezTo>
                    <a:pt x="67768" y="166"/>
                    <a:pt x="67620" y="1"/>
                    <a:pt x="674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7"/>
            <p:cNvSpPr/>
            <p:nvPr/>
          </p:nvSpPr>
          <p:spPr>
            <a:xfrm>
              <a:off x="3897443" y="1988693"/>
              <a:ext cx="2219180" cy="1399911"/>
            </a:xfrm>
            <a:custGeom>
              <a:rect b="b" l="l" r="r" t="t"/>
              <a:pathLst>
                <a:path extrusionOk="0" h="41189" w="65294">
                  <a:moveTo>
                    <a:pt x="938" y="1"/>
                  </a:moveTo>
                  <a:cubicBezTo>
                    <a:pt x="417" y="1"/>
                    <a:pt x="0" y="426"/>
                    <a:pt x="0" y="947"/>
                  </a:cubicBezTo>
                  <a:lnTo>
                    <a:pt x="0" y="40243"/>
                  </a:lnTo>
                  <a:cubicBezTo>
                    <a:pt x="0" y="40763"/>
                    <a:pt x="417" y="41189"/>
                    <a:pt x="938" y="41189"/>
                  </a:cubicBezTo>
                  <a:lnTo>
                    <a:pt x="15061" y="41189"/>
                  </a:lnTo>
                  <a:lnTo>
                    <a:pt x="6529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7"/>
            <p:cNvSpPr/>
            <p:nvPr/>
          </p:nvSpPr>
          <p:spPr>
            <a:xfrm>
              <a:off x="5033303" y="1920852"/>
              <a:ext cx="32492" cy="32492"/>
            </a:xfrm>
            <a:custGeom>
              <a:rect b="b" l="l" r="r" t="t"/>
              <a:pathLst>
                <a:path extrusionOk="0" h="956" w="956">
                  <a:moveTo>
                    <a:pt x="478" y="0"/>
                  </a:moveTo>
                  <a:cubicBezTo>
                    <a:pt x="217" y="0"/>
                    <a:pt x="0" y="217"/>
                    <a:pt x="0" y="478"/>
                  </a:cubicBezTo>
                  <a:cubicBezTo>
                    <a:pt x="0" y="738"/>
                    <a:pt x="217" y="955"/>
                    <a:pt x="478" y="955"/>
                  </a:cubicBezTo>
                  <a:cubicBezTo>
                    <a:pt x="738" y="955"/>
                    <a:pt x="955" y="738"/>
                    <a:pt x="955" y="478"/>
                  </a:cubicBezTo>
                  <a:cubicBezTo>
                    <a:pt x="955" y="217"/>
                    <a:pt x="738" y="0"/>
                    <a:pt x="47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7"/>
            <p:cNvSpPr/>
            <p:nvPr/>
          </p:nvSpPr>
          <p:spPr>
            <a:xfrm>
              <a:off x="4113100" y="2170157"/>
              <a:ext cx="839661" cy="42790"/>
            </a:xfrm>
            <a:custGeom>
              <a:rect b="b" l="l" r="r" t="t"/>
              <a:pathLst>
                <a:path extrusionOk="0" h="1259" w="24705">
                  <a:moveTo>
                    <a:pt x="1" y="0"/>
                  </a:moveTo>
                  <a:lnTo>
                    <a:pt x="1" y="1259"/>
                  </a:lnTo>
                  <a:lnTo>
                    <a:pt x="24705" y="1259"/>
                  </a:lnTo>
                  <a:lnTo>
                    <a:pt x="247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7"/>
            <p:cNvSpPr/>
            <p:nvPr/>
          </p:nvSpPr>
          <p:spPr>
            <a:xfrm>
              <a:off x="4113100" y="2397607"/>
              <a:ext cx="839661" cy="42824"/>
            </a:xfrm>
            <a:custGeom>
              <a:rect b="b" l="l" r="r" t="t"/>
              <a:pathLst>
                <a:path extrusionOk="0" h="1260" w="24705">
                  <a:moveTo>
                    <a:pt x="1" y="1"/>
                  </a:moveTo>
                  <a:lnTo>
                    <a:pt x="1" y="1259"/>
                  </a:lnTo>
                  <a:lnTo>
                    <a:pt x="24705" y="1259"/>
                  </a:lnTo>
                  <a:lnTo>
                    <a:pt x="2470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7"/>
            <p:cNvSpPr/>
            <p:nvPr/>
          </p:nvSpPr>
          <p:spPr>
            <a:xfrm>
              <a:off x="4113100" y="2246257"/>
              <a:ext cx="489760" cy="42824"/>
            </a:xfrm>
            <a:custGeom>
              <a:rect b="b" l="l" r="r" t="t"/>
              <a:pathLst>
                <a:path extrusionOk="0" h="1260" w="14410">
                  <a:moveTo>
                    <a:pt x="1" y="1"/>
                  </a:moveTo>
                  <a:lnTo>
                    <a:pt x="1" y="1259"/>
                  </a:lnTo>
                  <a:lnTo>
                    <a:pt x="14410" y="1259"/>
                  </a:lnTo>
                  <a:lnTo>
                    <a:pt x="1441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7"/>
            <p:cNvSpPr/>
            <p:nvPr/>
          </p:nvSpPr>
          <p:spPr>
            <a:xfrm>
              <a:off x="4113100" y="2322085"/>
              <a:ext cx="939958" cy="42824"/>
            </a:xfrm>
            <a:custGeom>
              <a:rect b="b" l="l" r="r" t="t"/>
              <a:pathLst>
                <a:path extrusionOk="0" h="1260" w="27656">
                  <a:moveTo>
                    <a:pt x="1" y="1"/>
                  </a:moveTo>
                  <a:lnTo>
                    <a:pt x="1" y="1259"/>
                  </a:lnTo>
                  <a:lnTo>
                    <a:pt x="27656" y="1259"/>
                  </a:lnTo>
                  <a:lnTo>
                    <a:pt x="2765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7"/>
            <p:cNvSpPr/>
            <p:nvPr/>
          </p:nvSpPr>
          <p:spPr>
            <a:xfrm>
              <a:off x="5068685" y="2322085"/>
              <a:ext cx="151992" cy="42824"/>
            </a:xfrm>
            <a:custGeom>
              <a:rect b="b" l="l" r="r" t="t"/>
              <a:pathLst>
                <a:path extrusionOk="0" h="1260" w="4472">
                  <a:moveTo>
                    <a:pt x="1" y="1"/>
                  </a:moveTo>
                  <a:lnTo>
                    <a:pt x="1" y="1259"/>
                  </a:lnTo>
                  <a:lnTo>
                    <a:pt x="4471" y="1259"/>
                  </a:lnTo>
                  <a:lnTo>
                    <a:pt x="447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7"/>
            <p:cNvSpPr/>
            <p:nvPr/>
          </p:nvSpPr>
          <p:spPr>
            <a:xfrm>
              <a:off x="5244541" y="2322085"/>
              <a:ext cx="82352" cy="42824"/>
            </a:xfrm>
            <a:custGeom>
              <a:rect b="b" l="l" r="r" t="t"/>
              <a:pathLst>
                <a:path extrusionOk="0" h="1260" w="2423">
                  <a:moveTo>
                    <a:pt x="0" y="1"/>
                  </a:moveTo>
                  <a:lnTo>
                    <a:pt x="0" y="1259"/>
                  </a:lnTo>
                  <a:lnTo>
                    <a:pt x="2422" y="1259"/>
                  </a:lnTo>
                  <a:lnTo>
                    <a:pt x="24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7"/>
            <p:cNvSpPr/>
            <p:nvPr/>
          </p:nvSpPr>
          <p:spPr>
            <a:xfrm>
              <a:off x="4113100" y="2473740"/>
              <a:ext cx="535779" cy="42790"/>
            </a:xfrm>
            <a:custGeom>
              <a:rect b="b" l="l" r="r" t="t"/>
              <a:pathLst>
                <a:path extrusionOk="0" h="1259" w="15764">
                  <a:moveTo>
                    <a:pt x="1" y="0"/>
                  </a:moveTo>
                  <a:lnTo>
                    <a:pt x="1" y="1259"/>
                  </a:lnTo>
                  <a:lnTo>
                    <a:pt x="15764" y="1259"/>
                  </a:lnTo>
                  <a:lnTo>
                    <a:pt x="157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7"/>
            <p:cNvSpPr/>
            <p:nvPr/>
          </p:nvSpPr>
          <p:spPr>
            <a:xfrm>
              <a:off x="4657425" y="2473740"/>
              <a:ext cx="86770" cy="42790"/>
            </a:xfrm>
            <a:custGeom>
              <a:rect b="b" l="l" r="r" t="t"/>
              <a:pathLst>
                <a:path extrusionOk="0" h="1259" w="2553">
                  <a:moveTo>
                    <a:pt x="1" y="0"/>
                  </a:moveTo>
                  <a:lnTo>
                    <a:pt x="1" y="1259"/>
                  </a:lnTo>
                  <a:lnTo>
                    <a:pt x="2553" y="1259"/>
                  </a:lnTo>
                  <a:lnTo>
                    <a:pt x="25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7"/>
            <p:cNvSpPr/>
            <p:nvPr/>
          </p:nvSpPr>
          <p:spPr>
            <a:xfrm>
              <a:off x="4757724" y="2473740"/>
              <a:ext cx="46971" cy="42790"/>
            </a:xfrm>
            <a:custGeom>
              <a:rect b="b" l="l" r="r" t="t"/>
              <a:pathLst>
                <a:path extrusionOk="0" h="1259" w="1382">
                  <a:moveTo>
                    <a:pt x="1" y="0"/>
                  </a:moveTo>
                  <a:lnTo>
                    <a:pt x="1" y="1259"/>
                  </a:lnTo>
                  <a:lnTo>
                    <a:pt x="1381" y="1259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7"/>
            <p:cNvSpPr/>
            <p:nvPr/>
          </p:nvSpPr>
          <p:spPr>
            <a:xfrm>
              <a:off x="4110755" y="3060821"/>
              <a:ext cx="308607" cy="42824"/>
            </a:xfrm>
            <a:custGeom>
              <a:rect b="b" l="l" r="r" t="t"/>
              <a:pathLst>
                <a:path extrusionOk="0" h="1260" w="9080">
                  <a:moveTo>
                    <a:pt x="0" y="1"/>
                  </a:moveTo>
                  <a:lnTo>
                    <a:pt x="0" y="1260"/>
                  </a:lnTo>
                  <a:lnTo>
                    <a:pt x="9080" y="1260"/>
                  </a:lnTo>
                  <a:lnTo>
                    <a:pt x="908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7"/>
            <p:cNvSpPr/>
            <p:nvPr/>
          </p:nvSpPr>
          <p:spPr>
            <a:xfrm>
              <a:off x="4110755" y="3136649"/>
              <a:ext cx="179998" cy="42824"/>
            </a:xfrm>
            <a:custGeom>
              <a:rect b="b" l="l" r="r" t="t"/>
              <a:pathLst>
                <a:path extrusionOk="0" h="1260" w="5296">
                  <a:moveTo>
                    <a:pt x="0" y="1"/>
                  </a:moveTo>
                  <a:lnTo>
                    <a:pt x="0" y="1259"/>
                  </a:lnTo>
                  <a:lnTo>
                    <a:pt x="5295" y="1259"/>
                  </a:lnTo>
                  <a:lnTo>
                    <a:pt x="5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7"/>
            <p:cNvSpPr/>
            <p:nvPr/>
          </p:nvSpPr>
          <p:spPr>
            <a:xfrm>
              <a:off x="5480250" y="3064390"/>
              <a:ext cx="576224" cy="42790"/>
            </a:xfrm>
            <a:custGeom>
              <a:rect b="b" l="l" r="r" t="t"/>
              <a:pathLst>
                <a:path extrusionOk="0" h="1259" w="16954">
                  <a:moveTo>
                    <a:pt x="1" y="0"/>
                  </a:moveTo>
                  <a:lnTo>
                    <a:pt x="1" y="1259"/>
                  </a:lnTo>
                  <a:lnTo>
                    <a:pt x="16953" y="1259"/>
                  </a:lnTo>
                  <a:lnTo>
                    <a:pt x="169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7"/>
            <p:cNvSpPr/>
            <p:nvPr/>
          </p:nvSpPr>
          <p:spPr>
            <a:xfrm>
              <a:off x="5720413" y="3140490"/>
              <a:ext cx="336068" cy="42824"/>
            </a:xfrm>
            <a:custGeom>
              <a:rect b="b" l="l" r="r" t="t"/>
              <a:pathLst>
                <a:path extrusionOk="0" h="1260" w="9888">
                  <a:moveTo>
                    <a:pt x="1" y="1"/>
                  </a:moveTo>
                  <a:lnTo>
                    <a:pt x="1" y="1259"/>
                  </a:lnTo>
                  <a:lnTo>
                    <a:pt x="9887" y="1259"/>
                  </a:lnTo>
                  <a:lnTo>
                    <a:pt x="98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7"/>
            <p:cNvSpPr/>
            <p:nvPr/>
          </p:nvSpPr>
          <p:spPr>
            <a:xfrm>
              <a:off x="5411220" y="3216318"/>
              <a:ext cx="645559" cy="42824"/>
            </a:xfrm>
            <a:custGeom>
              <a:rect b="b" l="l" r="r" t="t"/>
              <a:pathLst>
                <a:path extrusionOk="0" h="1260" w="18994">
                  <a:moveTo>
                    <a:pt x="1" y="0"/>
                  </a:moveTo>
                  <a:lnTo>
                    <a:pt x="1" y="1259"/>
                  </a:lnTo>
                  <a:lnTo>
                    <a:pt x="18993" y="1259"/>
                  </a:lnTo>
                  <a:lnTo>
                    <a:pt x="189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7"/>
            <p:cNvSpPr/>
            <p:nvPr/>
          </p:nvSpPr>
          <p:spPr>
            <a:xfrm>
              <a:off x="5296169" y="3216318"/>
              <a:ext cx="104478" cy="42824"/>
            </a:xfrm>
            <a:custGeom>
              <a:rect b="b" l="l" r="r" t="t"/>
              <a:pathLst>
                <a:path extrusionOk="0" h="1260" w="3074">
                  <a:moveTo>
                    <a:pt x="0" y="0"/>
                  </a:moveTo>
                  <a:lnTo>
                    <a:pt x="0" y="1259"/>
                  </a:lnTo>
                  <a:lnTo>
                    <a:pt x="3073" y="1259"/>
                  </a:lnTo>
                  <a:lnTo>
                    <a:pt x="30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7"/>
            <p:cNvSpPr/>
            <p:nvPr/>
          </p:nvSpPr>
          <p:spPr>
            <a:xfrm>
              <a:off x="5223298" y="3216318"/>
              <a:ext cx="56385" cy="42824"/>
            </a:xfrm>
            <a:custGeom>
              <a:rect b="b" l="l" r="r" t="t"/>
              <a:pathLst>
                <a:path extrusionOk="0" h="1260" w="1659">
                  <a:moveTo>
                    <a:pt x="0" y="0"/>
                  </a:moveTo>
                  <a:lnTo>
                    <a:pt x="0" y="1259"/>
                  </a:lnTo>
                  <a:lnTo>
                    <a:pt x="1658" y="1259"/>
                  </a:lnTo>
                  <a:lnTo>
                    <a:pt x="165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7"/>
            <p:cNvSpPr/>
            <p:nvPr/>
          </p:nvSpPr>
          <p:spPr>
            <a:xfrm>
              <a:off x="4113100" y="2563436"/>
              <a:ext cx="11556" cy="456418"/>
            </a:xfrm>
            <a:custGeom>
              <a:rect b="b" l="l" r="r" t="t"/>
              <a:pathLst>
                <a:path extrusionOk="0" h="13429" w="340">
                  <a:moveTo>
                    <a:pt x="1" y="0"/>
                  </a:moveTo>
                  <a:lnTo>
                    <a:pt x="1" y="13428"/>
                  </a:lnTo>
                  <a:lnTo>
                    <a:pt x="339" y="13428"/>
                  </a:lnTo>
                  <a:lnTo>
                    <a:pt x="3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7"/>
            <p:cNvSpPr/>
            <p:nvPr/>
          </p:nvSpPr>
          <p:spPr>
            <a:xfrm>
              <a:off x="3780013" y="3514293"/>
              <a:ext cx="2538390" cy="183532"/>
            </a:xfrm>
            <a:custGeom>
              <a:rect b="b" l="l" r="r" t="t"/>
              <a:pathLst>
                <a:path extrusionOk="0" h="5400" w="74686">
                  <a:moveTo>
                    <a:pt x="1" y="1"/>
                  </a:moveTo>
                  <a:lnTo>
                    <a:pt x="1" y="4323"/>
                  </a:lnTo>
                  <a:cubicBezTo>
                    <a:pt x="1" y="4922"/>
                    <a:pt x="478" y="5400"/>
                    <a:pt x="1077" y="5400"/>
                  </a:cubicBezTo>
                  <a:lnTo>
                    <a:pt x="73609" y="5400"/>
                  </a:lnTo>
                  <a:cubicBezTo>
                    <a:pt x="74208" y="5400"/>
                    <a:pt x="74685" y="4914"/>
                    <a:pt x="74685" y="4323"/>
                  </a:cubicBezTo>
                  <a:lnTo>
                    <a:pt x="7468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7"/>
            <p:cNvSpPr/>
            <p:nvPr/>
          </p:nvSpPr>
          <p:spPr>
            <a:xfrm>
              <a:off x="4518380" y="3697796"/>
              <a:ext cx="909302" cy="193865"/>
            </a:xfrm>
            <a:custGeom>
              <a:rect b="b" l="l" r="r" t="t"/>
              <a:pathLst>
                <a:path extrusionOk="0" h="5704" w="26754">
                  <a:moveTo>
                    <a:pt x="3247" y="1"/>
                  </a:moveTo>
                  <a:lnTo>
                    <a:pt x="1" y="5704"/>
                  </a:lnTo>
                  <a:lnTo>
                    <a:pt x="26753" y="5704"/>
                  </a:lnTo>
                  <a:lnTo>
                    <a:pt x="235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7"/>
            <p:cNvSpPr/>
            <p:nvPr/>
          </p:nvSpPr>
          <p:spPr>
            <a:xfrm>
              <a:off x="4364956" y="3874230"/>
              <a:ext cx="1216413" cy="70558"/>
            </a:xfrm>
            <a:custGeom>
              <a:rect b="b" l="l" r="r" t="t"/>
              <a:pathLst>
                <a:path extrusionOk="0" h="2076" w="35790">
                  <a:moveTo>
                    <a:pt x="583" y="0"/>
                  </a:moveTo>
                  <a:cubicBezTo>
                    <a:pt x="261" y="0"/>
                    <a:pt x="1" y="261"/>
                    <a:pt x="1" y="582"/>
                  </a:cubicBezTo>
                  <a:lnTo>
                    <a:pt x="1" y="2075"/>
                  </a:lnTo>
                  <a:lnTo>
                    <a:pt x="35790" y="2075"/>
                  </a:lnTo>
                  <a:lnTo>
                    <a:pt x="35790" y="582"/>
                  </a:lnTo>
                  <a:cubicBezTo>
                    <a:pt x="35790" y="261"/>
                    <a:pt x="35529" y="0"/>
                    <a:pt x="352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7"/>
            <p:cNvSpPr/>
            <p:nvPr/>
          </p:nvSpPr>
          <p:spPr>
            <a:xfrm>
              <a:off x="4573849" y="3697796"/>
              <a:ext cx="798672" cy="96796"/>
            </a:xfrm>
            <a:custGeom>
              <a:rect b="b" l="l" r="r" t="t"/>
              <a:pathLst>
                <a:path extrusionOk="0" h="2848" w="23499">
                  <a:moveTo>
                    <a:pt x="1615" y="1"/>
                  </a:moveTo>
                  <a:lnTo>
                    <a:pt x="1" y="2848"/>
                  </a:lnTo>
                  <a:lnTo>
                    <a:pt x="23498" y="2848"/>
                  </a:lnTo>
                  <a:lnTo>
                    <a:pt x="2187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8" name="Google Shape;118;p17"/>
          <p:cNvGrpSpPr/>
          <p:nvPr/>
        </p:nvGrpSpPr>
        <p:grpSpPr>
          <a:xfrm>
            <a:off x="7522062" y="2456830"/>
            <a:ext cx="811927" cy="753197"/>
            <a:chOff x="4932662" y="2251593"/>
            <a:chExt cx="811927" cy="753197"/>
          </a:xfrm>
        </p:grpSpPr>
        <p:sp>
          <p:nvSpPr>
            <p:cNvPr id="119" name="Google Shape;119;p17"/>
            <p:cNvSpPr/>
            <p:nvPr/>
          </p:nvSpPr>
          <p:spPr>
            <a:xfrm>
              <a:off x="4932662" y="2251593"/>
              <a:ext cx="811927" cy="753197"/>
            </a:xfrm>
            <a:custGeom>
              <a:rect b="b" l="l" r="r" t="t"/>
              <a:pathLst>
                <a:path extrusionOk="0" h="22161" w="23889">
                  <a:moveTo>
                    <a:pt x="278" y="0"/>
                  </a:moveTo>
                  <a:cubicBezTo>
                    <a:pt x="130" y="0"/>
                    <a:pt x="0" y="122"/>
                    <a:pt x="0" y="286"/>
                  </a:cubicBezTo>
                  <a:lnTo>
                    <a:pt x="0" y="21874"/>
                  </a:lnTo>
                  <a:cubicBezTo>
                    <a:pt x="0" y="22031"/>
                    <a:pt x="122" y="22161"/>
                    <a:pt x="278" y="22161"/>
                  </a:cubicBezTo>
                  <a:lnTo>
                    <a:pt x="23610" y="22161"/>
                  </a:lnTo>
                  <a:cubicBezTo>
                    <a:pt x="23758" y="22161"/>
                    <a:pt x="23888" y="22031"/>
                    <a:pt x="23888" y="21874"/>
                  </a:cubicBezTo>
                  <a:lnTo>
                    <a:pt x="23888" y="286"/>
                  </a:lnTo>
                  <a:cubicBezTo>
                    <a:pt x="23888" y="130"/>
                    <a:pt x="23775" y="0"/>
                    <a:pt x="236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7"/>
            <p:cNvSpPr/>
            <p:nvPr/>
          </p:nvSpPr>
          <p:spPr>
            <a:xfrm>
              <a:off x="4968044" y="2360729"/>
              <a:ext cx="740826" cy="592436"/>
            </a:xfrm>
            <a:custGeom>
              <a:rect b="b" l="l" r="r" t="t"/>
              <a:pathLst>
                <a:path extrusionOk="0" h="17431" w="21797">
                  <a:moveTo>
                    <a:pt x="209" y="1"/>
                  </a:moveTo>
                  <a:cubicBezTo>
                    <a:pt x="96" y="1"/>
                    <a:pt x="1" y="88"/>
                    <a:pt x="1" y="209"/>
                  </a:cubicBezTo>
                  <a:lnTo>
                    <a:pt x="1" y="17222"/>
                  </a:lnTo>
                  <a:cubicBezTo>
                    <a:pt x="1" y="17335"/>
                    <a:pt x="88" y="17431"/>
                    <a:pt x="209" y="17431"/>
                  </a:cubicBezTo>
                  <a:lnTo>
                    <a:pt x="21588" y="17431"/>
                  </a:lnTo>
                  <a:cubicBezTo>
                    <a:pt x="21710" y="17431"/>
                    <a:pt x="21797" y="17335"/>
                    <a:pt x="21797" y="17222"/>
                  </a:cubicBezTo>
                  <a:lnTo>
                    <a:pt x="21797" y="209"/>
                  </a:lnTo>
                  <a:cubicBezTo>
                    <a:pt x="21797" y="105"/>
                    <a:pt x="21710" y="1"/>
                    <a:pt x="215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7"/>
            <p:cNvSpPr/>
            <p:nvPr/>
          </p:nvSpPr>
          <p:spPr>
            <a:xfrm>
              <a:off x="4981334" y="2284901"/>
              <a:ext cx="41907" cy="41941"/>
            </a:xfrm>
            <a:custGeom>
              <a:rect b="b" l="l" r="r" t="t"/>
              <a:pathLst>
                <a:path extrusionOk="0" h="1234" w="1233">
                  <a:moveTo>
                    <a:pt x="617" y="1"/>
                  </a:moveTo>
                  <a:cubicBezTo>
                    <a:pt x="278" y="1"/>
                    <a:pt x="0" y="270"/>
                    <a:pt x="0" y="617"/>
                  </a:cubicBezTo>
                  <a:cubicBezTo>
                    <a:pt x="0" y="956"/>
                    <a:pt x="269" y="1234"/>
                    <a:pt x="617" y="1234"/>
                  </a:cubicBezTo>
                  <a:cubicBezTo>
                    <a:pt x="955" y="1234"/>
                    <a:pt x="1233" y="964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7"/>
            <p:cNvSpPr/>
            <p:nvPr/>
          </p:nvSpPr>
          <p:spPr>
            <a:xfrm>
              <a:off x="5052709" y="2284901"/>
              <a:ext cx="42246" cy="41941"/>
            </a:xfrm>
            <a:custGeom>
              <a:rect b="b" l="l" r="r" t="t"/>
              <a:pathLst>
                <a:path extrusionOk="0" h="1234" w="1243">
                  <a:moveTo>
                    <a:pt x="617" y="1"/>
                  </a:moveTo>
                  <a:cubicBezTo>
                    <a:pt x="279" y="1"/>
                    <a:pt x="1" y="279"/>
                    <a:pt x="1" y="617"/>
                  </a:cubicBezTo>
                  <a:cubicBezTo>
                    <a:pt x="1" y="956"/>
                    <a:pt x="279" y="1234"/>
                    <a:pt x="617" y="1234"/>
                  </a:cubicBezTo>
                  <a:cubicBezTo>
                    <a:pt x="964" y="1234"/>
                    <a:pt x="1242" y="956"/>
                    <a:pt x="1242" y="617"/>
                  </a:cubicBezTo>
                  <a:cubicBezTo>
                    <a:pt x="1242" y="279"/>
                    <a:pt x="964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7"/>
            <p:cNvSpPr/>
            <p:nvPr/>
          </p:nvSpPr>
          <p:spPr>
            <a:xfrm>
              <a:off x="5124425" y="2284901"/>
              <a:ext cx="41907" cy="41941"/>
            </a:xfrm>
            <a:custGeom>
              <a:rect b="b" l="l" r="r" t="t"/>
              <a:pathLst>
                <a:path extrusionOk="0" h="1234" w="1233">
                  <a:moveTo>
                    <a:pt x="617" y="1"/>
                  </a:moveTo>
                  <a:cubicBezTo>
                    <a:pt x="278" y="1"/>
                    <a:pt x="0" y="279"/>
                    <a:pt x="0" y="617"/>
                  </a:cubicBezTo>
                  <a:cubicBezTo>
                    <a:pt x="0" y="956"/>
                    <a:pt x="278" y="1234"/>
                    <a:pt x="617" y="1234"/>
                  </a:cubicBezTo>
                  <a:cubicBezTo>
                    <a:pt x="955" y="1234"/>
                    <a:pt x="1233" y="956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4" name="Google Shape;124;p17"/>
          <p:cNvGrpSpPr/>
          <p:nvPr/>
        </p:nvGrpSpPr>
        <p:grpSpPr>
          <a:xfrm>
            <a:off x="6021590" y="1231279"/>
            <a:ext cx="914298" cy="753197"/>
            <a:chOff x="4810340" y="1026041"/>
            <a:chExt cx="914298" cy="753197"/>
          </a:xfrm>
        </p:grpSpPr>
        <p:sp>
          <p:nvSpPr>
            <p:cNvPr id="125" name="Google Shape;125;p17"/>
            <p:cNvSpPr/>
            <p:nvPr/>
          </p:nvSpPr>
          <p:spPr>
            <a:xfrm>
              <a:off x="4810340" y="1026041"/>
              <a:ext cx="914298" cy="753197"/>
            </a:xfrm>
            <a:custGeom>
              <a:rect b="b" l="l" r="r" t="t"/>
              <a:pathLst>
                <a:path extrusionOk="0" h="22161" w="26901">
                  <a:moveTo>
                    <a:pt x="287" y="0"/>
                  </a:moveTo>
                  <a:cubicBezTo>
                    <a:pt x="131" y="0"/>
                    <a:pt x="0" y="122"/>
                    <a:pt x="0" y="287"/>
                  </a:cubicBezTo>
                  <a:lnTo>
                    <a:pt x="0" y="21883"/>
                  </a:lnTo>
                  <a:cubicBezTo>
                    <a:pt x="0" y="22031"/>
                    <a:pt x="122" y="22161"/>
                    <a:pt x="287" y="22161"/>
                  </a:cubicBezTo>
                  <a:lnTo>
                    <a:pt x="26614" y="22161"/>
                  </a:lnTo>
                  <a:cubicBezTo>
                    <a:pt x="26770" y="22161"/>
                    <a:pt x="26901" y="22031"/>
                    <a:pt x="26901" y="21883"/>
                  </a:cubicBezTo>
                  <a:lnTo>
                    <a:pt x="26901" y="287"/>
                  </a:lnTo>
                  <a:cubicBezTo>
                    <a:pt x="26901" y="139"/>
                    <a:pt x="26779" y="0"/>
                    <a:pt x="266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7"/>
            <p:cNvSpPr/>
            <p:nvPr/>
          </p:nvSpPr>
          <p:spPr>
            <a:xfrm>
              <a:off x="4846028" y="1134906"/>
              <a:ext cx="843196" cy="592436"/>
            </a:xfrm>
            <a:custGeom>
              <a:rect b="b" l="l" r="r" t="t"/>
              <a:pathLst>
                <a:path extrusionOk="0" h="17431" w="24809">
                  <a:moveTo>
                    <a:pt x="209" y="0"/>
                  </a:moveTo>
                  <a:cubicBezTo>
                    <a:pt x="105" y="0"/>
                    <a:pt x="1" y="87"/>
                    <a:pt x="1" y="209"/>
                  </a:cubicBezTo>
                  <a:lnTo>
                    <a:pt x="1" y="17222"/>
                  </a:lnTo>
                  <a:cubicBezTo>
                    <a:pt x="1" y="17335"/>
                    <a:pt x="88" y="17430"/>
                    <a:pt x="209" y="17430"/>
                  </a:cubicBezTo>
                  <a:lnTo>
                    <a:pt x="24592" y="17430"/>
                  </a:lnTo>
                  <a:cubicBezTo>
                    <a:pt x="24713" y="17430"/>
                    <a:pt x="24800" y="17335"/>
                    <a:pt x="24809" y="17222"/>
                  </a:cubicBezTo>
                  <a:lnTo>
                    <a:pt x="24809" y="209"/>
                  </a:lnTo>
                  <a:cubicBezTo>
                    <a:pt x="24809" y="104"/>
                    <a:pt x="24722" y="0"/>
                    <a:pt x="246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7"/>
            <p:cNvSpPr/>
            <p:nvPr/>
          </p:nvSpPr>
          <p:spPr>
            <a:xfrm>
              <a:off x="4859011" y="1059350"/>
              <a:ext cx="42212" cy="42246"/>
            </a:xfrm>
            <a:custGeom>
              <a:rect b="b" l="l" r="r" t="t"/>
              <a:pathLst>
                <a:path extrusionOk="0" h="1243" w="1242">
                  <a:moveTo>
                    <a:pt x="632" y="1"/>
                  </a:moveTo>
                  <a:cubicBezTo>
                    <a:pt x="627" y="1"/>
                    <a:pt x="622" y="1"/>
                    <a:pt x="617" y="1"/>
                  </a:cubicBezTo>
                  <a:cubicBezTo>
                    <a:pt x="287" y="1"/>
                    <a:pt x="1" y="270"/>
                    <a:pt x="1" y="617"/>
                  </a:cubicBezTo>
                  <a:cubicBezTo>
                    <a:pt x="1" y="956"/>
                    <a:pt x="270" y="1242"/>
                    <a:pt x="617" y="1242"/>
                  </a:cubicBezTo>
                  <a:cubicBezTo>
                    <a:pt x="955" y="1242"/>
                    <a:pt x="1242" y="965"/>
                    <a:pt x="1242" y="617"/>
                  </a:cubicBezTo>
                  <a:cubicBezTo>
                    <a:pt x="1242" y="276"/>
                    <a:pt x="964" y="1"/>
                    <a:pt x="6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7"/>
            <p:cNvSpPr/>
            <p:nvPr/>
          </p:nvSpPr>
          <p:spPr>
            <a:xfrm>
              <a:off x="4930693" y="1059384"/>
              <a:ext cx="41941" cy="42212"/>
            </a:xfrm>
            <a:custGeom>
              <a:rect b="b" l="l" r="r" t="t"/>
              <a:pathLst>
                <a:path extrusionOk="0" h="1242" w="1234">
                  <a:moveTo>
                    <a:pt x="617" y="0"/>
                  </a:moveTo>
                  <a:cubicBezTo>
                    <a:pt x="270" y="0"/>
                    <a:pt x="1" y="278"/>
                    <a:pt x="1" y="616"/>
                  </a:cubicBezTo>
                  <a:cubicBezTo>
                    <a:pt x="1" y="964"/>
                    <a:pt x="270" y="1241"/>
                    <a:pt x="617" y="1241"/>
                  </a:cubicBezTo>
                  <a:cubicBezTo>
                    <a:pt x="956" y="1241"/>
                    <a:pt x="1234" y="964"/>
                    <a:pt x="1234" y="616"/>
                  </a:cubicBezTo>
                  <a:cubicBezTo>
                    <a:pt x="1234" y="278"/>
                    <a:pt x="956" y="0"/>
                    <a:pt x="6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7"/>
            <p:cNvSpPr/>
            <p:nvPr/>
          </p:nvSpPr>
          <p:spPr>
            <a:xfrm>
              <a:off x="5002408" y="1059384"/>
              <a:ext cx="42212" cy="42212"/>
            </a:xfrm>
            <a:custGeom>
              <a:rect b="b" l="l" r="r" t="t"/>
              <a:pathLst>
                <a:path extrusionOk="0" h="1242" w="1242">
                  <a:moveTo>
                    <a:pt x="625" y="0"/>
                  </a:moveTo>
                  <a:cubicBezTo>
                    <a:pt x="278" y="0"/>
                    <a:pt x="0" y="278"/>
                    <a:pt x="0" y="616"/>
                  </a:cubicBezTo>
                  <a:cubicBezTo>
                    <a:pt x="0" y="964"/>
                    <a:pt x="278" y="1241"/>
                    <a:pt x="625" y="1241"/>
                  </a:cubicBezTo>
                  <a:cubicBezTo>
                    <a:pt x="964" y="1241"/>
                    <a:pt x="1242" y="964"/>
                    <a:pt x="1242" y="616"/>
                  </a:cubicBezTo>
                  <a:cubicBezTo>
                    <a:pt x="1242" y="278"/>
                    <a:pt x="964" y="0"/>
                    <a:pt x="6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" name="Google Shape;130;p17"/>
          <p:cNvGrpSpPr/>
          <p:nvPr/>
        </p:nvGrpSpPr>
        <p:grpSpPr>
          <a:xfrm>
            <a:off x="7825621" y="3258683"/>
            <a:ext cx="508385" cy="644675"/>
            <a:chOff x="4859771" y="3053445"/>
            <a:chExt cx="508385" cy="644675"/>
          </a:xfrm>
        </p:grpSpPr>
        <p:sp>
          <p:nvSpPr>
            <p:cNvPr id="131" name="Google Shape;131;p17"/>
            <p:cNvSpPr/>
            <p:nvPr/>
          </p:nvSpPr>
          <p:spPr>
            <a:xfrm>
              <a:off x="4859771" y="3053445"/>
              <a:ext cx="508385" cy="644675"/>
            </a:xfrm>
            <a:custGeom>
              <a:rect b="b" l="l" r="r" t="t"/>
              <a:pathLst>
                <a:path extrusionOk="0" h="18968" w="14958">
                  <a:moveTo>
                    <a:pt x="1216" y="1"/>
                  </a:moveTo>
                  <a:cubicBezTo>
                    <a:pt x="548" y="1"/>
                    <a:pt x="1" y="609"/>
                    <a:pt x="1" y="1346"/>
                  </a:cubicBezTo>
                  <a:lnTo>
                    <a:pt x="1" y="17622"/>
                  </a:lnTo>
                  <a:cubicBezTo>
                    <a:pt x="1" y="18368"/>
                    <a:pt x="548" y="18967"/>
                    <a:pt x="1216" y="18967"/>
                  </a:cubicBezTo>
                  <a:lnTo>
                    <a:pt x="13742" y="18967"/>
                  </a:lnTo>
                  <a:cubicBezTo>
                    <a:pt x="14410" y="18967"/>
                    <a:pt x="14957" y="18368"/>
                    <a:pt x="14957" y="17622"/>
                  </a:cubicBezTo>
                  <a:lnTo>
                    <a:pt x="14957" y="3820"/>
                  </a:lnTo>
                  <a:lnTo>
                    <a:pt x="1194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7"/>
            <p:cNvSpPr/>
            <p:nvPr/>
          </p:nvSpPr>
          <p:spPr>
            <a:xfrm>
              <a:off x="5265729" y="3053751"/>
              <a:ext cx="101827" cy="130444"/>
            </a:xfrm>
            <a:custGeom>
              <a:rect b="b" l="l" r="r" t="t"/>
              <a:pathLst>
                <a:path extrusionOk="0" h="3838" w="2996">
                  <a:moveTo>
                    <a:pt x="1" y="1"/>
                  </a:moveTo>
                  <a:lnTo>
                    <a:pt x="1" y="2856"/>
                  </a:lnTo>
                  <a:cubicBezTo>
                    <a:pt x="1" y="3395"/>
                    <a:pt x="409" y="3837"/>
                    <a:pt x="895" y="3837"/>
                  </a:cubicBezTo>
                  <a:lnTo>
                    <a:pt x="2996" y="382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7"/>
            <p:cNvSpPr/>
            <p:nvPr/>
          </p:nvSpPr>
          <p:spPr>
            <a:xfrm>
              <a:off x="4961567" y="3237560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0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7"/>
            <p:cNvSpPr/>
            <p:nvPr/>
          </p:nvSpPr>
          <p:spPr>
            <a:xfrm>
              <a:off x="4961567" y="3300099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7"/>
            <p:cNvSpPr/>
            <p:nvPr/>
          </p:nvSpPr>
          <p:spPr>
            <a:xfrm>
              <a:off x="4961567" y="3362943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7"/>
            <p:cNvSpPr/>
            <p:nvPr/>
          </p:nvSpPr>
          <p:spPr>
            <a:xfrm>
              <a:off x="4961567" y="3425482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7"/>
            <p:cNvSpPr/>
            <p:nvPr/>
          </p:nvSpPr>
          <p:spPr>
            <a:xfrm>
              <a:off x="4961567" y="3487748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0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8" name="Google Shape;138;p17"/>
          <p:cNvSpPr/>
          <p:nvPr/>
        </p:nvSpPr>
        <p:spPr>
          <a:xfrm>
            <a:off x="4971891" y="1763296"/>
            <a:ext cx="746128" cy="1207406"/>
          </a:xfrm>
          <a:custGeom>
            <a:rect b="b" l="l" r="r" t="t"/>
            <a:pathLst>
              <a:path extrusionOk="0" h="35525" w="21953">
                <a:moveTo>
                  <a:pt x="3235" y="31102"/>
                </a:moveTo>
                <a:cubicBezTo>
                  <a:pt x="3267" y="31102"/>
                  <a:pt x="3298" y="31108"/>
                  <a:pt x="3325" y="31121"/>
                </a:cubicBezTo>
                <a:cubicBezTo>
                  <a:pt x="3759" y="31320"/>
                  <a:pt x="3360" y="33091"/>
                  <a:pt x="3160" y="33525"/>
                </a:cubicBezTo>
                <a:cubicBezTo>
                  <a:pt x="3027" y="33847"/>
                  <a:pt x="2716" y="34031"/>
                  <a:pt x="2389" y="34031"/>
                </a:cubicBezTo>
                <a:cubicBezTo>
                  <a:pt x="2266" y="34031"/>
                  <a:pt x="2141" y="34005"/>
                  <a:pt x="2023" y="33950"/>
                </a:cubicBezTo>
                <a:cubicBezTo>
                  <a:pt x="1589" y="33742"/>
                  <a:pt x="1406" y="33230"/>
                  <a:pt x="1597" y="32796"/>
                </a:cubicBezTo>
                <a:cubicBezTo>
                  <a:pt x="1792" y="32390"/>
                  <a:pt x="2763" y="31102"/>
                  <a:pt x="3235" y="31102"/>
                </a:cubicBezTo>
                <a:close/>
                <a:moveTo>
                  <a:pt x="13908" y="0"/>
                </a:moveTo>
                <a:cubicBezTo>
                  <a:pt x="13896" y="0"/>
                  <a:pt x="13884" y="1"/>
                  <a:pt x="13871" y="2"/>
                </a:cubicBezTo>
                <a:cubicBezTo>
                  <a:pt x="11701" y="149"/>
                  <a:pt x="9774" y="1304"/>
                  <a:pt x="8880" y="3231"/>
                </a:cubicBezTo>
                <a:cubicBezTo>
                  <a:pt x="7708" y="5757"/>
                  <a:pt x="8698" y="8786"/>
                  <a:pt x="11085" y="10601"/>
                </a:cubicBezTo>
                <a:cubicBezTo>
                  <a:pt x="11233" y="10713"/>
                  <a:pt x="11276" y="10922"/>
                  <a:pt x="11189" y="11087"/>
                </a:cubicBezTo>
                <a:lnTo>
                  <a:pt x="460" y="32787"/>
                </a:lnTo>
                <a:cubicBezTo>
                  <a:pt x="0" y="33742"/>
                  <a:pt x="417" y="34888"/>
                  <a:pt x="1380" y="35348"/>
                </a:cubicBezTo>
                <a:cubicBezTo>
                  <a:pt x="1641" y="35468"/>
                  <a:pt x="1915" y="35525"/>
                  <a:pt x="2185" y="35525"/>
                </a:cubicBezTo>
                <a:cubicBezTo>
                  <a:pt x="2912" y="35525"/>
                  <a:pt x="3610" y="35111"/>
                  <a:pt x="3932" y="34402"/>
                </a:cubicBezTo>
                <a:lnTo>
                  <a:pt x="13568" y="12206"/>
                </a:lnTo>
                <a:cubicBezTo>
                  <a:pt x="13634" y="12059"/>
                  <a:pt x="13775" y="11962"/>
                  <a:pt x="13927" y="11962"/>
                </a:cubicBezTo>
                <a:cubicBezTo>
                  <a:pt x="13954" y="11962"/>
                  <a:pt x="13982" y="11965"/>
                  <a:pt x="14010" y="11972"/>
                </a:cubicBezTo>
                <a:cubicBezTo>
                  <a:pt x="14528" y="12084"/>
                  <a:pt x="15047" y="12138"/>
                  <a:pt x="15556" y="12138"/>
                </a:cubicBezTo>
                <a:cubicBezTo>
                  <a:pt x="17931" y="12138"/>
                  <a:pt x="20102" y="10953"/>
                  <a:pt x="21067" y="8873"/>
                </a:cubicBezTo>
                <a:cubicBezTo>
                  <a:pt x="21953" y="6946"/>
                  <a:pt x="21597" y="4733"/>
                  <a:pt x="20303" y="2971"/>
                </a:cubicBezTo>
                <a:cubicBezTo>
                  <a:pt x="20222" y="2861"/>
                  <a:pt x="20100" y="2806"/>
                  <a:pt x="19980" y="2806"/>
                </a:cubicBezTo>
                <a:cubicBezTo>
                  <a:pt x="19844" y="2806"/>
                  <a:pt x="19709" y="2876"/>
                  <a:pt x="19635" y="3014"/>
                </a:cubicBezTo>
                <a:lnTo>
                  <a:pt x="17977" y="6130"/>
                </a:lnTo>
                <a:cubicBezTo>
                  <a:pt x="17652" y="6730"/>
                  <a:pt x="17035" y="7073"/>
                  <a:pt x="16395" y="7073"/>
                </a:cubicBezTo>
                <a:cubicBezTo>
                  <a:pt x="16145" y="7073"/>
                  <a:pt x="15892" y="7021"/>
                  <a:pt x="15651" y="6911"/>
                </a:cubicBezTo>
                <a:lnTo>
                  <a:pt x="13897" y="6095"/>
                </a:lnTo>
                <a:cubicBezTo>
                  <a:pt x="13038" y="5696"/>
                  <a:pt x="12639" y="4698"/>
                  <a:pt x="12986" y="3821"/>
                </a:cubicBezTo>
                <a:lnTo>
                  <a:pt x="14271" y="540"/>
                </a:lnTo>
                <a:cubicBezTo>
                  <a:pt x="14379" y="282"/>
                  <a:pt x="14184" y="0"/>
                  <a:pt x="1390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9" name="Google Shape;139;p17"/>
          <p:cNvGrpSpPr/>
          <p:nvPr/>
        </p:nvGrpSpPr>
        <p:grpSpPr>
          <a:xfrm>
            <a:off x="5144179" y="1150727"/>
            <a:ext cx="740520" cy="478869"/>
            <a:chOff x="3932929" y="945489"/>
            <a:chExt cx="740520" cy="478869"/>
          </a:xfrm>
        </p:grpSpPr>
        <p:grpSp>
          <p:nvGrpSpPr>
            <p:cNvPr id="140" name="Google Shape;140;p17"/>
            <p:cNvGrpSpPr/>
            <p:nvPr/>
          </p:nvGrpSpPr>
          <p:grpSpPr>
            <a:xfrm>
              <a:off x="3932929" y="945489"/>
              <a:ext cx="740520" cy="123069"/>
              <a:chOff x="3932929" y="945489"/>
              <a:chExt cx="740520" cy="123069"/>
            </a:xfrm>
          </p:grpSpPr>
          <p:sp>
            <p:nvSpPr>
              <p:cNvPr id="141" name="Google Shape;141;p17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p17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" name="Google Shape;143;p17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4" name="Google Shape;144;p17"/>
            <p:cNvGrpSpPr/>
            <p:nvPr/>
          </p:nvGrpSpPr>
          <p:grpSpPr>
            <a:xfrm>
              <a:off x="3932929" y="1123389"/>
              <a:ext cx="740520" cy="123069"/>
              <a:chOff x="3932929" y="945489"/>
              <a:chExt cx="740520" cy="123069"/>
            </a:xfrm>
          </p:grpSpPr>
          <p:sp>
            <p:nvSpPr>
              <p:cNvPr id="145" name="Google Shape;145;p17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7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7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7"/>
            <p:cNvGrpSpPr/>
            <p:nvPr/>
          </p:nvGrpSpPr>
          <p:grpSpPr>
            <a:xfrm>
              <a:off x="3932929" y="1301289"/>
              <a:ext cx="740520" cy="123069"/>
              <a:chOff x="3932929" y="945489"/>
              <a:chExt cx="740520" cy="123069"/>
            </a:xfrm>
          </p:grpSpPr>
          <p:sp>
            <p:nvSpPr>
              <p:cNvPr id="149" name="Google Shape;149;p17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7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7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152" name="Google Shape;15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825" y="187625"/>
            <a:ext cx="1085125" cy="713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18050" y="252975"/>
            <a:ext cx="508375" cy="622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>
          <a:blip r:embed="rId5">
            <a:alphaModFix amt="62000"/>
          </a:blip>
          <a:stretch>
            <a:fillRect/>
          </a:stretch>
        </p:blipFill>
        <p:spPr>
          <a:xfrm>
            <a:off x="434573" y="4290477"/>
            <a:ext cx="402753" cy="5356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 txBox="1"/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Estrutura do Google Sheets</a:t>
            </a:r>
            <a:endParaRPr/>
          </a:p>
        </p:txBody>
      </p:sp>
      <p:grpSp>
        <p:nvGrpSpPr>
          <p:cNvPr id="160" name="Google Shape;160;p18"/>
          <p:cNvGrpSpPr/>
          <p:nvPr/>
        </p:nvGrpSpPr>
        <p:grpSpPr>
          <a:xfrm>
            <a:off x="8281404" y="300564"/>
            <a:ext cx="740520" cy="478869"/>
            <a:chOff x="3932929" y="945489"/>
            <a:chExt cx="740520" cy="478869"/>
          </a:xfrm>
        </p:grpSpPr>
        <p:grpSp>
          <p:nvGrpSpPr>
            <p:cNvPr id="161" name="Google Shape;161;p18"/>
            <p:cNvGrpSpPr/>
            <p:nvPr/>
          </p:nvGrpSpPr>
          <p:grpSpPr>
            <a:xfrm>
              <a:off x="3932929" y="945489"/>
              <a:ext cx="740520" cy="123069"/>
              <a:chOff x="3932929" y="945489"/>
              <a:chExt cx="740520" cy="123069"/>
            </a:xfrm>
          </p:grpSpPr>
          <p:sp>
            <p:nvSpPr>
              <p:cNvPr id="162" name="Google Shape;162;p18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" name="Google Shape;163;p18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18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" name="Google Shape;165;p18"/>
            <p:cNvGrpSpPr/>
            <p:nvPr/>
          </p:nvGrpSpPr>
          <p:grpSpPr>
            <a:xfrm>
              <a:off x="3932929" y="1123389"/>
              <a:ext cx="740520" cy="123069"/>
              <a:chOff x="3932929" y="945489"/>
              <a:chExt cx="740520" cy="123069"/>
            </a:xfrm>
          </p:grpSpPr>
          <p:sp>
            <p:nvSpPr>
              <p:cNvPr id="166" name="Google Shape;166;p18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8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8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8"/>
            <p:cNvGrpSpPr/>
            <p:nvPr/>
          </p:nvGrpSpPr>
          <p:grpSpPr>
            <a:xfrm>
              <a:off x="3932929" y="1301289"/>
              <a:ext cx="740520" cy="123069"/>
              <a:chOff x="3932929" y="945489"/>
              <a:chExt cx="740520" cy="123069"/>
            </a:xfrm>
          </p:grpSpPr>
          <p:sp>
            <p:nvSpPr>
              <p:cNvPr id="170" name="Google Shape;170;p18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8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8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73" name="Google Shape;173;p18"/>
          <p:cNvSpPr txBox="1"/>
          <p:nvPr>
            <p:ph idx="2" type="subTitle"/>
          </p:nvPr>
        </p:nvSpPr>
        <p:spPr>
          <a:xfrm>
            <a:off x="3975075" y="1137425"/>
            <a:ext cx="19887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000FF"/>
                </a:solidFill>
              </a:rPr>
              <a:t>Barra de Ferramentas</a:t>
            </a:r>
            <a:endParaRPr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4" name="Google Shape;17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3262" y="4249887"/>
            <a:ext cx="973589" cy="64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8"/>
          <p:cNvPicPr preferRelativeResize="0"/>
          <p:nvPr/>
        </p:nvPicPr>
        <p:blipFill>
          <a:blip r:embed="rId4">
            <a:alphaModFix amt="77000"/>
          </a:blip>
          <a:stretch>
            <a:fillRect/>
          </a:stretch>
        </p:blipFill>
        <p:spPr>
          <a:xfrm>
            <a:off x="7668774" y="4326151"/>
            <a:ext cx="366675" cy="4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43425" y="4326148"/>
            <a:ext cx="398281" cy="48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8"/>
          <p:cNvPicPr preferRelativeResize="0"/>
          <p:nvPr/>
        </p:nvPicPr>
        <p:blipFill rotWithShape="1">
          <a:blip r:embed="rId6">
            <a:alphaModFix/>
          </a:blip>
          <a:srcRect b="8760" l="0" r="0" t="-8760"/>
          <a:stretch/>
        </p:blipFill>
        <p:spPr>
          <a:xfrm>
            <a:off x="483550" y="1229425"/>
            <a:ext cx="8176901" cy="276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483550" y="1472275"/>
            <a:ext cx="5364900" cy="4590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8"/>
          <p:cNvSpPr/>
          <p:nvPr/>
        </p:nvSpPr>
        <p:spPr>
          <a:xfrm>
            <a:off x="483600" y="2047750"/>
            <a:ext cx="8176800" cy="1944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8"/>
          <p:cNvSpPr/>
          <p:nvPr/>
        </p:nvSpPr>
        <p:spPr>
          <a:xfrm>
            <a:off x="6944000" y="1436750"/>
            <a:ext cx="1697700" cy="277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1" name="Google Shape;181;p18"/>
          <p:cNvPicPr preferRelativeResize="0"/>
          <p:nvPr/>
        </p:nvPicPr>
        <p:blipFill rotWithShape="1">
          <a:blip r:embed="rId7">
            <a:alphaModFix/>
          </a:blip>
          <a:srcRect b="0" l="0" r="29483" t="0"/>
          <a:stretch/>
        </p:blipFill>
        <p:spPr>
          <a:xfrm>
            <a:off x="483600" y="4159500"/>
            <a:ext cx="5765824" cy="47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8"/>
          <p:cNvSpPr/>
          <p:nvPr/>
        </p:nvSpPr>
        <p:spPr>
          <a:xfrm>
            <a:off x="644775" y="4459425"/>
            <a:ext cx="844200" cy="221100"/>
          </a:xfrm>
          <a:prstGeom prst="rect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6906638" y="824275"/>
            <a:ext cx="17724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Archivo"/>
                <a:ea typeface="Archivo"/>
                <a:cs typeface="Archivo"/>
                <a:sym typeface="Archivo"/>
              </a:rPr>
              <a:t>Opções de </a:t>
            </a:r>
            <a:endParaRPr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Archivo"/>
                <a:ea typeface="Archivo"/>
                <a:cs typeface="Archivo"/>
                <a:sym typeface="Archivo"/>
              </a:rPr>
              <a:t>Compartilhamento</a:t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84" name="Google Shape;184;p18"/>
          <p:cNvSpPr txBox="1"/>
          <p:nvPr/>
        </p:nvSpPr>
        <p:spPr>
          <a:xfrm>
            <a:off x="7749500" y="3542950"/>
            <a:ext cx="84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F0000"/>
                </a:solidFill>
                <a:latin typeface="Archivo"/>
                <a:ea typeface="Archivo"/>
                <a:cs typeface="Archivo"/>
                <a:sym typeface="Archivo"/>
              </a:rPr>
              <a:t>Planilha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85" name="Google Shape;185;p18"/>
          <p:cNvSpPr txBox="1"/>
          <p:nvPr/>
        </p:nvSpPr>
        <p:spPr>
          <a:xfrm>
            <a:off x="1350575" y="4369863"/>
            <a:ext cx="190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0FF00"/>
                </a:solidFill>
                <a:latin typeface="Archivo"/>
                <a:ea typeface="Archivo"/>
                <a:cs typeface="Archivo"/>
                <a:sym typeface="Archivo"/>
              </a:rPr>
              <a:t>Páginas da Tabela</a:t>
            </a:r>
            <a:endParaRPr>
              <a:solidFill>
                <a:srgbClr val="00FF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9"/>
          <p:cNvSpPr txBox="1"/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Estrutura do Google Sheets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719925" y="1257300"/>
            <a:ext cx="76245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chivo"/>
              <a:buChar char="●"/>
            </a:pPr>
            <a:r>
              <a:rPr lang="pt-BR" sz="1500">
                <a:solidFill>
                  <a:srgbClr val="FF0000"/>
                </a:solidFill>
                <a:latin typeface="Archivo"/>
                <a:ea typeface="Archivo"/>
                <a:cs typeface="Archivo"/>
                <a:sym typeface="Archivo"/>
              </a:rPr>
              <a:t>Planilha</a:t>
            </a:r>
            <a:r>
              <a:rPr lang="pt-BR" sz="1500">
                <a:solidFill>
                  <a:srgbClr val="FF0000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- </a:t>
            </a: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Visualização e manipulação dos dados e cálculos inseridos.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FF00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chivo"/>
              <a:buChar char="●"/>
            </a:pPr>
            <a:r>
              <a:rPr lang="pt-BR" sz="1500">
                <a:solidFill>
                  <a:srgbClr val="00FF00"/>
                </a:solidFill>
                <a:latin typeface="Archivo"/>
                <a:ea typeface="Archivo"/>
                <a:cs typeface="Archivo"/>
                <a:sym typeface="Archivo"/>
              </a:rPr>
              <a:t>Páginas da Tabela </a:t>
            </a: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- </a:t>
            </a: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Adição de novas páginas com a finalidade de organizar melhor.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chivo"/>
              <a:buChar char="●"/>
            </a:pPr>
            <a:r>
              <a:rPr lang="pt-BR" sz="1500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rPr>
              <a:t>Barra de Ferramentas </a:t>
            </a: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- Onde estão todas as opções para modificar o texto, salvar e abrir outros arquivos.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chivo"/>
              <a:buChar char="●"/>
            </a:pPr>
            <a:r>
              <a:rPr lang="pt-BR" sz="1500">
                <a:latin typeface="Archivo"/>
                <a:ea typeface="Archivo"/>
                <a:cs typeface="Archivo"/>
                <a:sym typeface="Archivo"/>
              </a:rPr>
              <a:t>Opções de Compartilhamento </a:t>
            </a: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- Enviar o arquivo para que outras pessoas possam visualizar e/ou editar.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98899" y="4429973"/>
            <a:ext cx="719583" cy="713534"/>
          </a:xfrm>
          <a:custGeom>
            <a:rect b="b" l="l" r="r" t="t"/>
            <a:pathLst>
              <a:path extrusionOk="0" h="20994" w="21172">
                <a:moveTo>
                  <a:pt x="10557" y="5287"/>
                </a:moveTo>
                <a:cubicBezTo>
                  <a:pt x="10729" y="5287"/>
                  <a:pt x="10902" y="5296"/>
                  <a:pt x="11076" y="5315"/>
                </a:cubicBezTo>
                <a:cubicBezTo>
                  <a:pt x="14279" y="5662"/>
                  <a:pt x="16345" y="8822"/>
                  <a:pt x="15373" y="11877"/>
                </a:cubicBezTo>
                <a:cubicBezTo>
                  <a:pt x="14714" y="13983"/>
                  <a:pt x="12722" y="15412"/>
                  <a:pt x="10550" y="15412"/>
                </a:cubicBezTo>
                <a:cubicBezTo>
                  <a:pt x="10376" y="15412"/>
                  <a:pt x="10201" y="15403"/>
                  <a:pt x="10026" y="15384"/>
                </a:cubicBezTo>
                <a:cubicBezTo>
                  <a:pt x="6823" y="15037"/>
                  <a:pt x="4766" y="11877"/>
                  <a:pt x="5729" y="8822"/>
                </a:cubicBezTo>
                <a:cubicBezTo>
                  <a:pt x="6397" y="6723"/>
                  <a:pt x="8390" y="5287"/>
                  <a:pt x="10557" y="5287"/>
                </a:cubicBezTo>
                <a:close/>
                <a:moveTo>
                  <a:pt x="12003" y="0"/>
                </a:moveTo>
                <a:cubicBezTo>
                  <a:pt x="11564" y="0"/>
                  <a:pt x="11175" y="302"/>
                  <a:pt x="11076" y="749"/>
                </a:cubicBezTo>
                <a:lnTo>
                  <a:pt x="10903" y="1582"/>
                </a:lnTo>
                <a:cubicBezTo>
                  <a:pt x="10842" y="1921"/>
                  <a:pt x="10547" y="2155"/>
                  <a:pt x="10199" y="2181"/>
                </a:cubicBezTo>
                <a:cubicBezTo>
                  <a:pt x="9366" y="2216"/>
                  <a:pt x="8542" y="2372"/>
                  <a:pt x="7769" y="2659"/>
                </a:cubicBezTo>
                <a:cubicBezTo>
                  <a:pt x="7686" y="2690"/>
                  <a:pt x="7599" y="2705"/>
                  <a:pt x="7513" y="2705"/>
                </a:cubicBezTo>
                <a:cubicBezTo>
                  <a:pt x="7267" y="2705"/>
                  <a:pt x="7027" y="2582"/>
                  <a:pt x="6892" y="2364"/>
                </a:cubicBezTo>
                <a:lnTo>
                  <a:pt x="6450" y="1678"/>
                </a:lnTo>
                <a:cubicBezTo>
                  <a:pt x="6268" y="1403"/>
                  <a:pt x="5969" y="1257"/>
                  <a:pt x="5664" y="1257"/>
                </a:cubicBezTo>
                <a:cubicBezTo>
                  <a:pt x="5487" y="1257"/>
                  <a:pt x="5307" y="1307"/>
                  <a:pt x="5148" y="1409"/>
                </a:cubicBezTo>
                <a:lnTo>
                  <a:pt x="4323" y="1956"/>
                </a:lnTo>
                <a:cubicBezTo>
                  <a:pt x="3889" y="2233"/>
                  <a:pt x="3767" y="2824"/>
                  <a:pt x="4045" y="3258"/>
                </a:cubicBezTo>
                <a:lnTo>
                  <a:pt x="4852" y="4482"/>
                </a:lnTo>
                <a:cubicBezTo>
                  <a:pt x="4132" y="5176"/>
                  <a:pt x="3542" y="6009"/>
                  <a:pt x="3116" y="6947"/>
                </a:cubicBezTo>
                <a:cubicBezTo>
                  <a:pt x="2998" y="7213"/>
                  <a:pt x="2728" y="7379"/>
                  <a:pt x="2441" y="7379"/>
                </a:cubicBezTo>
                <a:cubicBezTo>
                  <a:pt x="2392" y="7379"/>
                  <a:pt x="2342" y="7374"/>
                  <a:pt x="2292" y="7363"/>
                </a:cubicBezTo>
                <a:lnTo>
                  <a:pt x="1432" y="7190"/>
                </a:lnTo>
                <a:cubicBezTo>
                  <a:pt x="1367" y="7177"/>
                  <a:pt x="1303" y="7170"/>
                  <a:pt x="1239" y="7170"/>
                </a:cubicBezTo>
                <a:cubicBezTo>
                  <a:pt x="801" y="7170"/>
                  <a:pt x="411" y="7472"/>
                  <a:pt x="313" y="7919"/>
                </a:cubicBezTo>
                <a:lnTo>
                  <a:pt x="113" y="8882"/>
                </a:lnTo>
                <a:cubicBezTo>
                  <a:pt x="0" y="9395"/>
                  <a:pt x="330" y="9898"/>
                  <a:pt x="833" y="10002"/>
                </a:cubicBezTo>
                <a:lnTo>
                  <a:pt x="1788" y="10202"/>
                </a:lnTo>
                <a:cubicBezTo>
                  <a:pt x="2118" y="10263"/>
                  <a:pt x="2353" y="10549"/>
                  <a:pt x="2379" y="10879"/>
                </a:cubicBezTo>
                <a:cubicBezTo>
                  <a:pt x="2431" y="11686"/>
                  <a:pt x="2604" y="12467"/>
                  <a:pt x="2873" y="13205"/>
                </a:cubicBezTo>
                <a:cubicBezTo>
                  <a:pt x="2995" y="13526"/>
                  <a:pt x="2873" y="13900"/>
                  <a:pt x="2587" y="14091"/>
                </a:cubicBezTo>
                <a:lnTo>
                  <a:pt x="1762" y="14637"/>
                </a:lnTo>
                <a:cubicBezTo>
                  <a:pt x="1328" y="14915"/>
                  <a:pt x="1207" y="15505"/>
                  <a:pt x="1484" y="15940"/>
                </a:cubicBezTo>
                <a:lnTo>
                  <a:pt x="2031" y="16764"/>
                </a:lnTo>
                <a:cubicBezTo>
                  <a:pt x="2207" y="17039"/>
                  <a:pt x="2508" y="17185"/>
                  <a:pt x="2815" y="17185"/>
                </a:cubicBezTo>
                <a:cubicBezTo>
                  <a:pt x="2993" y="17185"/>
                  <a:pt x="3174" y="17135"/>
                  <a:pt x="3333" y="17033"/>
                </a:cubicBezTo>
                <a:lnTo>
                  <a:pt x="4253" y="16426"/>
                </a:lnTo>
                <a:cubicBezTo>
                  <a:pt x="4378" y="16346"/>
                  <a:pt x="4518" y="16308"/>
                  <a:pt x="4656" y="16308"/>
                </a:cubicBezTo>
                <a:cubicBezTo>
                  <a:pt x="4836" y="16308"/>
                  <a:pt x="5014" y="16372"/>
                  <a:pt x="5156" y="16495"/>
                </a:cubicBezTo>
                <a:cubicBezTo>
                  <a:pt x="5729" y="16990"/>
                  <a:pt x="6371" y="17415"/>
                  <a:pt x="7075" y="17745"/>
                </a:cubicBezTo>
                <a:cubicBezTo>
                  <a:pt x="7387" y="17901"/>
                  <a:pt x="7561" y="18240"/>
                  <a:pt x="7491" y="18570"/>
                </a:cubicBezTo>
                <a:lnTo>
                  <a:pt x="7257" y="19646"/>
                </a:lnTo>
                <a:cubicBezTo>
                  <a:pt x="7153" y="20158"/>
                  <a:pt x="7474" y="20653"/>
                  <a:pt x="7986" y="20766"/>
                </a:cubicBezTo>
                <a:lnTo>
                  <a:pt x="8950" y="20974"/>
                </a:lnTo>
                <a:cubicBezTo>
                  <a:pt x="9014" y="20987"/>
                  <a:pt x="9079" y="20994"/>
                  <a:pt x="9143" y="20994"/>
                </a:cubicBezTo>
                <a:cubicBezTo>
                  <a:pt x="9583" y="20994"/>
                  <a:pt x="9978" y="20692"/>
                  <a:pt x="10069" y="20245"/>
                </a:cubicBezTo>
                <a:lnTo>
                  <a:pt x="10312" y="19108"/>
                </a:lnTo>
                <a:cubicBezTo>
                  <a:pt x="10373" y="18778"/>
                  <a:pt x="10660" y="18526"/>
                  <a:pt x="10989" y="18518"/>
                </a:cubicBezTo>
                <a:cubicBezTo>
                  <a:pt x="11753" y="18474"/>
                  <a:pt x="12500" y="18327"/>
                  <a:pt x="13203" y="18075"/>
                </a:cubicBezTo>
                <a:cubicBezTo>
                  <a:pt x="13285" y="18047"/>
                  <a:pt x="13369" y="18033"/>
                  <a:pt x="13452" y="18033"/>
                </a:cubicBezTo>
                <a:cubicBezTo>
                  <a:pt x="13700" y="18033"/>
                  <a:pt x="13934" y="18155"/>
                  <a:pt x="14071" y="18370"/>
                </a:cubicBezTo>
                <a:lnTo>
                  <a:pt x="14696" y="19325"/>
                </a:lnTo>
                <a:cubicBezTo>
                  <a:pt x="14872" y="19599"/>
                  <a:pt x="15172" y="19745"/>
                  <a:pt x="15479" y="19745"/>
                </a:cubicBezTo>
                <a:cubicBezTo>
                  <a:pt x="15658" y="19745"/>
                  <a:pt x="15838" y="19696"/>
                  <a:pt x="15998" y="19594"/>
                </a:cubicBezTo>
                <a:lnTo>
                  <a:pt x="16822" y="19047"/>
                </a:lnTo>
                <a:cubicBezTo>
                  <a:pt x="17257" y="18769"/>
                  <a:pt x="17369" y="18179"/>
                  <a:pt x="17092" y="17745"/>
                </a:cubicBezTo>
                <a:lnTo>
                  <a:pt x="16458" y="16790"/>
                </a:lnTo>
                <a:cubicBezTo>
                  <a:pt x="16276" y="16512"/>
                  <a:pt x="16310" y="16130"/>
                  <a:pt x="16536" y="15879"/>
                </a:cubicBezTo>
                <a:cubicBezTo>
                  <a:pt x="17048" y="15332"/>
                  <a:pt x="17482" y="14690"/>
                  <a:pt x="17829" y="13995"/>
                </a:cubicBezTo>
                <a:cubicBezTo>
                  <a:pt x="17954" y="13738"/>
                  <a:pt x="18216" y="13580"/>
                  <a:pt x="18494" y="13580"/>
                </a:cubicBezTo>
                <a:cubicBezTo>
                  <a:pt x="18544" y="13580"/>
                  <a:pt x="18595" y="13585"/>
                  <a:pt x="18645" y="13596"/>
                </a:cubicBezTo>
                <a:lnTo>
                  <a:pt x="19704" y="13813"/>
                </a:lnTo>
                <a:cubicBezTo>
                  <a:pt x="19770" y="13824"/>
                  <a:pt x="19835" y="13830"/>
                  <a:pt x="19899" y="13830"/>
                </a:cubicBezTo>
                <a:cubicBezTo>
                  <a:pt x="20372" y="13830"/>
                  <a:pt x="20767" y="13527"/>
                  <a:pt x="20859" y="13075"/>
                </a:cubicBezTo>
                <a:lnTo>
                  <a:pt x="21058" y="12103"/>
                </a:lnTo>
                <a:cubicBezTo>
                  <a:pt x="21171" y="11599"/>
                  <a:pt x="20841" y="11096"/>
                  <a:pt x="20338" y="10992"/>
                </a:cubicBezTo>
                <a:lnTo>
                  <a:pt x="19314" y="10775"/>
                </a:lnTo>
                <a:cubicBezTo>
                  <a:pt x="18975" y="10705"/>
                  <a:pt x="18741" y="10419"/>
                  <a:pt x="18732" y="10063"/>
                </a:cubicBezTo>
                <a:cubicBezTo>
                  <a:pt x="18706" y="9264"/>
                  <a:pt x="18559" y="8483"/>
                  <a:pt x="18307" y="7745"/>
                </a:cubicBezTo>
                <a:cubicBezTo>
                  <a:pt x="18194" y="7424"/>
                  <a:pt x="18315" y="7068"/>
                  <a:pt x="18593" y="6886"/>
                </a:cubicBezTo>
                <a:lnTo>
                  <a:pt x="19401" y="6357"/>
                </a:lnTo>
                <a:cubicBezTo>
                  <a:pt x="19835" y="6079"/>
                  <a:pt x="19956" y="5488"/>
                  <a:pt x="19670" y="5054"/>
                </a:cubicBezTo>
                <a:lnTo>
                  <a:pt x="19131" y="4230"/>
                </a:lnTo>
                <a:cubicBezTo>
                  <a:pt x="18950" y="3955"/>
                  <a:pt x="18650" y="3806"/>
                  <a:pt x="18345" y="3806"/>
                </a:cubicBezTo>
                <a:cubicBezTo>
                  <a:pt x="18168" y="3806"/>
                  <a:pt x="17989" y="3856"/>
                  <a:pt x="17829" y="3961"/>
                </a:cubicBezTo>
                <a:lnTo>
                  <a:pt x="17057" y="4473"/>
                </a:lnTo>
                <a:cubicBezTo>
                  <a:pt x="16930" y="4551"/>
                  <a:pt x="16789" y="4590"/>
                  <a:pt x="16650" y="4590"/>
                </a:cubicBezTo>
                <a:cubicBezTo>
                  <a:pt x="16467" y="4590"/>
                  <a:pt x="16285" y="4523"/>
                  <a:pt x="16137" y="4395"/>
                </a:cubicBezTo>
                <a:cubicBezTo>
                  <a:pt x="15546" y="3839"/>
                  <a:pt x="14869" y="3370"/>
                  <a:pt x="14114" y="3006"/>
                </a:cubicBezTo>
                <a:cubicBezTo>
                  <a:pt x="13810" y="2850"/>
                  <a:pt x="13637" y="2520"/>
                  <a:pt x="13715" y="2181"/>
                </a:cubicBezTo>
                <a:lnTo>
                  <a:pt x="13889" y="1348"/>
                </a:lnTo>
                <a:cubicBezTo>
                  <a:pt x="14001" y="836"/>
                  <a:pt x="13672" y="332"/>
                  <a:pt x="13159" y="228"/>
                </a:cubicBezTo>
                <a:lnTo>
                  <a:pt x="12196" y="20"/>
                </a:lnTo>
                <a:cubicBezTo>
                  <a:pt x="12131" y="7"/>
                  <a:pt x="12066" y="0"/>
                  <a:pt x="120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3" name="Google Shape;193;p19"/>
          <p:cNvGrpSpPr/>
          <p:nvPr/>
        </p:nvGrpSpPr>
        <p:grpSpPr>
          <a:xfrm>
            <a:off x="417362" y="4136868"/>
            <a:ext cx="811927" cy="753197"/>
            <a:chOff x="4932662" y="2251593"/>
            <a:chExt cx="811927" cy="753197"/>
          </a:xfrm>
        </p:grpSpPr>
        <p:sp>
          <p:nvSpPr>
            <p:cNvPr id="194" name="Google Shape;194;p19"/>
            <p:cNvSpPr/>
            <p:nvPr/>
          </p:nvSpPr>
          <p:spPr>
            <a:xfrm>
              <a:off x="4932662" y="2251593"/>
              <a:ext cx="811927" cy="753197"/>
            </a:xfrm>
            <a:custGeom>
              <a:rect b="b" l="l" r="r" t="t"/>
              <a:pathLst>
                <a:path extrusionOk="0" h="22161" w="23889">
                  <a:moveTo>
                    <a:pt x="278" y="0"/>
                  </a:moveTo>
                  <a:cubicBezTo>
                    <a:pt x="130" y="0"/>
                    <a:pt x="0" y="122"/>
                    <a:pt x="0" y="286"/>
                  </a:cubicBezTo>
                  <a:lnTo>
                    <a:pt x="0" y="21874"/>
                  </a:lnTo>
                  <a:cubicBezTo>
                    <a:pt x="0" y="22031"/>
                    <a:pt x="122" y="22161"/>
                    <a:pt x="278" y="22161"/>
                  </a:cubicBezTo>
                  <a:lnTo>
                    <a:pt x="23610" y="22161"/>
                  </a:lnTo>
                  <a:cubicBezTo>
                    <a:pt x="23758" y="22161"/>
                    <a:pt x="23888" y="22031"/>
                    <a:pt x="23888" y="21874"/>
                  </a:cubicBezTo>
                  <a:lnTo>
                    <a:pt x="23888" y="286"/>
                  </a:lnTo>
                  <a:cubicBezTo>
                    <a:pt x="23888" y="130"/>
                    <a:pt x="23775" y="0"/>
                    <a:pt x="236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9"/>
            <p:cNvSpPr/>
            <p:nvPr/>
          </p:nvSpPr>
          <p:spPr>
            <a:xfrm>
              <a:off x="4968044" y="2360729"/>
              <a:ext cx="740826" cy="592436"/>
            </a:xfrm>
            <a:custGeom>
              <a:rect b="b" l="l" r="r" t="t"/>
              <a:pathLst>
                <a:path extrusionOk="0" h="17431" w="21797">
                  <a:moveTo>
                    <a:pt x="209" y="1"/>
                  </a:moveTo>
                  <a:cubicBezTo>
                    <a:pt x="96" y="1"/>
                    <a:pt x="1" y="88"/>
                    <a:pt x="1" y="209"/>
                  </a:cubicBezTo>
                  <a:lnTo>
                    <a:pt x="1" y="17222"/>
                  </a:lnTo>
                  <a:cubicBezTo>
                    <a:pt x="1" y="17335"/>
                    <a:pt x="88" y="17431"/>
                    <a:pt x="209" y="17431"/>
                  </a:cubicBezTo>
                  <a:lnTo>
                    <a:pt x="21588" y="17431"/>
                  </a:lnTo>
                  <a:cubicBezTo>
                    <a:pt x="21710" y="17431"/>
                    <a:pt x="21797" y="17335"/>
                    <a:pt x="21797" y="17222"/>
                  </a:cubicBezTo>
                  <a:lnTo>
                    <a:pt x="21797" y="209"/>
                  </a:lnTo>
                  <a:cubicBezTo>
                    <a:pt x="21797" y="105"/>
                    <a:pt x="21710" y="1"/>
                    <a:pt x="215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9"/>
            <p:cNvSpPr/>
            <p:nvPr/>
          </p:nvSpPr>
          <p:spPr>
            <a:xfrm>
              <a:off x="4981334" y="2284901"/>
              <a:ext cx="41907" cy="41941"/>
            </a:xfrm>
            <a:custGeom>
              <a:rect b="b" l="l" r="r" t="t"/>
              <a:pathLst>
                <a:path extrusionOk="0" h="1234" w="1233">
                  <a:moveTo>
                    <a:pt x="617" y="1"/>
                  </a:moveTo>
                  <a:cubicBezTo>
                    <a:pt x="278" y="1"/>
                    <a:pt x="0" y="270"/>
                    <a:pt x="0" y="617"/>
                  </a:cubicBezTo>
                  <a:cubicBezTo>
                    <a:pt x="0" y="956"/>
                    <a:pt x="269" y="1234"/>
                    <a:pt x="617" y="1234"/>
                  </a:cubicBezTo>
                  <a:cubicBezTo>
                    <a:pt x="955" y="1234"/>
                    <a:pt x="1233" y="964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9"/>
            <p:cNvSpPr/>
            <p:nvPr/>
          </p:nvSpPr>
          <p:spPr>
            <a:xfrm>
              <a:off x="5052709" y="2284901"/>
              <a:ext cx="42246" cy="41941"/>
            </a:xfrm>
            <a:custGeom>
              <a:rect b="b" l="l" r="r" t="t"/>
              <a:pathLst>
                <a:path extrusionOk="0" h="1234" w="1243">
                  <a:moveTo>
                    <a:pt x="617" y="1"/>
                  </a:moveTo>
                  <a:cubicBezTo>
                    <a:pt x="279" y="1"/>
                    <a:pt x="1" y="279"/>
                    <a:pt x="1" y="617"/>
                  </a:cubicBezTo>
                  <a:cubicBezTo>
                    <a:pt x="1" y="956"/>
                    <a:pt x="279" y="1234"/>
                    <a:pt x="617" y="1234"/>
                  </a:cubicBezTo>
                  <a:cubicBezTo>
                    <a:pt x="964" y="1234"/>
                    <a:pt x="1242" y="956"/>
                    <a:pt x="1242" y="617"/>
                  </a:cubicBezTo>
                  <a:cubicBezTo>
                    <a:pt x="1242" y="279"/>
                    <a:pt x="964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9"/>
            <p:cNvSpPr/>
            <p:nvPr/>
          </p:nvSpPr>
          <p:spPr>
            <a:xfrm>
              <a:off x="5124425" y="2284901"/>
              <a:ext cx="41907" cy="41941"/>
            </a:xfrm>
            <a:custGeom>
              <a:rect b="b" l="l" r="r" t="t"/>
              <a:pathLst>
                <a:path extrusionOk="0" h="1234" w="1233">
                  <a:moveTo>
                    <a:pt x="617" y="1"/>
                  </a:moveTo>
                  <a:cubicBezTo>
                    <a:pt x="278" y="1"/>
                    <a:pt x="0" y="279"/>
                    <a:pt x="0" y="617"/>
                  </a:cubicBezTo>
                  <a:cubicBezTo>
                    <a:pt x="0" y="956"/>
                    <a:pt x="278" y="1234"/>
                    <a:pt x="617" y="1234"/>
                  </a:cubicBezTo>
                  <a:cubicBezTo>
                    <a:pt x="955" y="1234"/>
                    <a:pt x="1233" y="956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99" name="Google Shape;19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3425" y="4326148"/>
            <a:ext cx="398281" cy="48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9"/>
          <p:cNvPicPr preferRelativeResize="0"/>
          <p:nvPr/>
        </p:nvPicPr>
        <p:blipFill>
          <a:blip r:embed="rId4">
            <a:alphaModFix amt="77000"/>
          </a:blip>
          <a:stretch>
            <a:fillRect/>
          </a:stretch>
        </p:blipFill>
        <p:spPr>
          <a:xfrm>
            <a:off x="7668774" y="4326151"/>
            <a:ext cx="366675" cy="4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13262" y="4249887"/>
            <a:ext cx="973589" cy="640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0"/>
          <p:cNvSpPr/>
          <p:nvPr/>
        </p:nvSpPr>
        <p:spPr>
          <a:xfrm>
            <a:off x="8253375" y="428100"/>
            <a:ext cx="601973" cy="596912"/>
          </a:xfrm>
          <a:custGeom>
            <a:rect b="b" l="l" r="r" t="t"/>
            <a:pathLst>
              <a:path extrusionOk="0" h="20994" w="21172">
                <a:moveTo>
                  <a:pt x="10557" y="5287"/>
                </a:moveTo>
                <a:cubicBezTo>
                  <a:pt x="10729" y="5287"/>
                  <a:pt x="10902" y="5296"/>
                  <a:pt x="11076" y="5315"/>
                </a:cubicBezTo>
                <a:cubicBezTo>
                  <a:pt x="14279" y="5662"/>
                  <a:pt x="16345" y="8822"/>
                  <a:pt x="15373" y="11877"/>
                </a:cubicBezTo>
                <a:cubicBezTo>
                  <a:pt x="14714" y="13983"/>
                  <a:pt x="12722" y="15412"/>
                  <a:pt x="10550" y="15412"/>
                </a:cubicBezTo>
                <a:cubicBezTo>
                  <a:pt x="10376" y="15412"/>
                  <a:pt x="10201" y="15403"/>
                  <a:pt x="10026" y="15384"/>
                </a:cubicBezTo>
                <a:cubicBezTo>
                  <a:pt x="6823" y="15037"/>
                  <a:pt x="4766" y="11877"/>
                  <a:pt x="5729" y="8822"/>
                </a:cubicBezTo>
                <a:cubicBezTo>
                  <a:pt x="6397" y="6723"/>
                  <a:pt x="8390" y="5287"/>
                  <a:pt x="10557" y="5287"/>
                </a:cubicBezTo>
                <a:close/>
                <a:moveTo>
                  <a:pt x="12003" y="0"/>
                </a:moveTo>
                <a:cubicBezTo>
                  <a:pt x="11564" y="0"/>
                  <a:pt x="11175" y="302"/>
                  <a:pt x="11076" y="749"/>
                </a:cubicBezTo>
                <a:lnTo>
                  <a:pt x="10903" y="1582"/>
                </a:lnTo>
                <a:cubicBezTo>
                  <a:pt x="10842" y="1921"/>
                  <a:pt x="10547" y="2155"/>
                  <a:pt x="10199" y="2181"/>
                </a:cubicBezTo>
                <a:cubicBezTo>
                  <a:pt x="9366" y="2216"/>
                  <a:pt x="8542" y="2372"/>
                  <a:pt x="7769" y="2659"/>
                </a:cubicBezTo>
                <a:cubicBezTo>
                  <a:pt x="7686" y="2690"/>
                  <a:pt x="7599" y="2705"/>
                  <a:pt x="7513" y="2705"/>
                </a:cubicBezTo>
                <a:cubicBezTo>
                  <a:pt x="7267" y="2705"/>
                  <a:pt x="7027" y="2582"/>
                  <a:pt x="6892" y="2364"/>
                </a:cubicBezTo>
                <a:lnTo>
                  <a:pt x="6450" y="1678"/>
                </a:lnTo>
                <a:cubicBezTo>
                  <a:pt x="6268" y="1403"/>
                  <a:pt x="5969" y="1257"/>
                  <a:pt x="5664" y="1257"/>
                </a:cubicBezTo>
                <a:cubicBezTo>
                  <a:pt x="5487" y="1257"/>
                  <a:pt x="5307" y="1307"/>
                  <a:pt x="5148" y="1409"/>
                </a:cubicBezTo>
                <a:lnTo>
                  <a:pt x="4323" y="1956"/>
                </a:lnTo>
                <a:cubicBezTo>
                  <a:pt x="3889" y="2233"/>
                  <a:pt x="3767" y="2824"/>
                  <a:pt x="4045" y="3258"/>
                </a:cubicBezTo>
                <a:lnTo>
                  <a:pt x="4852" y="4482"/>
                </a:lnTo>
                <a:cubicBezTo>
                  <a:pt x="4132" y="5176"/>
                  <a:pt x="3542" y="6009"/>
                  <a:pt x="3116" y="6947"/>
                </a:cubicBezTo>
                <a:cubicBezTo>
                  <a:pt x="2998" y="7213"/>
                  <a:pt x="2728" y="7379"/>
                  <a:pt x="2441" y="7379"/>
                </a:cubicBezTo>
                <a:cubicBezTo>
                  <a:pt x="2392" y="7379"/>
                  <a:pt x="2342" y="7374"/>
                  <a:pt x="2292" y="7363"/>
                </a:cubicBezTo>
                <a:lnTo>
                  <a:pt x="1432" y="7190"/>
                </a:lnTo>
                <a:cubicBezTo>
                  <a:pt x="1367" y="7177"/>
                  <a:pt x="1303" y="7170"/>
                  <a:pt x="1239" y="7170"/>
                </a:cubicBezTo>
                <a:cubicBezTo>
                  <a:pt x="801" y="7170"/>
                  <a:pt x="411" y="7472"/>
                  <a:pt x="313" y="7919"/>
                </a:cubicBezTo>
                <a:lnTo>
                  <a:pt x="113" y="8882"/>
                </a:lnTo>
                <a:cubicBezTo>
                  <a:pt x="0" y="9395"/>
                  <a:pt x="330" y="9898"/>
                  <a:pt x="833" y="10002"/>
                </a:cubicBezTo>
                <a:lnTo>
                  <a:pt x="1788" y="10202"/>
                </a:lnTo>
                <a:cubicBezTo>
                  <a:pt x="2118" y="10263"/>
                  <a:pt x="2353" y="10549"/>
                  <a:pt x="2379" y="10879"/>
                </a:cubicBezTo>
                <a:cubicBezTo>
                  <a:pt x="2431" y="11686"/>
                  <a:pt x="2604" y="12467"/>
                  <a:pt x="2873" y="13205"/>
                </a:cubicBezTo>
                <a:cubicBezTo>
                  <a:pt x="2995" y="13526"/>
                  <a:pt x="2873" y="13900"/>
                  <a:pt x="2587" y="14091"/>
                </a:cubicBezTo>
                <a:lnTo>
                  <a:pt x="1762" y="14637"/>
                </a:lnTo>
                <a:cubicBezTo>
                  <a:pt x="1328" y="14915"/>
                  <a:pt x="1207" y="15505"/>
                  <a:pt x="1484" y="15940"/>
                </a:cubicBezTo>
                <a:lnTo>
                  <a:pt x="2031" y="16764"/>
                </a:lnTo>
                <a:cubicBezTo>
                  <a:pt x="2207" y="17039"/>
                  <a:pt x="2508" y="17185"/>
                  <a:pt x="2815" y="17185"/>
                </a:cubicBezTo>
                <a:cubicBezTo>
                  <a:pt x="2993" y="17185"/>
                  <a:pt x="3174" y="17135"/>
                  <a:pt x="3333" y="17033"/>
                </a:cubicBezTo>
                <a:lnTo>
                  <a:pt x="4253" y="16426"/>
                </a:lnTo>
                <a:cubicBezTo>
                  <a:pt x="4378" y="16346"/>
                  <a:pt x="4518" y="16308"/>
                  <a:pt x="4656" y="16308"/>
                </a:cubicBezTo>
                <a:cubicBezTo>
                  <a:pt x="4836" y="16308"/>
                  <a:pt x="5014" y="16372"/>
                  <a:pt x="5156" y="16495"/>
                </a:cubicBezTo>
                <a:cubicBezTo>
                  <a:pt x="5729" y="16990"/>
                  <a:pt x="6371" y="17415"/>
                  <a:pt x="7075" y="17745"/>
                </a:cubicBezTo>
                <a:cubicBezTo>
                  <a:pt x="7387" y="17901"/>
                  <a:pt x="7561" y="18240"/>
                  <a:pt x="7491" y="18570"/>
                </a:cubicBezTo>
                <a:lnTo>
                  <a:pt x="7257" y="19646"/>
                </a:lnTo>
                <a:cubicBezTo>
                  <a:pt x="7153" y="20158"/>
                  <a:pt x="7474" y="20653"/>
                  <a:pt x="7986" y="20766"/>
                </a:cubicBezTo>
                <a:lnTo>
                  <a:pt x="8950" y="20974"/>
                </a:lnTo>
                <a:cubicBezTo>
                  <a:pt x="9014" y="20987"/>
                  <a:pt x="9079" y="20994"/>
                  <a:pt x="9143" y="20994"/>
                </a:cubicBezTo>
                <a:cubicBezTo>
                  <a:pt x="9583" y="20994"/>
                  <a:pt x="9978" y="20692"/>
                  <a:pt x="10069" y="20245"/>
                </a:cubicBezTo>
                <a:lnTo>
                  <a:pt x="10312" y="19108"/>
                </a:lnTo>
                <a:cubicBezTo>
                  <a:pt x="10373" y="18778"/>
                  <a:pt x="10660" y="18526"/>
                  <a:pt x="10989" y="18518"/>
                </a:cubicBezTo>
                <a:cubicBezTo>
                  <a:pt x="11753" y="18474"/>
                  <a:pt x="12500" y="18327"/>
                  <a:pt x="13203" y="18075"/>
                </a:cubicBezTo>
                <a:cubicBezTo>
                  <a:pt x="13285" y="18047"/>
                  <a:pt x="13369" y="18033"/>
                  <a:pt x="13452" y="18033"/>
                </a:cubicBezTo>
                <a:cubicBezTo>
                  <a:pt x="13700" y="18033"/>
                  <a:pt x="13934" y="18155"/>
                  <a:pt x="14071" y="18370"/>
                </a:cubicBezTo>
                <a:lnTo>
                  <a:pt x="14696" y="19325"/>
                </a:lnTo>
                <a:cubicBezTo>
                  <a:pt x="14872" y="19599"/>
                  <a:pt x="15172" y="19745"/>
                  <a:pt x="15479" y="19745"/>
                </a:cubicBezTo>
                <a:cubicBezTo>
                  <a:pt x="15658" y="19745"/>
                  <a:pt x="15838" y="19696"/>
                  <a:pt x="15998" y="19594"/>
                </a:cubicBezTo>
                <a:lnTo>
                  <a:pt x="16822" y="19047"/>
                </a:lnTo>
                <a:cubicBezTo>
                  <a:pt x="17257" y="18769"/>
                  <a:pt x="17369" y="18179"/>
                  <a:pt x="17092" y="17745"/>
                </a:cubicBezTo>
                <a:lnTo>
                  <a:pt x="16458" y="16790"/>
                </a:lnTo>
                <a:cubicBezTo>
                  <a:pt x="16276" y="16512"/>
                  <a:pt x="16310" y="16130"/>
                  <a:pt x="16536" y="15879"/>
                </a:cubicBezTo>
                <a:cubicBezTo>
                  <a:pt x="17048" y="15332"/>
                  <a:pt x="17482" y="14690"/>
                  <a:pt x="17829" y="13995"/>
                </a:cubicBezTo>
                <a:cubicBezTo>
                  <a:pt x="17954" y="13738"/>
                  <a:pt x="18216" y="13580"/>
                  <a:pt x="18494" y="13580"/>
                </a:cubicBezTo>
                <a:cubicBezTo>
                  <a:pt x="18544" y="13580"/>
                  <a:pt x="18595" y="13585"/>
                  <a:pt x="18645" y="13596"/>
                </a:cubicBezTo>
                <a:lnTo>
                  <a:pt x="19704" y="13813"/>
                </a:lnTo>
                <a:cubicBezTo>
                  <a:pt x="19770" y="13824"/>
                  <a:pt x="19835" y="13830"/>
                  <a:pt x="19899" y="13830"/>
                </a:cubicBezTo>
                <a:cubicBezTo>
                  <a:pt x="20372" y="13830"/>
                  <a:pt x="20767" y="13527"/>
                  <a:pt x="20859" y="13075"/>
                </a:cubicBezTo>
                <a:lnTo>
                  <a:pt x="21058" y="12103"/>
                </a:lnTo>
                <a:cubicBezTo>
                  <a:pt x="21171" y="11599"/>
                  <a:pt x="20841" y="11096"/>
                  <a:pt x="20338" y="10992"/>
                </a:cubicBezTo>
                <a:lnTo>
                  <a:pt x="19314" y="10775"/>
                </a:lnTo>
                <a:cubicBezTo>
                  <a:pt x="18975" y="10705"/>
                  <a:pt x="18741" y="10419"/>
                  <a:pt x="18732" y="10063"/>
                </a:cubicBezTo>
                <a:cubicBezTo>
                  <a:pt x="18706" y="9264"/>
                  <a:pt x="18559" y="8483"/>
                  <a:pt x="18307" y="7745"/>
                </a:cubicBezTo>
                <a:cubicBezTo>
                  <a:pt x="18194" y="7424"/>
                  <a:pt x="18315" y="7068"/>
                  <a:pt x="18593" y="6886"/>
                </a:cubicBezTo>
                <a:lnTo>
                  <a:pt x="19401" y="6357"/>
                </a:lnTo>
                <a:cubicBezTo>
                  <a:pt x="19835" y="6079"/>
                  <a:pt x="19956" y="5488"/>
                  <a:pt x="19670" y="5054"/>
                </a:cubicBezTo>
                <a:lnTo>
                  <a:pt x="19131" y="4230"/>
                </a:lnTo>
                <a:cubicBezTo>
                  <a:pt x="18950" y="3955"/>
                  <a:pt x="18650" y="3806"/>
                  <a:pt x="18345" y="3806"/>
                </a:cubicBezTo>
                <a:cubicBezTo>
                  <a:pt x="18168" y="3806"/>
                  <a:pt x="17989" y="3856"/>
                  <a:pt x="17829" y="3961"/>
                </a:cubicBezTo>
                <a:lnTo>
                  <a:pt x="17057" y="4473"/>
                </a:lnTo>
                <a:cubicBezTo>
                  <a:pt x="16930" y="4551"/>
                  <a:pt x="16789" y="4590"/>
                  <a:pt x="16650" y="4590"/>
                </a:cubicBezTo>
                <a:cubicBezTo>
                  <a:pt x="16467" y="4590"/>
                  <a:pt x="16285" y="4523"/>
                  <a:pt x="16137" y="4395"/>
                </a:cubicBezTo>
                <a:cubicBezTo>
                  <a:pt x="15546" y="3839"/>
                  <a:pt x="14869" y="3370"/>
                  <a:pt x="14114" y="3006"/>
                </a:cubicBezTo>
                <a:cubicBezTo>
                  <a:pt x="13810" y="2850"/>
                  <a:pt x="13637" y="2520"/>
                  <a:pt x="13715" y="2181"/>
                </a:cubicBezTo>
                <a:lnTo>
                  <a:pt x="13889" y="1348"/>
                </a:lnTo>
                <a:cubicBezTo>
                  <a:pt x="14001" y="836"/>
                  <a:pt x="13672" y="332"/>
                  <a:pt x="13159" y="228"/>
                </a:cubicBezTo>
                <a:lnTo>
                  <a:pt x="12196" y="20"/>
                </a:lnTo>
                <a:cubicBezTo>
                  <a:pt x="12131" y="7"/>
                  <a:pt x="12066" y="0"/>
                  <a:pt x="120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7" name="Google Shape;207;p20"/>
          <p:cNvGrpSpPr/>
          <p:nvPr/>
        </p:nvGrpSpPr>
        <p:grpSpPr>
          <a:xfrm flipH="1">
            <a:off x="8553471" y="74793"/>
            <a:ext cx="508385" cy="644675"/>
            <a:chOff x="4859771" y="3053445"/>
            <a:chExt cx="508385" cy="644675"/>
          </a:xfrm>
        </p:grpSpPr>
        <p:sp>
          <p:nvSpPr>
            <p:cNvPr id="208" name="Google Shape;208;p20"/>
            <p:cNvSpPr/>
            <p:nvPr/>
          </p:nvSpPr>
          <p:spPr>
            <a:xfrm>
              <a:off x="4859771" y="3053445"/>
              <a:ext cx="508385" cy="644675"/>
            </a:xfrm>
            <a:custGeom>
              <a:rect b="b" l="l" r="r" t="t"/>
              <a:pathLst>
                <a:path extrusionOk="0" h="18968" w="14958">
                  <a:moveTo>
                    <a:pt x="1216" y="1"/>
                  </a:moveTo>
                  <a:cubicBezTo>
                    <a:pt x="548" y="1"/>
                    <a:pt x="1" y="609"/>
                    <a:pt x="1" y="1346"/>
                  </a:cubicBezTo>
                  <a:lnTo>
                    <a:pt x="1" y="17622"/>
                  </a:lnTo>
                  <a:cubicBezTo>
                    <a:pt x="1" y="18368"/>
                    <a:pt x="548" y="18967"/>
                    <a:pt x="1216" y="18967"/>
                  </a:cubicBezTo>
                  <a:lnTo>
                    <a:pt x="13742" y="18967"/>
                  </a:lnTo>
                  <a:cubicBezTo>
                    <a:pt x="14410" y="18967"/>
                    <a:pt x="14957" y="18368"/>
                    <a:pt x="14957" y="17622"/>
                  </a:cubicBezTo>
                  <a:lnTo>
                    <a:pt x="14957" y="3820"/>
                  </a:lnTo>
                  <a:lnTo>
                    <a:pt x="1194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20"/>
            <p:cNvSpPr/>
            <p:nvPr/>
          </p:nvSpPr>
          <p:spPr>
            <a:xfrm>
              <a:off x="5265729" y="3053751"/>
              <a:ext cx="101827" cy="130444"/>
            </a:xfrm>
            <a:custGeom>
              <a:rect b="b" l="l" r="r" t="t"/>
              <a:pathLst>
                <a:path extrusionOk="0" h="3838" w="2996">
                  <a:moveTo>
                    <a:pt x="1" y="1"/>
                  </a:moveTo>
                  <a:lnTo>
                    <a:pt x="1" y="2856"/>
                  </a:lnTo>
                  <a:cubicBezTo>
                    <a:pt x="1" y="3395"/>
                    <a:pt x="409" y="3837"/>
                    <a:pt x="895" y="3837"/>
                  </a:cubicBezTo>
                  <a:lnTo>
                    <a:pt x="2996" y="382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0"/>
            <p:cNvSpPr/>
            <p:nvPr/>
          </p:nvSpPr>
          <p:spPr>
            <a:xfrm>
              <a:off x="4961567" y="3237560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0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20"/>
            <p:cNvSpPr/>
            <p:nvPr/>
          </p:nvSpPr>
          <p:spPr>
            <a:xfrm>
              <a:off x="4961567" y="3300099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20"/>
            <p:cNvSpPr/>
            <p:nvPr/>
          </p:nvSpPr>
          <p:spPr>
            <a:xfrm>
              <a:off x="4961567" y="3362943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0"/>
            <p:cNvSpPr/>
            <p:nvPr/>
          </p:nvSpPr>
          <p:spPr>
            <a:xfrm>
              <a:off x="4961567" y="3425482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20"/>
            <p:cNvSpPr/>
            <p:nvPr/>
          </p:nvSpPr>
          <p:spPr>
            <a:xfrm>
              <a:off x="4961567" y="3487748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0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5" name="Google Shape;215;p20"/>
          <p:cNvSpPr txBox="1"/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Barra de Ferramentas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772800" y="1331500"/>
            <a:ext cx="6606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Todos os dados, cálculos e gráficos inseridos são salvos automaticamente na sua conta Google</a:t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1393775" y="3477025"/>
            <a:ext cx="487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Selecione a caixa para alterar o título do seu trabalho</a:t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218" name="Google Shape;21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3262" y="4249887"/>
            <a:ext cx="973589" cy="64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0"/>
          <p:cNvPicPr preferRelativeResize="0"/>
          <p:nvPr/>
        </p:nvPicPr>
        <p:blipFill>
          <a:blip r:embed="rId4">
            <a:alphaModFix amt="77000"/>
          </a:blip>
          <a:stretch>
            <a:fillRect/>
          </a:stretch>
        </p:blipFill>
        <p:spPr>
          <a:xfrm>
            <a:off x="7668774" y="4326151"/>
            <a:ext cx="366675" cy="4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43425" y="4326148"/>
            <a:ext cx="398281" cy="48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0"/>
          <p:cNvPicPr preferRelativeResize="0"/>
          <p:nvPr/>
        </p:nvPicPr>
        <p:blipFill rotWithShape="1">
          <a:blip r:embed="rId6">
            <a:alphaModFix/>
          </a:blip>
          <a:srcRect b="60352" l="0" r="0" t="0"/>
          <a:stretch/>
        </p:blipFill>
        <p:spPr>
          <a:xfrm>
            <a:off x="702300" y="2280600"/>
            <a:ext cx="6747900" cy="796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0"/>
          <p:cNvSpPr/>
          <p:nvPr/>
        </p:nvSpPr>
        <p:spPr>
          <a:xfrm>
            <a:off x="1162426" y="2395925"/>
            <a:ext cx="1385100" cy="186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0"/>
          <p:cNvSpPr/>
          <p:nvPr/>
        </p:nvSpPr>
        <p:spPr>
          <a:xfrm rot="-6416513">
            <a:off x="1822285" y="2942659"/>
            <a:ext cx="746393" cy="28413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1"/>
          <p:cNvSpPr txBox="1"/>
          <p:nvPr>
            <p:ph idx="1" type="subTitle"/>
          </p:nvPr>
        </p:nvSpPr>
        <p:spPr>
          <a:xfrm>
            <a:off x="2632050" y="331150"/>
            <a:ext cx="3879900" cy="4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Visualização das tabelas salvas na sua conta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1"/>
          <p:cNvSpPr/>
          <p:nvPr/>
        </p:nvSpPr>
        <p:spPr>
          <a:xfrm>
            <a:off x="385812" y="3994718"/>
            <a:ext cx="719583" cy="713534"/>
          </a:xfrm>
          <a:custGeom>
            <a:rect b="b" l="l" r="r" t="t"/>
            <a:pathLst>
              <a:path extrusionOk="0" h="20994" w="21172">
                <a:moveTo>
                  <a:pt x="10557" y="5287"/>
                </a:moveTo>
                <a:cubicBezTo>
                  <a:pt x="10729" y="5287"/>
                  <a:pt x="10902" y="5296"/>
                  <a:pt x="11076" y="5315"/>
                </a:cubicBezTo>
                <a:cubicBezTo>
                  <a:pt x="14279" y="5662"/>
                  <a:pt x="16345" y="8822"/>
                  <a:pt x="15373" y="11877"/>
                </a:cubicBezTo>
                <a:cubicBezTo>
                  <a:pt x="14714" y="13983"/>
                  <a:pt x="12722" y="15412"/>
                  <a:pt x="10550" y="15412"/>
                </a:cubicBezTo>
                <a:cubicBezTo>
                  <a:pt x="10376" y="15412"/>
                  <a:pt x="10201" y="15403"/>
                  <a:pt x="10026" y="15384"/>
                </a:cubicBezTo>
                <a:cubicBezTo>
                  <a:pt x="6823" y="15037"/>
                  <a:pt x="4766" y="11877"/>
                  <a:pt x="5729" y="8822"/>
                </a:cubicBezTo>
                <a:cubicBezTo>
                  <a:pt x="6397" y="6723"/>
                  <a:pt x="8390" y="5287"/>
                  <a:pt x="10557" y="5287"/>
                </a:cubicBezTo>
                <a:close/>
                <a:moveTo>
                  <a:pt x="12003" y="0"/>
                </a:moveTo>
                <a:cubicBezTo>
                  <a:pt x="11564" y="0"/>
                  <a:pt x="11175" y="302"/>
                  <a:pt x="11076" y="749"/>
                </a:cubicBezTo>
                <a:lnTo>
                  <a:pt x="10903" y="1582"/>
                </a:lnTo>
                <a:cubicBezTo>
                  <a:pt x="10842" y="1921"/>
                  <a:pt x="10547" y="2155"/>
                  <a:pt x="10199" y="2181"/>
                </a:cubicBezTo>
                <a:cubicBezTo>
                  <a:pt x="9366" y="2216"/>
                  <a:pt x="8542" y="2372"/>
                  <a:pt x="7769" y="2659"/>
                </a:cubicBezTo>
                <a:cubicBezTo>
                  <a:pt x="7686" y="2690"/>
                  <a:pt x="7599" y="2705"/>
                  <a:pt x="7513" y="2705"/>
                </a:cubicBezTo>
                <a:cubicBezTo>
                  <a:pt x="7267" y="2705"/>
                  <a:pt x="7027" y="2582"/>
                  <a:pt x="6892" y="2364"/>
                </a:cubicBezTo>
                <a:lnTo>
                  <a:pt x="6450" y="1678"/>
                </a:lnTo>
                <a:cubicBezTo>
                  <a:pt x="6268" y="1403"/>
                  <a:pt x="5969" y="1257"/>
                  <a:pt x="5664" y="1257"/>
                </a:cubicBezTo>
                <a:cubicBezTo>
                  <a:pt x="5487" y="1257"/>
                  <a:pt x="5307" y="1307"/>
                  <a:pt x="5148" y="1409"/>
                </a:cubicBezTo>
                <a:lnTo>
                  <a:pt x="4323" y="1956"/>
                </a:lnTo>
                <a:cubicBezTo>
                  <a:pt x="3889" y="2233"/>
                  <a:pt x="3767" y="2824"/>
                  <a:pt x="4045" y="3258"/>
                </a:cubicBezTo>
                <a:lnTo>
                  <a:pt x="4852" y="4482"/>
                </a:lnTo>
                <a:cubicBezTo>
                  <a:pt x="4132" y="5176"/>
                  <a:pt x="3542" y="6009"/>
                  <a:pt x="3116" y="6947"/>
                </a:cubicBezTo>
                <a:cubicBezTo>
                  <a:pt x="2998" y="7213"/>
                  <a:pt x="2728" y="7379"/>
                  <a:pt x="2441" y="7379"/>
                </a:cubicBezTo>
                <a:cubicBezTo>
                  <a:pt x="2392" y="7379"/>
                  <a:pt x="2342" y="7374"/>
                  <a:pt x="2292" y="7363"/>
                </a:cubicBezTo>
                <a:lnTo>
                  <a:pt x="1432" y="7190"/>
                </a:lnTo>
                <a:cubicBezTo>
                  <a:pt x="1367" y="7177"/>
                  <a:pt x="1303" y="7170"/>
                  <a:pt x="1239" y="7170"/>
                </a:cubicBezTo>
                <a:cubicBezTo>
                  <a:pt x="801" y="7170"/>
                  <a:pt x="411" y="7472"/>
                  <a:pt x="313" y="7919"/>
                </a:cubicBezTo>
                <a:lnTo>
                  <a:pt x="113" y="8882"/>
                </a:lnTo>
                <a:cubicBezTo>
                  <a:pt x="0" y="9395"/>
                  <a:pt x="330" y="9898"/>
                  <a:pt x="833" y="10002"/>
                </a:cubicBezTo>
                <a:lnTo>
                  <a:pt x="1788" y="10202"/>
                </a:lnTo>
                <a:cubicBezTo>
                  <a:pt x="2118" y="10263"/>
                  <a:pt x="2353" y="10549"/>
                  <a:pt x="2379" y="10879"/>
                </a:cubicBezTo>
                <a:cubicBezTo>
                  <a:pt x="2431" y="11686"/>
                  <a:pt x="2604" y="12467"/>
                  <a:pt x="2873" y="13205"/>
                </a:cubicBezTo>
                <a:cubicBezTo>
                  <a:pt x="2995" y="13526"/>
                  <a:pt x="2873" y="13900"/>
                  <a:pt x="2587" y="14091"/>
                </a:cubicBezTo>
                <a:lnTo>
                  <a:pt x="1762" y="14637"/>
                </a:lnTo>
                <a:cubicBezTo>
                  <a:pt x="1328" y="14915"/>
                  <a:pt x="1207" y="15505"/>
                  <a:pt x="1484" y="15940"/>
                </a:cubicBezTo>
                <a:lnTo>
                  <a:pt x="2031" y="16764"/>
                </a:lnTo>
                <a:cubicBezTo>
                  <a:pt x="2207" y="17039"/>
                  <a:pt x="2508" y="17185"/>
                  <a:pt x="2815" y="17185"/>
                </a:cubicBezTo>
                <a:cubicBezTo>
                  <a:pt x="2993" y="17185"/>
                  <a:pt x="3174" y="17135"/>
                  <a:pt x="3333" y="17033"/>
                </a:cubicBezTo>
                <a:lnTo>
                  <a:pt x="4253" y="16426"/>
                </a:lnTo>
                <a:cubicBezTo>
                  <a:pt x="4378" y="16346"/>
                  <a:pt x="4518" y="16308"/>
                  <a:pt x="4656" y="16308"/>
                </a:cubicBezTo>
                <a:cubicBezTo>
                  <a:pt x="4836" y="16308"/>
                  <a:pt x="5014" y="16372"/>
                  <a:pt x="5156" y="16495"/>
                </a:cubicBezTo>
                <a:cubicBezTo>
                  <a:pt x="5729" y="16990"/>
                  <a:pt x="6371" y="17415"/>
                  <a:pt x="7075" y="17745"/>
                </a:cubicBezTo>
                <a:cubicBezTo>
                  <a:pt x="7387" y="17901"/>
                  <a:pt x="7561" y="18240"/>
                  <a:pt x="7491" y="18570"/>
                </a:cubicBezTo>
                <a:lnTo>
                  <a:pt x="7257" y="19646"/>
                </a:lnTo>
                <a:cubicBezTo>
                  <a:pt x="7153" y="20158"/>
                  <a:pt x="7474" y="20653"/>
                  <a:pt x="7986" y="20766"/>
                </a:cubicBezTo>
                <a:lnTo>
                  <a:pt x="8950" y="20974"/>
                </a:lnTo>
                <a:cubicBezTo>
                  <a:pt x="9014" y="20987"/>
                  <a:pt x="9079" y="20994"/>
                  <a:pt x="9143" y="20994"/>
                </a:cubicBezTo>
                <a:cubicBezTo>
                  <a:pt x="9583" y="20994"/>
                  <a:pt x="9978" y="20692"/>
                  <a:pt x="10069" y="20245"/>
                </a:cubicBezTo>
                <a:lnTo>
                  <a:pt x="10312" y="19108"/>
                </a:lnTo>
                <a:cubicBezTo>
                  <a:pt x="10373" y="18778"/>
                  <a:pt x="10660" y="18526"/>
                  <a:pt x="10989" y="18518"/>
                </a:cubicBezTo>
                <a:cubicBezTo>
                  <a:pt x="11753" y="18474"/>
                  <a:pt x="12500" y="18327"/>
                  <a:pt x="13203" y="18075"/>
                </a:cubicBezTo>
                <a:cubicBezTo>
                  <a:pt x="13285" y="18047"/>
                  <a:pt x="13369" y="18033"/>
                  <a:pt x="13452" y="18033"/>
                </a:cubicBezTo>
                <a:cubicBezTo>
                  <a:pt x="13700" y="18033"/>
                  <a:pt x="13934" y="18155"/>
                  <a:pt x="14071" y="18370"/>
                </a:cubicBezTo>
                <a:lnTo>
                  <a:pt x="14696" y="19325"/>
                </a:lnTo>
                <a:cubicBezTo>
                  <a:pt x="14872" y="19599"/>
                  <a:pt x="15172" y="19745"/>
                  <a:pt x="15479" y="19745"/>
                </a:cubicBezTo>
                <a:cubicBezTo>
                  <a:pt x="15658" y="19745"/>
                  <a:pt x="15838" y="19696"/>
                  <a:pt x="15998" y="19594"/>
                </a:cubicBezTo>
                <a:lnTo>
                  <a:pt x="16822" y="19047"/>
                </a:lnTo>
                <a:cubicBezTo>
                  <a:pt x="17257" y="18769"/>
                  <a:pt x="17369" y="18179"/>
                  <a:pt x="17092" y="17745"/>
                </a:cubicBezTo>
                <a:lnTo>
                  <a:pt x="16458" y="16790"/>
                </a:lnTo>
                <a:cubicBezTo>
                  <a:pt x="16276" y="16512"/>
                  <a:pt x="16310" y="16130"/>
                  <a:pt x="16536" y="15879"/>
                </a:cubicBezTo>
                <a:cubicBezTo>
                  <a:pt x="17048" y="15332"/>
                  <a:pt x="17482" y="14690"/>
                  <a:pt x="17829" y="13995"/>
                </a:cubicBezTo>
                <a:cubicBezTo>
                  <a:pt x="17954" y="13738"/>
                  <a:pt x="18216" y="13580"/>
                  <a:pt x="18494" y="13580"/>
                </a:cubicBezTo>
                <a:cubicBezTo>
                  <a:pt x="18544" y="13580"/>
                  <a:pt x="18595" y="13585"/>
                  <a:pt x="18645" y="13596"/>
                </a:cubicBezTo>
                <a:lnTo>
                  <a:pt x="19704" y="13813"/>
                </a:lnTo>
                <a:cubicBezTo>
                  <a:pt x="19770" y="13824"/>
                  <a:pt x="19835" y="13830"/>
                  <a:pt x="19899" y="13830"/>
                </a:cubicBezTo>
                <a:cubicBezTo>
                  <a:pt x="20372" y="13830"/>
                  <a:pt x="20767" y="13527"/>
                  <a:pt x="20859" y="13075"/>
                </a:cubicBezTo>
                <a:lnTo>
                  <a:pt x="21058" y="12103"/>
                </a:lnTo>
                <a:cubicBezTo>
                  <a:pt x="21171" y="11599"/>
                  <a:pt x="20841" y="11096"/>
                  <a:pt x="20338" y="10992"/>
                </a:cubicBezTo>
                <a:lnTo>
                  <a:pt x="19314" y="10775"/>
                </a:lnTo>
                <a:cubicBezTo>
                  <a:pt x="18975" y="10705"/>
                  <a:pt x="18741" y="10419"/>
                  <a:pt x="18732" y="10063"/>
                </a:cubicBezTo>
                <a:cubicBezTo>
                  <a:pt x="18706" y="9264"/>
                  <a:pt x="18559" y="8483"/>
                  <a:pt x="18307" y="7745"/>
                </a:cubicBezTo>
                <a:cubicBezTo>
                  <a:pt x="18194" y="7424"/>
                  <a:pt x="18315" y="7068"/>
                  <a:pt x="18593" y="6886"/>
                </a:cubicBezTo>
                <a:lnTo>
                  <a:pt x="19401" y="6357"/>
                </a:lnTo>
                <a:cubicBezTo>
                  <a:pt x="19835" y="6079"/>
                  <a:pt x="19956" y="5488"/>
                  <a:pt x="19670" y="5054"/>
                </a:cubicBezTo>
                <a:lnTo>
                  <a:pt x="19131" y="4230"/>
                </a:lnTo>
                <a:cubicBezTo>
                  <a:pt x="18950" y="3955"/>
                  <a:pt x="18650" y="3806"/>
                  <a:pt x="18345" y="3806"/>
                </a:cubicBezTo>
                <a:cubicBezTo>
                  <a:pt x="18168" y="3806"/>
                  <a:pt x="17989" y="3856"/>
                  <a:pt x="17829" y="3961"/>
                </a:cubicBezTo>
                <a:lnTo>
                  <a:pt x="17057" y="4473"/>
                </a:lnTo>
                <a:cubicBezTo>
                  <a:pt x="16930" y="4551"/>
                  <a:pt x="16789" y="4590"/>
                  <a:pt x="16650" y="4590"/>
                </a:cubicBezTo>
                <a:cubicBezTo>
                  <a:pt x="16467" y="4590"/>
                  <a:pt x="16285" y="4523"/>
                  <a:pt x="16137" y="4395"/>
                </a:cubicBezTo>
                <a:cubicBezTo>
                  <a:pt x="15546" y="3839"/>
                  <a:pt x="14869" y="3370"/>
                  <a:pt x="14114" y="3006"/>
                </a:cubicBezTo>
                <a:cubicBezTo>
                  <a:pt x="13810" y="2850"/>
                  <a:pt x="13637" y="2520"/>
                  <a:pt x="13715" y="2181"/>
                </a:cubicBezTo>
                <a:lnTo>
                  <a:pt x="13889" y="1348"/>
                </a:lnTo>
                <a:cubicBezTo>
                  <a:pt x="14001" y="836"/>
                  <a:pt x="13672" y="332"/>
                  <a:pt x="13159" y="228"/>
                </a:cubicBezTo>
                <a:lnTo>
                  <a:pt x="12196" y="20"/>
                </a:lnTo>
                <a:cubicBezTo>
                  <a:pt x="12131" y="7"/>
                  <a:pt x="12066" y="0"/>
                  <a:pt x="120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0" name="Google Shape;230;p21"/>
          <p:cNvGrpSpPr/>
          <p:nvPr/>
        </p:nvGrpSpPr>
        <p:grpSpPr>
          <a:xfrm>
            <a:off x="126887" y="4309568"/>
            <a:ext cx="811927" cy="753197"/>
            <a:chOff x="4932662" y="2251593"/>
            <a:chExt cx="811927" cy="753197"/>
          </a:xfrm>
        </p:grpSpPr>
        <p:sp>
          <p:nvSpPr>
            <p:cNvPr id="231" name="Google Shape;231;p21"/>
            <p:cNvSpPr/>
            <p:nvPr/>
          </p:nvSpPr>
          <p:spPr>
            <a:xfrm>
              <a:off x="4932662" y="2251593"/>
              <a:ext cx="811927" cy="753197"/>
            </a:xfrm>
            <a:custGeom>
              <a:rect b="b" l="l" r="r" t="t"/>
              <a:pathLst>
                <a:path extrusionOk="0" h="22161" w="23889">
                  <a:moveTo>
                    <a:pt x="278" y="0"/>
                  </a:moveTo>
                  <a:cubicBezTo>
                    <a:pt x="130" y="0"/>
                    <a:pt x="0" y="122"/>
                    <a:pt x="0" y="286"/>
                  </a:cubicBezTo>
                  <a:lnTo>
                    <a:pt x="0" y="21874"/>
                  </a:lnTo>
                  <a:cubicBezTo>
                    <a:pt x="0" y="22031"/>
                    <a:pt x="122" y="22161"/>
                    <a:pt x="278" y="22161"/>
                  </a:cubicBezTo>
                  <a:lnTo>
                    <a:pt x="23610" y="22161"/>
                  </a:lnTo>
                  <a:cubicBezTo>
                    <a:pt x="23758" y="22161"/>
                    <a:pt x="23888" y="22031"/>
                    <a:pt x="23888" y="21874"/>
                  </a:cubicBezTo>
                  <a:lnTo>
                    <a:pt x="23888" y="286"/>
                  </a:lnTo>
                  <a:cubicBezTo>
                    <a:pt x="23888" y="130"/>
                    <a:pt x="23775" y="0"/>
                    <a:pt x="236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21"/>
            <p:cNvSpPr/>
            <p:nvPr/>
          </p:nvSpPr>
          <p:spPr>
            <a:xfrm>
              <a:off x="4968044" y="2360729"/>
              <a:ext cx="740826" cy="592436"/>
            </a:xfrm>
            <a:custGeom>
              <a:rect b="b" l="l" r="r" t="t"/>
              <a:pathLst>
                <a:path extrusionOk="0" h="17431" w="21797">
                  <a:moveTo>
                    <a:pt x="209" y="1"/>
                  </a:moveTo>
                  <a:cubicBezTo>
                    <a:pt x="96" y="1"/>
                    <a:pt x="1" y="88"/>
                    <a:pt x="1" y="209"/>
                  </a:cubicBezTo>
                  <a:lnTo>
                    <a:pt x="1" y="17222"/>
                  </a:lnTo>
                  <a:cubicBezTo>
                    <a:pt x="1" y="17335"/>
                    <a:pt x="88" y="17431"/>
                    <a:pt x="209" y="17431"/>
                  </a:cubicBezTo>
                  <a:lnTo>
                    <a:pt x="21588" y="17431"/>
                  </a:lnTo>
                  <a:cubicBezTo>
                    <a:pt x="21710" y="17431"/>
                    <a:pt x="21797" y="17335"/>
                    <a:pt x="21797" y="17222"/>
                  </a:cubicBezTo>
                  <a:lnTo>
                    <a:pt x="21797" y="209"/>
                  </a:lnTo>
                  <a:cubicBezTo>
                    <a:pt x="21797" y="105"/>
                    <a:pt x="21710" y="1"/>
                    <a:pt x="215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21"/>
            <p:cNvSpPr/>
            <p:nvPr/>
          </p:nvSpPr>
          <p:spPr>
            <a:xfrm>
              <a:off x="4981334" y="2284901"/>
              <a:ext cx="41907" cy="41941"/>
            </a:xfrm>
            <a:custGeom>
              <a:rect b="b" l="l" r="r" t="t"/>
              <a:pathLst>
                <a:path extrusionOk="0" h="1234" w="1233">
                  <a:moveTo>
                    <a:pt x="617" y="1"/>
                  </a:moveTo>
                  <a:cubicBezTo>
                    <a:pt x="278" y="1"/>
                    <a:pt x="0" y="270"/>
                    <a:pt x="0" y="617"/>
                  </a:cubicBezTo>
                  <a:cubicBezTo>
                    <a:pt x="0" y="956"/>
                    <a:pt x="269" y="1234"/>
                    <a:pt x="617" y="1234"/>
                  </a:cubicBezTo>
                  <a:cubicBezTo>
                    <a:pt x="955" y="1234"/>
                    <a:pt x="1233" y="964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21"/>
            <p:cNvSpPr/>
            <p:nvPr/>
          </p:nvSpPr>
          <p:spPr>
            <a:xfrm>
              <a:off x="5052709" y="2284901"/>
              <a:ext cx="42246" cy="41941"/>
            </a:xfrm>
            <a:custGeom>
              <a:rect b="b" l="l" r="r" t="t"/>
              <a:pathLst>
                <a:path extrusionOk="0" h="1234" w="1243">
                  <a:moveTo>
                    <a:pt x="617" y="1"/>
                  </a:moveTo>
                  <a:cubicBezTo>
                    <a:pt x="279" y="1"/>
                    <a:pt x="1" y="279"/>
                    <a:pt x="1" y="617"/>
                  </a:cubicBezTo>
                  <a:cubicBezTo>
                    <a:pt x="1" y="956"/>
                    <a:pt x="279" y="1234"/>
                    <a:pt x="617" y="1234"/>
                  </a:cubicBezTo>
                  <a:cubicBezTo>
                    <a:pt x="964" y="1234"/>
                    <a:pt x="1242" y="956"/>
                    <a:pt x="1242" y="617"/>
                  </a:cubicBezTo>
                  <a:cubicBezTo>
                    <a:pt x="1242" y="279"/>
                    <a:pt x="964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21"/>
            <p:cNvSpPr/>
            <p:nvPr/>
          </p:nvSpPr>
          <p:spPr>
            <a:xfrm>
              <a:off x="5124425" y="2284901"/>
              <a:ext cx="41907" cy="41941"/>
            </a:xfrm>
            <a:custGeom>
              <a:rect b="b" l="l" r="r" t="t"/>
              <a:pathLst>
                <a:path extrusionOk="0" h="1234" w="1233">
                  <a:moveTo>
                    <a:pt x="617" y="1"/>
                  </a:moveTo>
                  <a:cubicBezTo>
                    <a:pt x="278" y="1"/>
                    <a:pt x="0" y="279"/>
                    <a:pt x="0" y="617"/>
                  </a:cubicBezTo>
                  <a:cubicBezTo>
                    <a:pt x="0" y="956"/>
                    <a:pt x="278" y="1234"/>
                    <a:pt x="617" y="1234"/>
                  </a:cubicBezTo>
                  <a:cubicBezTo>
                    <a:pt x="955" y="1234"/>
                    <a:pt x="1233" y="956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36" name="Google Shape;236;p21"/>
          <p:cNvPicPr preferRelativeResize="0"/>
          <p:nvPr/>
        </p:nvPicPr>
        <p:blipFill rotWithShape="1">
          <a:blip r:embed="rId3">
            <a:alphaModFix/>
          </a:blip>
          <a:srcRect b="43082" l="0" r="0" t="0"/>
          <a:stretch/>
        </p:blipFill>
        <p:spPr>
          <a:xfrm>
            <a:off x="1283962" y="789850"/>
            <a:ext cx="6576075" cy="979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1"/>
          <p:cNvPicPr preferRelativeResize="0"/>
          <p:nvPr/>
        </p:nvPicPr>
        <p:blipFill rotWithShape="1">
          <a:blip r:embed="rId4">
            <a:alphaModFix/>
          </a:blip>
          <a:srcRect b="28001" l="0" r="0" t="0"/>
          <a:stretch/>
        </p:blipFill>
        <p:spPr>
          <a:xfrm>
            <a:off x="1669163" y="2027300"/>
            <a:ext cx="5805677" cy="2222584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1"/>
          <p:cNvSpPr/>
          <p:nvPr/>
        </p:nvSpPr>
        <p:spPr>
          <a:xfrm>
            <a:off x="1337203" y="874021"/>
            <a:ext cx="446100" cy="4233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1"/>
          <p:cNvSpPr/>
          <p:nvPr/>
        </p:nvSpPr>
        <p:spPr>
          <a:xfrm rot="-1245998">
            <a:off x="1891087" y="1312697"/>
            <a:ext cx="296140" cy="770541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0" name="Google Shape;24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13262" y="4249887"/>
            <a:ext cx="973589" cy="64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1"/>
          <p:cNvPicPr preferRelativeResize="0"/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>
            <a:off x="7668774" y="4326151"/>
            <a:ext cx="366675" cy="4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43425" y="4326148"/>
            <a:ext cx="398281" cy="48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2"/>
          <p:cNvSpPr/>
          <p:nvPr/>
        </p:nvSpPr>
        <p:spPr>
          <a:xfrm>
            <a:off x="7889799" y="4014123"/>
            <a:ext cx="719583" cy="713534"/>
          </a:xfrm>
          <a:custGeom>
            <a:rect b="b" l="l" r="r" t="t"/>
            <a:pathLst>
              <a:path extrusionOk="0" h="20994" w="21172">
                <a:moveTo>
                  <a:pt x="10557" y="5287"/>
                </a:moveTo>
                <a:cubicBezTo>
                  <a:pt x="10729" y="5287"/>
                  <a:pt x="10902" y="5296"/>
                  <a:pt x="11076" y="5315"/>
                </a:cubicBezTo>
                <a:cubicBezTo>
                  <a:pt x="14279" y="5662"/>
                  <a:pt x="16345" y="8822"/>
                  <a:pt x="15373" y="11877"/>
                </a:cubicBezTo>
                <a:cubicBezTo>
                  <a:pt x="14714" y="13983"/>
                  <a:pt x="12722" y="15412"/>
                  <a:pt x="10550" y="15412"/>
                </a:cubicBezTo>
                <a:cubicBezTo>
                  <a:pt x="10376" y="15412"/>
                  <a:pt x="10201" y="15403"/>
                  <a:pt x="10026" y="15384"/>
                </a:cubicBezTo>
                <a:cubicBezTo>
                  <a:pt x="6823" y="15037"/>
                  <a:pt x="4766" y="11877"/>
                  <a:pt x="5729" y="8822"/>
                </a:cubicBezTo>
                <a:cubicBezTo>
                  <a:pt x="6397" y="6723"/>
                  <a:pt x="8390" y="5287"/>
                  <a:pt x="10557" y="5287"/>
                </a:cubicBezTo>
                <a:close/>
                <a:moveTo>
                  <a:pt x="12003" y="0"/>
                </a:moveTo>
                <a:cubicBezTo>
                  <a:pt x="11564" y="0"/>
                  <a:pt x="11175" y="302"/>
                  <a:pt x="11076" y="749"/>
                </a:cubicBezTo>
                <a:lnTo>
                  <a:pt x="10903" y="1582"/>
                </a:lnTo>
                <a:cubicBezTo>
                  <a:pt x="10842" y="1921"/>
                  <a:pt x="10547" y="2155"/>
                  <a:pt x="10199" y="2181"/>
                </a:cubicBezTo>
                <a:cubicBezTo>
                  <a:pt x="9366" y="2216"/>
                  <a:pt x="8542" y="2372"/>
                  <a:pt x="7769" y="2659"/>
                </a:cubicBezTo>
                <a:cubicBezTo>
                  <a:pt x="7686" y="2690"/>
                  <a:pt x="7599" y="2705"/>
                  <a:pt x="7513" y="2705"/>
                </a:cubicBezTo>
                <a:cubicBezTo>
                  <a:pt x="7267" y="2705"/>
                  <a:pt x="7027" y="2582"/>
                  <a:pt x="6892" y="2364"/>
                </a:cubicBezTo>
                <a:lnTo>
                  <a:pt x="6450" y="1678"/>
                </a:lnTo>
                <a:cubicBezTo>
                  <a:pt x="6268" y="1403"/>
                  <a:pt x="5969" y="1257"/>
                  <a:pt x="5664" y="1257"/>
                </a:cubicBezTo>
                <a:cubicBezTo>
                  <a:pt x="5487" y="1257"/>
                  <a:pt x="5307" y="1307"/>
                  <a:pt x="5148" y="1409"/>
                </a:cubicBezTo>
                <a:lnTo>
                  <a:pt x="4323" y="1956"/>
                </a:lnTo>
                <a:cubicBezTo>
                  <a:pt x="3889" y="2233"/>
                  <a:pt x="3767" y="2824"/>
                  <a:pt x="4045" y="3258"/>
                </a:cubicBezTo>
                <a:lnTo>
                  <a:pt x="4852" y="4482"/>
                </a:lnTo>
                <a:cubicBezTo>
                  <a:pt x="4132" y="5176"/>
                  <a:pt x="3542" y="6009"/>
                  <a:pt x="3116" y="6947"/>
                </a:cubicBezTo>
                <a:cubicBezTo>
                  <a:pt x="2998" y="7213"/>
                  <a:pt x="2728" y="7379"/>
                  <a:pt x="2441" y="7379"/>
                </a:cubicBezTo>
                <a:cubicBezTo>
                  <a:pt x="2392" y="7379"/>
                  <a:pt x="2342" y="7374"/>
                  <a:pt x="2292" y="7363"/>
                </a:cubicBezTo>
                <a:lnTo>
                  <a:pt x="1432" y="7190"/>
                </a:lnTo>
                <a:cubicBezTo>
                  <a:pt x="1367" y="7177"/>
                  <a:pt x="1303" y="7170"/>
                  <a:pt x="1239" y="7170"/>
                </a:cubicBezTo>
                <a:cubicBezTo>
                  <a:pt x="801" y="7170"/>
                  <a:pt x="411" y="7472"/>
                  <a:pt x="313" y="7919"/>
                </a:cubicBezTo>
                <a:lnTo>
                  <a:pt x="113" y="8882"/>
                </a:lnTo>
                <a:cubicBezTo>
                  <a:pt x="0" y="9395"/>
                  <a:pt x="330" y="9898"/>
                  <a:pt x="833" y="10002"/>
                </a:cubicBezTo>
                <a:lnTo>
                  <a:pt x="1788" y="10202"/>
                </a:lnTo>
                <a:cubicBezTo>
                  <a:pt x="2118" y="10263"/>
                  <a:pt x="2353" y="10549"/>
                  <a:pt x="2379" y="10879"/>
                </a:cubicBezTo>
                <a:cubicBezTo>
                  <a:pt x="2431" y="11686"/>
                  <a:pt x="2604" y="12467"/>
                  <a:pt x="2873" y="13205"/>
                </a:cubicBezTo>
                <a:cubicBezTo>
                  <a:pt x="2995" y="13526"/>
                  <a:pt x="2873" y="13900"/>
                  <a:pt x="2587" y="14091"/>
                </a:cubicBezTo>
                <a:lnTo>
                  <a:pt x="1762" y="14637"/>
                </a:lnTo>
                <a:cubicBezTo>
                  <a:pt x="1328" y="14915"/>
                  <a:pt x="1207" y="15505"/>
                  <a:pt x="1484" y="15940"/>
                </a:cubicBezTo>
                <a:lnTo>
                  <a:pt x="2031" y="16764"/>
                </a:lnTo>
                <a:cubicBezTo>
                  <a:pt x="2207" y="17039"/>
                  <a:pt x="2508" y="17185"/>
                  <a:pt x="2815" y="17185"/>
                </a:cubicBezTo>
                <a:cubicBezTo>
                  <a:pt x="2993" y="17185"/>
                  <a:pt x="3174" y="17135"/>
                  <a:pt x="3333" y="17033"/>
                </a:cubicBezTo>
                <a:lnTo>
                  <a:pt x="4253" y="16426"/>
                </a:lnTo>
                <a:cubicBezTo>
                  <a:pt x="4378" y="16346"/>
                  <a:pt x="4518" y="16308"/>
                  <a:pt x="4656" y="16308"/>
                </a:cubicBezTo>
                <a:cubicBezTo>
                  <a:pt x="4836" y="16308"/>
                  <a:pt x="5014" y="16372"/>
                  <a:pt x="5156" y="16495"/>
                </a:cubicBezTo>
                <a:cubicBezTo>
                  <a:pt x="5729" y="16990"/>
                  <a:pt x="6371" y="17415"/>
                  <a:pt x="7075" y="17745"/>
                </a:cubicBezTo>
                <a:cubicBezTo>
                  <a:pt x="7387" y="17901"/>
                  <a:pt x="7561" y="18240"/>
                  <a:pt x="7491" y="18570"/>
                </a:cubicBezTo>
                <a:lnTo>
                  <a:pt x="7257" y="19646"/>
                </a:lnTo>
                <a:cubicBezTo>
                  <a:pt x="7153" y="20158"/>
                  <a:pt x="7474" y="20653"/>
                  <a:pt x="7986" y="20766"/>
                </a:cubicBezTo>
                <a:lnTo>
                  <a:pt x="8950" y="20974"/>
                </a:lnTo>
                <a:cubicBezTo>
                  <a:pt x="9014" y="20987"/>
                  <a:pt x="9079" y="20994"/>
                  <a:pt x="9143" y="20994"/>
                </a:cubicBezTo>
                <a:cubicBezTo>
                  <a:pt x="9583" y="20994"/>
                  <a:pt x="9978" y="20692"/>
                  <a:pt x="10069" y="20245"/>
                </a:cubicBezTo>
                <a:lnTo>
                  <a:pt x="10312" y="19108"/>
                </a:lnTo>
                <a:cubicBezTo>
                  <a:pt x="10373" y="18778"/>
                  <a:pt x="10660" y="18526"/>
                  <a:pt x="10989" y="18518"/>
                </a:cubicBezTo>
                <a:cubicBezTo>
                  <a:pt x="11753" y="18474"/>
                  <a:pt x="12500" y="18327"/>
                  <a:pt x="13203" y="18075"/>
                </a:cubicBezTo>
                <a:cubicBezTo>
                  <a:pt x="13285" y="18047"/>
                  <a:pt x="13369" y="18033"/>
                  <a:pt x="13452" y="18033"/>
                </a:cubicBezTo>
                <a:cubicBezTo>
                  <a:pt x="13700" y="18033"/>
                  <a:pt x="13934" y="18155"/>
                  <a:pt x="14071" y="18370"/>
                </a:cubicBezTo>
                <a:lnTo>
                  <a:pt x="14696" y="19325"/>
                </a:lnTo>
                <a:cubicBezTo>
                  <a:pt x="14872" y="19599"/>
                  <a:pt x="15172" y="19745"/>
                  <a:pt x="15479" y="19745"/>
                </a:cubicBezTo>
                <a:cubicBezTo>
                  <a:pt x="15658" y="19745"/>
                  <a:pt x="15838" y="19696"/>
                  <a:pt x="15998" y="19594"/>
                </a:cubicBezTo>
                <a:lnTo>
                  <a:pt x="16822" y="19047"/>
                </a:lnTo>
                <a:cubicBezTo>
                  <a:pt x="17257" y="18769"/>
                  <a:pt x="17369" y="18179"/>
                  <a:pt x="17092" y="17745"/>
                </a:cubicBezTo>
                <a:lnTo>
                  <a:pt x="16458" y="16790"/>
                </a:lnTo>
                <a:cubicBezTo>
                  <a:pt x="16276" y="16512"/>
                  <a:pt x="16310" y="16130"/>
                  <a:pt x="16536" y="15879"/>
                </a:cubicBezTo>
                <a:cubicBezTo>
                  <a:pt x="17048" y="15332"/>
                  <a:pt x="17482" y="14690"/>
                  <a:pt x="17829" y="13995"/>
                </a:cubicBezTo>
                <a:cubicBezTo>
                  <a:pt x="17954" y="13738"/>
                  <a:pt x="18216" y="13580"/>
                  <a:pt x="18494" y="13580"/>
                </a:cubicBezTo>
                <a:cubicBezTo>
                  <a:pt x="18544" y="13580"/>
                  <a:pt x="18595" y="13585"/>
                  <a:pt x="18645" y="13596"/>
                </a:cubicBezTo>
                <a:lnTo>
                  <a:pt x="19704" y="13813"/>
                </a:lnTo>
                <a:cubicBezTo>
                  <a:pt x="19770" y="13824"/>
                  <a:pt x="19835" y="13830"/>
                  <a:pt x="19899" y="13830"/>
                </a:cubicBezTo>
                <a:cubicBezTo>
                  <a:pt x="20372" y="13830"/>
                  <a:pt x="20767" y="13527"/>
                  <a:pt x="20859" y="13075"/>
                </a:cubicBezTo>
                <a:lnTo>
                  <a:pt x="21058" y="12103"/>
                </a:lnTo>
                <a:cubicBezTo>
                  <a:pt x="21171" y="11599"/>
                  <a:pt x="20841" y="11096"/>
                  <a:pt x="20338" y="10992"/>
                </a:cubicBezTo>
                <a:lnTo>
                  <a:pt x="19314" y="10775"/>
                </a:lnTo>
                <a:cubicBezTo>
                  <a:pt x="18975" y="10705"/>
                  <a:pt x="18741" y="10419"/>
                  <a:pt x="18732" y="10063"/>
                </a:cubicBezTo>
                <a:cubicBezTo>
                  <a:pt x="18706" y="9264"/>
                  <a:pt x="18559" y="8483"/>
                  <a:pt x="18307" y="7745"/>
                </a:cubicBezTo>
                <a:cubicBezTo>
                  <a:pt x="18194" y="7424"/>
                  <a:pt x="18315" y="7068"/>
                  <a:pt x="18593" y="6886"/>
                </a:cubicBezTo>
                <a:lnTo>
                  <a:pt x="19401" y="6357"/>
                </a:lnTo>
                <a:cubicBezTo>
                  <a:pt x="19835" y="6079"/>
                  <a:pt x="19956" y="5488"/>
                  <a:pt x="19670" y="5054"/>
                </a:cubicBezTo>
                <a:lnTo>
                  <a:pt x="19131" y="4230"/>
                </a:lnTo>
                <a:cubicBezTo>
                  <a:pt x="18950" y="3955"/>
                  <a:pt x="18650" y="3806"/>
                  <a:pt x="18345" y="3806"/>
                </a:cubicBezTo>
                <a:cubicBezTo>
                  <a:pt x="18168" y="3806"/>
                  <a:pt x="17989" y="3856"/>
                  <a:pt x="17829" y="3961"/>
                </a:cubicBezTo>
                <a:lnTo>
                  <a:pt x="17057" y="4473"/>
                </a:lnTo>
                <a:cubicBezTo>
                  <a:pt x="16930" y="4551"/>
                  <a:pt x="16789" y="4590"/>
                  <a:pt x="16650" y="4590"/>
                </a:cubicBezTo>
                <a:cubicBezTo>
                  <a:pt x="16467" y="4590"/>
                  <a:pt x="16285" y="4523"/>
                  <a:pt x="16137" y="4395"/>
                </a:cubicBezTo>
                <a:cubicBezTo>
                  <a:pt x="15546" y="3839"/>
                  <a:pt x="14869" y="3370"/>
                  <a:pt x="14114" y="3006"/>
                </a:cubicBezTo>
                <a:cubicBezTo>
                  <a:pt x="13810" y="2850"/>
                  <a:pt x="13637" y="2520"/>
                  <a:pt x="13715" y="2181"/>
                </a:cubicBezTo>
                <a:lnTo>
                  <a:pt x="13889" y="1348"/>
                </a:lnTo>
                <a:cubicBezTo>
                  <a:pt x="14001" y="836"/>
                  <a:pt x="13672" y="332"/>
                  <a:pt x="13159" y="228"/>
                </a:cubicBezTo>
                <a:lnTo>
                  <a:pt x="12196" y="20"/>
                </a:lnTo>
                <a:cubicBezTo>
                  <a:pt x="12131" y="7"/>
                  <a:pt x="12066" y="0"/>
                  <a:pt x="120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8" name="Google Shape;248;p22"/>
          <p:cNvGrpSpPr/>
          <p:nvPr/>
        </p:nvGrpSpPr>
        <p:grpSpPr>
          <a:xfrm>
            <a:off x="8246637" y="3622693"/>
            <a:ext cx="811927" cy="753197"/>
            <a:chOff x="4932662" y="2251593"/>
            <a:chExt cx="811927" cy="753197"/>
          </a:xfrm>
        </p:grpSpPr>
        <p:sp>
          <p:nvSpPr>
            <p:cNvPr id="249" name="Google Shape;249;p22"/>
            <p:cNvSpPr/>
            <p:nvPr/>
          </p:nvSpPr>
          <p:spPr>
            <a:xfrm>
              <a:off x="4932662" y="2251593"/>
              <a:ext cx="811927" cy="753197"/>
            </a:xfrm>
            <a:custGeom>
              <a:rect b="b" l="l" r="r" t="t"/>
              <a:pathLst>
                <a:path extrusionOk="0" h="22161" w="23889">
                  <a:moveTo>
                    <a:pt x="278" y="0"/>
                  </a:moveTo>
                  <a:cubicBezTo>
                    <a:pt x="130" y="0"/>
                    <a:pt x="0" y="122"/>
                    <a:pt x="0" y="286"/>
                  </a:cubicBezTo>
                  <a:lnTo>
                    <a:pt x="0" y="21874"/>
                  </a:lnTo>
                  <a:cubicBezTo>
                    <a:pt x="0" y="22031"/>
                    <a:pt x="122" y="22161"/>
                    <a:pt x="278" y="22161"/>
                  </a:cubicBezTo>
                  <a:lnTo>
                    <a:pt x="23610" y="22161"/>
                  </a:lnTo>
                  <a:cubicBezTo>
                    <a:pt x="23758" y="22161"/>
                    <a:pt x="23888" y="22031"/>
                    <a:pt x="23888" y="21874"/>
                  </a:cubicBezTo>
                  <a:lnTo>
                    <a:pt x="23888" y="286"/>
                  </a:lnTo>
                  <a:cubicBezTo>
                    <a:pt x="23888" y="130"/>
                    <a:pt x="23775" y="0"/>
                    <a:pt x="236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2"/>
            <p:cNvSpPr/>
            <p:nvPr/>
          </p:nvSpPr>
          <p:spPr>
            <a:xfrm>
              <a:off x="4968044" y="2360729"/>
              <a:ext cx="740826" cy="592436"/>
            </a:xfrm>
            <a:custGeom>
              <a:rect b="b" l="l" r="r" t="t"/>
              <a:pathLst>
                <a:path extrusionOk="0" h="17431" w="21797">
                  <a:moveTo>
                    <a:pt x="209" y="1"/>
                  </a:moveTo>
                  <a:cubicBezTo>
                    <a:pt x="96" y="1"/>
                    <a:pt x="1" y="88"/>
                    <a:pt x="1" y="209"/>
                  </a:cubicBezTo>
                  <a:lnTo>
                    <a:pt x="1" y="17222"/>
                  </a:lnTo>
                  <a:cubicBezTo>
                    <a:pt x="1" y="17335"/>
                    <a:pt x="88" y="17431"/>
                    <a:pt x="209" y="17431"/>
                  </a:cubicBezTo>
                  <a:lnTo>
                    <a:pt x="21588" y="17431"/>
                  </a:lnTo>
                  <a:cubicBezTo>
                    <a:pt x="21710" y="17431"/>
                    <a:pt x="21797" y="17335"/>
                    <a:pt x="21797" y="17222"/>
                  </a:cubicBezTo>
                  <a:lnTo>
                    <a:pt x="21797" y="209"/>
                  </a:lnTo>
                  <a:cubicBezTo>
                    <a:pt x="21797" y="105"/>
                    <a:pt x="21710" y="1"/>
                    <a:pt x="215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2"/>
            <p:cNvSpPr/>
            <p:nvPr/>
          </p:nvSpPr>
          <p:spPr>
            <a:xfrm>
              <a:off x="4981334" y="2284901"/>
              <a:ext cx="41907" cy="41941"/>
            </a:xfrm>
            <a:custGeom>
              <a:rect b="b" l="l" r="r" t="t"/>
              <a:pathLst>
                <a:path extrusionOk="0" h="1234" w="1233">
                  <a:moveTo>
                    <a:pt x="617" y="1"/>
                  </a:moveTo>
                  <a:cubicBezTo>
                    <a:pt x="278" y="1"/>
                    <a:pt x="0" y="270"/>
                    <a:pt x="0" y="617"/>
                  </a:cubicBezTo>
                  <a:cubicBezTo>
                    <a:pt x="0" y="956"/>
                    <a:pt x="269" y="1234"/>
                    <a:pt x="617" y="1234"/>
                  </a:cubicBezTo>
                  <a:cubicBezTo>
                    <a:pt x="955" y="1234"/>
                    <a:pt x="1233" y="964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22"/>
            <p:cNvSpPr/>
            <p:nvPr/>
          </p:nvSpPr>
          <p:spPr>
            <a:xfrm>
              <a:off x="5052709" y="2284901"/>
              <a:ext cx="42246" cy="41941"/>
            </a:xfrm>
            <a:custGeom>
              <a:rect b="b" l="l" r="r" t="t"/>
              <a:pathLst>
                <a:path extrusionOk="0" h="1234" w="1243">
                  <a:moveTo>
                    <a:pt x="617" y="1"/>
                  </a:moveTo>
                  <a:cubicBezTo>
                    <a:pt x="279" y="1"/>
                    <a:pt x="1" y="279"/>
                    <a:pt x="1" y="617"/>
                  </a:cubicBezTo>
                  <a:cubicBezTo>
                    <a:pt x="1" y="956"/>
                    <a:pt x="279" y="1234"/>
                    <a:pt x="617" y="1234"/>
                  </a:cubicBezTo>
                  <a:cubicBezTo>
                    <a:pt x="964" y="1234"/>
                    <a:pt x="1242" y="956"/>
                    <a:pt x="1242" y="617"/>
                  </a:cubicBezTo>
                  <a:cubicBezTo>
                    <a:pt x="1242" y="279"/>
                    <a:pt x="964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22"/>
            <p:cNvSpPr/>
            <p:nvPr/>
          </p:nvSpPr>
          <p:spPr>
            <a:xfrm>
              <a:off x="5124425" y="2284901"/>
              <a:ext cx="41907" cy="41941"/>
            </a:xfrm>
            <a:custGeom>
              <a:rect b="b" l="l" r="r" t="t"/>
              <a:pathLst>
                <a:path extrusionOk="0" h="1234" w="1233">
                  <a:moveTo>
                    <a:pt x="617" y="1"/>
                  </a:moveTo>
                  <a:cubicBezTo>
                    <a:pt x="278" y="1"/>
                    <a:pt x="0" y="279"/>
                    <a:pt x="0" y="617"/>
                  </a:cubicBezTo>
                  <a:cubicBezTo>
                    <a:pt x="0" y="956"/>
                    <a:pt x="278" y="1234"/>
                    <a:pt x="617" y="1234"/>
                  </a:cubicBezTo>
                  <a:cubicBezTo>
                    <a:pt x="955" y="1234"/>
                    <a:pt x="1233" y="956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4" name="Google Shape;254;p22"/>
          <p:cNvSpPr txBox="1"/>
          <p:nvPr/>
        </p:nvSpPr>
        <p:spPr>
          <a:xfrm>
            <a:off x="846100" y="2171775"/>
            <a:ext cx="7043700" cy="17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chivo"/>
              <a:buChar char="●"/>
            </a:pP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Os comandos disponíveis na aba vermelha são os mais comuns de serem utilizados;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chivo"/>
              <a:buChar char="●"/>
            </a:pP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Quando desejar usar um comando e não souber onde encontrar é aconselhado procurá-lo na barra em vermelho. Se não encontrar, pense qual o objetivo do comando e com qual dos itens da aba azul ele se relaciona.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255" name="Google Shape;25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387" y="4285962"/>
            <a:ext cx="973589" cy="64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2"/>
          <p:cNvPicPr preferRelativeResize="0"/>
          <p:nvPr/>
        </p:nvPicPr>
        <p:blipFill>
          <a:blip r:embed="rId4">
            <a:alphaModFix amt="77000"/>
          </a:blip>
          <a:stretch>
            <a:fillRect/>
          </a:stretch>
        </p:blipFill>
        <p:spPr>
          <a:xfrm>
            <a:off x="1243974" y="4362213"/>
            <a:ext cx="366675" cy="4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39075" y="4362223"/>
            <a:ext cx="398281" cy="48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2"/>
          <p:cNvPicPr preferRelativeResize="0"/>
          <p:nvPr/>
        </p:nvPicPr>
        <p:blipFill rotWithShape="1">
          <a:blip r:embed="rId6">
            <a:alphaModFix/>
          </a:blip>
          <a:srcRect b="83672" l="0" r="34189" t="0"/>
          <a:stretch/>
        </p:blipFill>
        <p:spPr>
          <a:xfrm>
            <a:off x="316450" y="958450"/>
            <a:ext cx="8511106" cy="713524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2"/>
          <p:cNvSpPr/>
          <p:nvPr/>
        </p:nvSpPr>
        <p:spPr>
          <a:xfrm>
            <a:off x="640150" y="1171700"/>
            <a:ext cx="4010700" cy="1713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2"/>
          <p:cNvSpPr/>
          <p:nvPr/>
        </p:nvSpPr>
        <p:spPr>
          <a:xfrm>
            <a:off x="359150" y="1395075"/>
            <a:ext cx="8511000" cy="276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3"/>
          <p:cNvSpPr/>
          <p:nvPr/>
        </p:nvSpPr>
        <p:spPr>
          <a:xfrm>
            <a:off x="116899" y="4362198"/>
            <a:ext cx="719583" cy="713534"/>
          </a:xfrm>
          <a:custGeom>
            <a:rect b="b" l="l" r="r" t="t"/>
            <a:pathLst>
              <a:path extrusionOk="0" h="20994" w="21172">
                <a:moveTo>
                  <a:pt x="10557" y="5287"/>
                </a:moveTo>
                <a:cubicBezTo>
                  <a:pt x="10729" y="5287"/>
                  <a:pt x="10902" y="5296"/>
                  <a:pt x="11076" y="5315"/>
                </a:cubicBezTo>
                <a:cubicBezTo>
                  <a:pt x="14279" y="5662"/>
                  <a:pt x="16345" y="8822"/>
                  <a:pt x="15373" y="11877"/>
                </a:cubicBezTo>
                <a:cubicBezTo>
                  <a:pt x="14714" y="13983"/>
                  <a:pt x="12722" y="15412"/>
                  <a:pt x="10550" y="15412"/>
                </a:cubicBezTo>
                <a:cubicBezTo>
                  <a:pt x="10376" y="15412"/>
                  <a:pt x="10201" y="15403"/>
                  <a:pt x="10026" y="15384"/>
                </a:cubicBezTo>
                <a:cubicBezTo>
                  <a:pt x="6823" y="15037"/>
                  <a:pt x="4766" y="11877"/>
                  <a:pt x="5729" y="8822"/>
                </a:cubicBezTo>
                <a:cubicBezTo>
                  <a:pt x="6397" y="6723"/>
                  <a:pt x="8390" y="5287"/>
                  <a:pt x="10557" y="5287"/>
                </a:cubicBezTo>
                <a:close/>
                <a:moveTo>
                  <a:pt x="12003" y="0"/>
                </a:moveTo>
                <a:cubicBezTo>
                  <a:pt x="11564" y="0"/>
                  <a:pt x="11175" y="302"/>
                  <a:pt x="11076" y="749"/>
                </a:cubicBezTo>
                <a:lnTo>
                  <a:pt x="10903" y="1582"/>
                </a:lnTo>
                <a:cubicBezTo>
                  <a:pt x="10842" y="1921"/>
                  <a:pt x="10547" y="2155"/>
                  <a:pt x="10199" y="2181"/>
                </a:cubicBezTo>
                <a:cubicBezTo>
                  <a:pt x="9366" y="2216"/>
                  <a:pt x="8542" y="2372"/>
                  <a:pt x="7769" y="2659"/>
                </a:cubicBezTo>
                <a:cubicBezTo>
                  <a:pt x="7686" y="2690"/>
                  <a:pt x="7599" y="2705"/>
                  <a:pt x="7513" y="2705"/>
                </a:cubicBezTo>
                <a:cubicBezTo>
                  <a:pt x="7267" y="2705"/>
                  <a:pt x="7027" y="2582"/>
                  <a:pt x="6892" y="2364"/>
                </a:cubicBezTo>
                <a:lnTo>
                  <a:pt x="6450" y="1678"/>
                </a:lnTo>
                <a:cubicBezTo>
                  <a:pt x="6268" y="1403"/>
                  <a:pt x="5969" y="1257"/>
                  <a:pt x="5664" y="1257"/>
                </a:cubicBezTo>
                <a:cubicBezTo>
                  <a:pt x="5487" y="1257"/>
                  <a:pt x="5307" y="1307"/>
                  <a:pt x="5148" y="1409"/>
                </a:cubicBezTo>
                <a:lnTo>
                  <a:pt x="4323" y="1956"/>
                </a:lnTo>
                <a:cubicBezTo>
                  <a:pt x="3889" y="2233"/>
                  <a:pt x="3767" y="2824"/>
                  <a:pt x="4045" y="3258"/>
                </a:cubicBezTo>
                <a:lnTo>
                  <a:pt x="4852" y="4482"/>
                </a:lnTo>
                <a:cubicBezTo>
                  <a:pt x="4132" y="5176"/>
                  <a:pt x="3542" y="6009"/>
                  <a:pt x="3116" y="6947"/>
                </a:cubicBezTo>
                <a:cubicBezTo>
                  <a:pt x="2998" y="7213"/>
                  <a:pt x="2728" y="7379"/>
                  <a:pt x="2441" y="7379"/>
                </a:cubicBezTo>
                <a:cubicBezTo>
                  <a:pt x="2392" y="7379"/>
                  <a:pt x="2342" y="7374"/>
                  <a:pt x="2292" y="7363"/>
                </a:cubicBezTo>
                <a:lnTo>
                  <a:pt x="1432" y="7190"/>
                </a:lnTo>
                <a:cubicBezTo>
                  <a:pt x="1367" y="7177"/>
                  <a:pt x="1303" y="7170"/>
                  <a:pt x="1239" y="7170"/>
                </a:cubicBezTo>
                <a:cubicBezTo>
                  <a:pt x="801" y="7170"/>
                  <a:pt x="411" y="7472"/>
                  <a:pt x="313" y="7919"/>
                </a:cubicBezTo>
                <a:lnTo>
                  <a:pt x="113" y="8882"/>
                </a:lnTo>
                <a:cubicBezTo>
                  <a:pt x="0" y="9395"/>
                  <a:pt x="330" y="9898"/>
                  <a:pt x="833" y="10002"/>
                </a:cubicBezTo>
                <a:lnTo>
                  <a:pt x="1788" y="10202"/>
                </a:lnTo>
                <a:cubicBezTo>
                  <a:pt x="2118" y="10263"/>
                  <a:pt x="2353" y="10549"/>
                  <a:pt x="2379" y="10879"/>
                </a:cubicBezTo>
                <a:cubicBezTo>
                  <a:pt x="2431" y="11686"/>
                  <a:pt x="2604" y="12467"/>
                  <a:pt x="2873" y="13205"/>
                </a:cubicBezTo>
                <a:cubicBezTo>
                  <a:pt x="2995" y="13526"/>
                  <a:pt x="2873" y="13900"/>
                  <a:pt x="2587" y="14091"/>
                </a:cubicBezTo>
                <a:lnTo>
                  <a:pt x="1762" y="14637"/>
                </a:lnTo>
                <a:cubicBezTo>
                  <a:pt x="1328" y="14915"/>
                  <a:pt x="1207" y="15505"/>
                  <a:pt x="1484" y="15940"/>
                </a:cubicBezTo>
                <a:lnTo>
                  <a:pt x="2031" y="16764"/>
                </a:lnTo>
                <a:cubicBezTo>
                  <a:pt x="2207" y="17039"/>
                  <a:pt x="2508" y="17185"/>
                  <a:pt x="2815" y="17185"/>
                </a:cubicBezTo>
                <a:cubicBezTo>
                  <a:pt x="2993" y="17185"/>
                  <a:pt x="3174" y="17135"/>
                  <a:pt x="3333" y="17033"/>
                </a:cubicBezTo>
                <a:lnTo>
                  <a:pt x="4253" y="16426"/>
                </a:lnTo>
                <a:cubicBezTo>
                  <a:pt x="4378" y="16346"/>
                  <a:pt x="4518" y="16308"/>
                  <a:pt x="4656" y="16308"/>
                </a:cubicBezTo>
                <a:cubicBezTo>
                  <a:pt x="4836" y="16308"/>
                  <a:pt x="5014" y="16372"/>
                  <a:pt x="5156" y="16495"/>
                </a:cubicBezTo>
                <a:cubicBezTo>
                  <a:pt x="5729" y="16990"/>
                  <a:pt x="6371" y="17415"/>
                  <a:pt x="7075" y="17745"/>
                </a:cubicBezTo>
                <a:cubicBezTo>
                  <a:pt x="7387" y="17901"/>
                  <a:pt x="7561" y="18240"/>
                  <a:pt x="7491" y="18570"/>
                </a:cubicBezTo>
                <a:lnTo>
                  <a:pt x="7257" y="19646"/>
                </a:lnTo>
                <a:cubicBezTo>
                  <a:pt x="7153" y="20158"/>
                  <a:pt x="7474" y="20653"/>
                  <a:pt x="7986" y="20766"/>
                </a:cubicBezTo>
                <a:lnTo>
                  <a:pt x="8950" y="20974"/>
                </a:lnTo>
                <a:cubicBezTo>
                  <a:pt x="9014" y="20987"/>
                  <a:pt x="9079" y="20994"/>
                  <a:pt x="9143" y="20994"/>
                </a:cubicBezTo>
                <a:cubicBezTo>
                  <a:pt x="9583" y="20994"/>
                  <a:pt x="9978" y="20692"/>
                  <a:pt x="10069" y="20245"/>
                </a:cubicBezTo>
                <a:lnTo>
                  <a:pt x="10312" y="19108"/>
                </a:lnTo>
                <a:cubicBezTo>
                  <a:pt x="10373" y="18778"/>
                  <a:pt x="10660" y="18526"/>
                  <a:pt x="10989" y="18518"/>
                </a:cubicBezTo>
                <a:cubicBezTo>
                  <a:pt x="11753" y="18474"/>
                  <a:pt x="12500" y="18327"/>
                  <a:pt x="13203" y="18075"/>
                </a:cubicBezTo>
                <a:cubicBezTo>
                  <a:pt x="13285" y="18047"/>
                  <a:pt x="13369" y="18033"/>
                  <a:pt x="13452" y="18033"/>
                </a:cubicBezTo>
                <a:cubicBezTo>
                  <a:pt x="13700" y="18033"/>
                  <a:pt x="13934" y="18155"/>
                  <a:pt x="14071" y="18370"/>
                </a:cubicBezTo>
                <a:lnTo>
                  <a:pt x="14696" y="19325"/>
                </a:lnTo>
                <a:cubicBezTo>
                  <a:pt x="14872" y="19599"/>
                  <a:pt x="15172" y="19745"/>
                  <a:pt x="15479" y="19745"/>
                </a:cubicBezTo>
                <a:cubicBezTo>
                  <a:pt x="15658" y="19745"/>
                  <a:pt x="15838" y="19696"/>
                  <a:pt x="15998" y="19594"/>
                </a:cubicBezTo>
                <a:lnTo>
                  <a:pt x="16822" y="19047"/>
                </a:lnTo>
                <a:cubicBezTo>
                  <a:pt x="17257" y="18769"/>
                  <a:pt x="17369" y="18179"/>
                  <a:pt x="17092" y="17745"/>
                </a:cubicBezTo>
                <a:lnTo>
                  <a:pt x="16458" y="16790"/>
                </a:lnTo>
                <a:cubicBezTo>
                  <a:pt x="16276" y="16512"/>
                  <a:pt x="16310" y="16130"/>
                  <a:pt x="16536" y="15879"/>
                </a:cubicBezTo>
                <a:cubicBezTo>
                  <a:pt x="17048" y="15332"/>
                  <a:pt x="17482" y="14690"/>
                  <a:pt x="17829" y="13995"/>
                </a:cubicBezTo>
                <a:cubicBezTo>
                  <a:pt x="17954" y="13738"/>
                  <a:pt x="18216" y="13580"/>
                  <a:pt x="18494" y="13580"/>
                </a:cubicBezTo>
                <a:cubicBezTo>
                  <a:pt x="18544" y="13580"/>
                  <a:pt x="18595" y="13585"/>
                  <a:pt x="18645" y="13596"/>
                </a:cubicBezTo>
                <a:lnTo>
                  <a:pt x="19704" y="13813"/>
                </a:lnTo>
                <a:cubicBezTo>
                  <a:pt x="19770" y="13824"/>
                  <a:pt x="19835" y="13830"/>
                  <a:pt x="19899" y="13830"/>
                </a:cubicBezTo>
                <a:cubicBezTo>
                  <a:pt x="20372" y="13830"/>
                  <a:pt x="20767" y="13527"/>
                  <a:pt x="20859" y="13075"/>
                </a:cubicBezTo>
                <a:lnTo>
                  <a:pt x="21058" y="12103"/>
                </a:lnTo>
                <a:cubicBezTo>
                  <a:pt x="21171" y="11599"/>
                  <a:pt x="20841" y="11096"/>
                  <a:pt x="20338" y="10992"/>
                </a:cubicBezTo>
                <a:lnTo>
                  <a:pt x="19314" y="10775"/>
                </a:lnTo>
                <a:cubicBezTo>
                  <a:pt x="18975" y="10705"/>
                  <a:pt x="18741" y="10419"/>
                  <a:pt x="18732" y="10063"/>
                </a:cubicBezTo>
                <a:cubicBezTo>
                  <a:pt x="18706" y="9264"/>
                  <a:pt x="18559" y="8483"/>
                  <a:pt x="18307" y="7745"/>
                </a:cubicBezTo>
                <a:cubicBezTo>
                  <a:pt x="18194" y="7424"/>
                  <a:pt x="18315" y="7068"/>
                  <a:pt x="18593" y="6886"/>
                </a:cubicBezTo>
                <a:lnTo>
                  <a:pt x="19401" y="6357"/>
                </a:lnTo>
                <a:cubicBezTo>
                  <a:pt x="19835" y="6079"/>
                  <a:pt x="19956" y="5488"/>
                  <a:pt x="19670" y="5054"/>
                </a:cubicBezTo>
                <a:lnTo>
                  <a:pt x="19131" y="4230"/>
                </a:lnTo>
                <a:cubicBezTo>
                  <a:pt x="18950" y="3955"/>
                  <a:pt x="18650" y="3806"/>
                  <a:pt x="18345" y="3806"/>
                </a:cubicBezTo>
                <a:cubicBezTo>
                  <a:pt x="18168" y="3806"/>
                  <a:pt x="17989" y="3856"/>
                  <a:pt x="17829" y="3961"/>
                </a:cubicBezTo>
                <a:lnTo>
                  <a:pt x="17057" y="4473"/>
                </a:lnTo>
                <a:cubicBezTo>
                  <a:pt x="16930" y="4551"/>
                  <a:pt x="16789" y="4590"/>
                  <a:pt x="16650" y="4590"/>
                </a:cubicBezTo>
                <a:cubicBezTo>
                  <a:pt x="16467" y="4590"/>
                  <a:pt x="16285" y="4523"/>
                  <a:pt x="16137" y="4395"/>
                </a:cubicBezTo>
                <a:cubicBezTo>
                  <a:pt x="15546" y="3839"/>
                  <a:pt x="14869" y="3370"/>
                  <a:pt x="14114" y="3006"/>
                </a:cubicBezTo>
                <a:cubicBezTo>
                  <a:pt x="13810" y="2850"/>
                  <a:pt x="13637" y="2520"/>
                  <a:pt x="13715" y="2181"/>
                </a:cubicBezTo>
                <a:lnTo>
                  <a:pt x="13889" y="1348"/>
                </a:lnTo>
                <a:cubicBezTo>
                  <a:pt x="14001" y="836"/>
                  <a:pt x="13672" y="332"/>
                  <a:pt x="13159" y="228"/>
                </a:cubicBezTo>
                <a:lnTo>
                  <a:pt x="12196" y="20"/>
                </a:lnTo>
                <a:cubicBezTo>
                  <a:pt x="12131" y="7"/>
                  <a:pt x="12066" y="0"/>
                  <a:pt x="120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4254275" y="1837225"/>
            <a:ext cx="4133700" cy="9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FF0000"/>
                </a:solidFill>
                <a:latin typeface="Archivo"/>
                <a:ea typeface="Archivo"/>
                <a:cs typeface="Archivo"/>
                <a:sym typeface="Archivo"/>
              </a:rPr>
              <a:t>Gerenciar arquivos dentro do Google Sheets</a:t>
            </a:r>
            <a:endParaRPr sz="1500">
              <a:solidFill>
                <a:srgbClr val="FF0000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0000FF"/>
                </a:solidFill>
                <a:latin typeface="Archivo"/>
                <a:ea typeface="Archivo"/>
                <a:cs typeface="Archivo"/>
                <a:sym typeface="Archivo"/>
              </a:rPr>
              <a:t>Formas de compartilhamento</a:t>
            </a:r>
            <a:endParaRPr sz="1500">
              <a:solidFill>
                <a:srgbClr val="0000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267" name="Google Shape;26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9387" y="4285950"/>
            <a:ext cx="973589" cy="64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3"/>
          <p:cNvPicPr preferRelativeResize="0"/>
          <p:nvPr/>
        </p:nvPicPr>
        <p:blipFill>
          <a:blip r:embed="rId4">
            <a:alphaModFix amt="77000"/>
          </a:blip>
          <a:stretch>
            <a:fillRect/>
          </a:stretch>
        </p:blipFill>
        <p:spPr>
          <a:xfrm>
            <a:off x="7736774" y="4362201"/>
            <a:ext cx="366675" cy="4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01075" y="4362211"/>
            <a:ext cx="398281" cy="48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4300" y="361651"/>
            <a:ext cx="2691575" cy="38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3"/>
          <p:cNvSpPr/>
          <p:nvPr/>
        </p:nvSpPr>
        <p:spPr>
          <a:xfrm>
            <a:off x="1318280" y="675084"/>
            <a:ext cx="1938000" cy="7905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3"/>
          <p:cNvSpPr/>
          <p:nvPr/>
        </p:nvSpPr>
        <p:spPr>
          <a:xfrm>
            <a:off x="1318280" y="1517548"/>
            <a:ext cx="1938000" cy="6354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3"/>
          <p:cNvSpPr/>
          <p:nvPr/>
        </p:nvSpPr>
        <p:spPr>
          <a:xfrm>
            <a:off x="1318280" y="2204933"/>
            <a:ext cx="1938000" cy="7905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4"/>
          <p:cNvSpPr txBox="1"/>
          <p:nvPr/>
        </p:nvSpPr>
        <p:spPr>
          <a:xfrm>
            <a:off x="5592075" y="1413975"/>
            <a:ext cx="2795700" cy="17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Comandos que facilitam a edição do texto.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Usar os atalhos pelo teclado agiliza o processo. Tente decorar alguns! 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279" name="Google Shape;27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9387" y="4285950"/>
            <a:ext cx="973589" cy="64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4"/>
          <p:cNvPicPr preferRelativeResize="0"/>
          <p:nvPr/>
        </p:nvPicPr>
        <p:blipFill>
          <a:blip r:embed="rId4">
            <a:alphaModFix amt="77000"/>
          </a:blip>
          <a:stretch>
            <a:fillRect/>
          </a:stretch>
        </p:blipFill>
        <p:spPr>
          <a:xfrm>
            <a:off x="7736774" y="4362201"/>
            <a:ext cx="366675" cy="4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01075" y="4362211"/>
            <a:ext cx="398281" cy="4876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2" name="Google Shape;282;p24"/>
          <p:cNvGrpSpPr/>
          <p:nvPr/>
        </p:nvGrpSpPr>
        <p:grpSpPr>
          <a:xfrm>
            <a:off x="111637" y="4285955"/>
            <a:ext cx="811927" cy="753197"/>
            <a:chOff x="4932662" y="2251593"/>
            <a:chExt cx="811927" cy="753197"/>
          </a:xfrm>
        </p:grpSpPr>
        <p:sp>
          <p:nvSpPr>
            <p:cNvPr id="283" name="Google Shape;283;p24"/>
            <p:cNvSpPr/>
            <p:nvPr/>
          </p:nvSpPr>
          <p:spPr>
            <a:xfrm>
              <a:off x="4932662" y="2251593"/>
              <a:ext cx="811927" cy="753197"/>
            </a:xfrm>
            <a:custGeom>
              <a:rect b="b" l="l" r="r" t="t"/>
              <a:pathLst>
                <a:path extrusionOk="0" h="22161" w="23889">
                  <a:moveTo>
                    <a:pt x="278" y="0"/>
                  </a:moveTo>
                  <a:cubicBezTo>
                    <a:pt x="130" y="0"/>
                    <a:pt x="0" y="122"/>
                    <a:pt x="0" y="286"/>
                  </a:cubicBezTo>
                  <a:lnTo>
                    <a:pt x="0" y="21874"/>
                  </a:lnTo>
                  <a:cubicBezTo>
                    <a:pt x="0" y="22031"/>
                    <a:pt x="122" y="22161"/>
                    <a:pt x="278" y="22161"/>
                  </a:cubicBezTo>
                  <a:lnTo>
                    <a:pt x="23610" y="22161"/>
                  </a:lnTo>
                  <a:cubicBezTo>
                    <a:pt x="23758" y="22161"/>
                    <a:pt x="23888" y="22031"/>
                    <a:pt x="23888" y="21874"/>
                  </a:cubicBezTo>
                  <a:lnTo>
                    <a:pt x="23888" y="286"/>
                  </a:lnTo>
                  <a:cubicBezTo>
                    <a:pt x="23888" y="130"/>
                    <a:pt x="23775" y="0"/>
                    <a:pt x="236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4"/>
            <p:cNvSpPr/>
            <p:nvPr/>
          </p:nvSpPr>
          <p:spPr>
            <a:xfrm>
              <a:off x="4968044" y="2360729"/>
              <a:ext cx="740826" cy="592436"/>
            </a:xfrm>
            <a:custGeom>
              <a:rect b="b" l="l" r="r" t="t"/>
              <a:pathLst>
                <a:path extrusionOk="0" h="17431" w="21797">
                  <a:moveTo>
                    <a:pt x="209" y="1"/>
                  </a:moveTo>
                  <a:cubicBezTo>
                    <a:pt x="96" y="1"/>
                    <a:pt x="1" y="88"/>
                    <a:pt x="1" y="209"/>
                  </a:cubicBezTo>
                  <a:lnTo>
                    <a:pt x="1" y="17222"/>
                  </a:lnTo>
                  <a:cubicBezTo>
                    <a:pt x="1" y="17335"/>
                    <a:pt x="88" y="17431"/>
                    <a:pt x="209" y="17431"/>
                  </a:cubicBezTo>
                  <a:lnTo>
                    <a:pt x="21588" y="17431"/>
                  </a:lnTo>
                  <a:cubicBezTo>
                    <a:pt x="21710" y="17431"/>
                    <a:pt x="21797" y="17335"/>
                    <a:pt x="21797" y="17222"/>
                  </a:cubicBezTo>
                  <a:lnTo>
                    <a:pt x="21797" y="209"/>
                  </a:lnTo>
                  <a:cubicBezTo>
                    <a:pt x="21797" y="105"/>
                    <a:pt x="21710" y="1"/>
                    <a:pt x="215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4"/>
            <p:cNvSpPr/>
            <p:nvPr/>
          </p:nvSpPr>
          <p:spPr>
            <a:xfrm>
              <a:off x="4981334" y="2284901"/>
              <a:ext cx="41907" cy="41941"/>
            </a:xfrm>
            <a:custGeom>
              <a:rect b="b" l="l" r="r" t="t"/>
              <a:pathLst>
                <a:path extrusionOk="0" h="1234" w="1233">
                  <a:moveTo>
                    <a:pt x="617" y="1"/>
                  </a:moveTo>
                  <a:cubicBezTo>
                    <a:pt x="278" y="1"/>
                    <a:pt x="0" y="270"/>
                    <a:pt x="0" y="617"/>
                  </a:cubicBezTo>
                  <a:cubicBezTo>
                    <a:pt x="0" y="956"/>
                    <a:pt x="269" y="1234"/>
                    <a:pt x="617" y="1234"/>
                  </a:cubicBezTo>
                  <a:cubicBezTo>
                    <a:pt x="955" y="1234"/>
                    <a:pt x="1233" y="964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4"/>
            <p:cNvSpPr/>
            <p:nvPr/>
          </p:nvSpPr>
          <p:spPr>
            <a:xfrm>
              <a:off x="5052709" y="2284901"/>
              <a:ext cx="42246" cy="41941"/>
            </a:xfrm>
            <a:custGeom>
              <a:rect b="b" l="l" r="r" t="t"/>
              <a:pathLst>
                <a:path extrusionOk="0" h="1234" w="1243">
                  <a:moveTo>
                    <a:pt x="617" y="1"/>
                  </a:moveTo>
                  <a:cubicBezTo>
                    <a:pt x="279" y="1"/>
                    <a:pt x="1" y="279"/>
                    <a:pt x="1" y="617"/>
                  </a:cubicBezTo>
                  <a:cubicBezTo>
                    <a:pt x="1" y="956"/>
                    <a:pt x="279" y="1234"/>
                    <a:pt x="617" y="1234"/>
                  </a:cubicBezTo>
                  <a:cubicBezTo>
                    <a:pt x="964" y="1234"/>
                    <a:pt x="1242" y="956"/>
                    <a:pt x="1242" y="617"/>
                  </a:cubicBezTo>
                  <a:cubicBezTo>
                    <a:pt x="1242" y="279"/>
                    <a:pt x="964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4"/>
            <p:cNvSpPr/>
            <p:nvPr/>
          </p:nvSpPr>
          <p:spPr>
            <a:xfrm>
              <a:off x="5124425" y="2284901"/>
              <a:ext cx="41907" cy="41941"/>
            </a:xfrm>
            <a:custGeom>
              <a:rect b="b" l="l" r="r" t="t"/>
              <a:pathLst>
                <a:path extrusionOk="0" h="1234" w="1233">
                  <a:moveTo>
                    <a:pt x="617" y="1"/>
                  </a:moveTo>
                  <a:cubicBezTo>
                    <a:pt x="278" y="1"/>
                    <a:pt x="0" y="279"/>
                    <a:pt x="0" y="617"/>
                  </a:cubicBezTo>
                  <a:cubicBezTo>
                    <a:pt x="0" y="956"/>
                    <a:pt x="278" y="1234"/>
                    <a:pt x="617" y="1234"/>
                  </a:cubicBezTo>
                  <a:cubicBezTo>
                    <a:pt x="955" y="1234"/>
                    <a:pt x="1233" y="956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88" name="Google Shape;288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1875" y="760625"/>
            <a:ext cx="4528776" cy="2946175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4"/>
          <p:cNvSpPr/>
          <p:nvPr/>
        </p:nvSpPr>
        <p:spPr>
          <a:xfrm>
            <a:off x="1476750" y="1178475"/>
            <a:ext cx="2254800" cy="235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4"/>
          <p:cNvSpPr/>
          <p:nvPr/>
        </p:nvSpPr>
        <p:spPr>
          <a:xfrm>
            <a:off x="1476750" y="1990413"/>
            <a:ext cx="2254800" cy="486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5"/>
          <p:cNvSpPr txBox="1"/>
          <p:nvPr/>
        </p:nvSpPr>
        <p:spPr>
          <a:xfrm>
            <a:off x="2847900" y="442625"/>
            <a:ext cx="34482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Configurações de visualização de tela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296" name="Google Shape;29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9387" y="4285950"/>
            <a:ext cx="973589" cy="64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5"/>
          <p:cNvPicPr preferRelativeResize="0"/>
          <p:nvPr/>
        </p:nvPicPr>
        <p:blipFill>
          <a:blip r:embed="rId4">
            <a:alphaModFix amt="77000"/>
          </a:blip>
          <a:stretch>
            <a:fillRect/>
          </a:stretch>
        </p:blipFill>
        <p:spPr>
          <a:xfrm>
            <a:off x="7736774" y="4362201"/>
            <a:ext cx="366675" cy="4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01075" y="4362211"/>
            <a:ext cx="398281" cy="487675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5"/>
          <p:cNvSpPr/>
          <p:nvPr/>
        </p:nvSpPr>
        <p:spPr>
          <a:xfrm>
            <a:off x="116899" y="4362198"/>
            <a:ext cx="719583" cy="713534"/>
          </a:xfrm>
          <a:custGeom>
            <a:rect b="b" l="l" r="r" t="t"/>
            <a:pathLst>
              <a:path extrusionOk="0" h="20994" w="21172">
                <a:moveTo>
                  <a:pt x="10557" y="5287"/>
                </a:moveTo>
                <a:cubicBezTo>
                  <a:pt x="10729" y="5287"/>
                  <a:pt x="10902" y="5296"/>
                  <a:pt x="11076" y="5315"/>
                </a:cubicBezTo>
                <a:cubicBezTo>
                  <a:pt x="14279" y="5662"/>
                  <a:pt x="16345" y="8822"/>
                  <a:pt x="15373" y="11877"/>
                </a:cubicBezTo>
                <a:cubicBezTo>
                  <a:pt x="14714" y="13983"/>
                  <a:pt x="12722" y="15412"/>
                  <a:pt x="10550" y="15412"/>
                </a:cubicBezTo>
                <a:cubicBezTo>
                  <a:pt x="10376" y="15412"/>
                  <a:pt x="10201" y="15403"/>
                  <a:pt x="10026" y="15384"/>
                </a:cubicBezTo>
                <a:cubicBezTo>
                  <a:pt x="6823" y="15037"/>
                  <a:pt x="4766" y="11877"/>
                  <a:pt x="5729" y="8822"/>
                </a:cubicBezTo>
                <a:cubicBezTo>
                  <a:pt x="6397" y="6723"/>
                  <a:pt x="8390" y="5287"/>
                  <a:pt x="10557" y="5287"/>
                </a:cubicBezTo>
                <a:close/>
                <a:moveTo>
                  <a:pt x="12003" y="0"/>
                </a:moveTo>
                <a:cubicBezTo>
                  <a:pt x="11564" y="0"/>
                  <a:pt x="11175" y="302"/>
                  <a:pt x="11076" y="749"/>
                </a:cubicBezTo>
                <a:lnTo>
                  <a:pt x="10903" y="1582"/>
                </a:lnTo>
                <a:cubicBezTo>
                  <a:pt x="10842" y="1921"/>
                  <a:pt x="10547" y="2155"/>
                  <a:pt x="10199" y="2181"/>
                </a:cubicBezTo>
                <a:cubicBezTo>
                  <a:pt x="9366" y="2216"/>
                  <a:pt x="8542" y="2372"/>
                  <a:pt x="7769" y="2659"/>
                </a:cubicBezTo>
                <a:cubicBezTo>
                  <a:pt x="7686" y="2690"/>
                  <a:pt x="7599" y="2705"/>
                  <a:pt x="7513" y="2705"/>
                </a:cubicBezTo>
                <a:cubicBezTo>
                  <a:pt x="7267" y="2705"/>
                  <a:pt x="7027" y="2582"/>
                  <a:pt x="6892" y="2364"/>
                </a:cubicBezTo>
                <a:lnTo>
                  <a:pt x="6450" y="1678"/>
                </a:lnTo>
                <a:cubicBezTo>
                  <a:pt x="6268" y="1403"/>
                  <a:pt x="5969" y="1257"/>
                  <a:pt x="5664" y="1257"/>
                </a:cubicBezTo>
                <a:cubicBezTo>
                  <a:pt x="5487" y="1257"/>
                  <a:pt x="5307" y="1307"/>
                  <a:pt x="5148" y="1409"/>
                </a:cubicBezTo>
                <a:lnTo>
                  <a:pt x="4323" y="1956"/>
                </a:lnTo>
                <a:cubicBezTo>
                  <a:pt x="3889" y="2233"/>
                  <a:pt x="3767" y="2824"/>
                  <a:pt x="4045" y="3258"/>
                </a:cubicBezTo>
                <a:lnTo>
                  <a:pt x="4852" y="4482"/>
                </a:lnTo>
                <a:cubicBezTo>
                  <a:pt x="4132" y="5176"/>
                  <a:pt x="3542" y="6009"/>
                  <a:pt x="3116" y="6947"/>
                </a:cubicBezTo>
                <a:cubicBezTo>
                  <a:pt x="2998" y="7213"/>
                  <a:pt x="2728" y="7379"/>
                  <a:pt x="2441" y="7379"/>
                </a:cubicBezTo>
                <a:cubicBezTo>
                  <a:pt x="2392" y="7379"/>
                  <a:pt x="2342" y="7374"/>
                  <a:pt x="2292" y="7363"/>
                </a:cubicBezTo>
                <a:lnTo>
                  <a:pt x="1432" y="7190"/>
                </a:lnTo>
                <a:cubicBezTo>
                  <a:pt x="1367" y="7177"/>
                  <a:pt x="1303" y="7170"/>
                  <a:pt x="1239" y="7170"/>
                </a:cubicBezTo>
                <a:cubicBezTo>
                  <a:pt x="801" y="7170"/>
                  <a:pt x="411" y="7472"/>
                  <a:pt x="313" y="7919"/>
                </a:cubicBezTo>
                <a:lnTo>
                  <a:pt x="113" y="8882"/>
                </a:lnTo>
                <a:cubicBezTo>
                  <a:pt x="0" y="9395"/>
                  <a:pt x="330" y="9898"/>
                  <a:pt x="833" y="10002"/>
                </a:cubicBezTo>
                <a:lnTo>
                  <a:pt x="1788" y="10202"/>
                </a:lnTo>
                <a:cubicBezTo>
                  <a:pt x="2118" y="10263"/>
                  <a:pt x="2353" y="10549"/>
                  <a:pt x="2379" y="10879"/>
                </a:cubicBezTo>
                <a:cubicBezTo>
                  <a:pt x="2431" y="11686"/>
                  <a:pt x="2604" y="12467"/>
                  <a:pt x="2873" y="13205"/>
                </a:cubicBezTo>
                <a:cubicBezTo>
                  <a:pt x="2995" y="13526"/>
                  <a:pt x="2873" y="13900"/>
                  <a:pt x="2587" y="14091"/>
                </a:cubicBezTo>
                <a:lnTo>
                  <a:pt x="1762" y="14637"/>
                </a:lnTo>
                <a:cubicBezTo>
                  <a:pt x="1328" y="14915"/>
                  <a:pt x="1207" y="15505"/>
                  <a:pt x="1484" y="15940"/>
                </a:cubicBezTo>
                <a:lnTo>
                  <a:pt x="2031" y="16764"/>
                </a:lnTo>
                <a:cubicBezTo>
                  <a:pt x="2207" y="17039"/>
                  <a:pt x="2508" y="17185"/>
                  <a:pt x="2815" y="17185"/>
                </a:cubicBezTo>
                <a:cubicBezTo>
                  <a:pt x="2993" y="17185"/>
                  <a:pt x="3174" y="17135"/>
                  <a:pt x="3333" y="17033"/>
                </a:cubicBezTo>
                <a:lnTo>
                  <a:pt x="4253" y="16426"/>
                </a:lnTo>
                <a:cubicBezTo>
                  <a:pt x="4378" y="16346"/>
                  <a:pt x="4518" y="16308"/>
                  <a:pt x="4656" y="16308"/>
                </a:cubicBezTo>
                <a:cubicBezTo>
                  <a:pt x="4836" y="16308"/>
                  <a:pt x="5014" y="16372"/>
                  <a:pt x="5156" y="16495"/>
                </a:cubicBezTo>
                <a:cubicBezTo>
                  <a:pt x="5729" y="16990"/>
                  <a:pt x="6371" y="17415"/>
                  <a:pt x="7075" y="17745"/>
                </a:cubicBezTo>
                <a:cubicBezTo>
                  <a:pt x="7387" y="17901"/>
                  <a:pt x="7561" y="18240"/>
                  <a:pt x="7491" y="18570"/>
                </a:cubicBezTo>
                <a:lnTo>
                  <a:pt x="7257" y="19646"/>
                </a:lnTo>
                <a:cubicBezTo>
                  <a:pt x="7153" y="20158"/>
                  <a:pt x="7474" y="20653"/>
                  <a:pt x="7986" y="20766"/>
                </a:cubicBezTo>
                <a:lnTo>
                  <a:pt x="8950" y="20974"/>
                </a:lnTo>
                <a:cubicBezTo>
                  <a:pt x="9014" y="20987"/>
                  <a:pt x="9079" y="20994"/>
                  <a:pt x="9143" y="20994"/>
                </a:cubicBezTo>
                <a:cubicBezTo>
                  <a:pt x="9583" y="20994"/>
                  <a:pt x="9978" y="20692"/>
                  <a:pt x="10069" y="20245"/>
                </a:cubicBezTo>
                <a:lnTo>
                  <a:pt x="10312" y="19108"/>
                </a:lnTo>
                <a:cubicBezTo>
                  <a:pt x="10373" y="18778"/>
                  <a:pt x="10660" y="18526"/>
                  <a:pt x="10989" y="18518"/>
                </a:cubicBezTo>
                <a:cubicBezTo>
                  <a:pt x="11753" y="18474"/>
                  <a:pt x="12500" y="18327"/>
                  <a:pt x="13203" y="18075"/>
                </a:cubicBezTo>
                <a:cubicBezTo>
                  <a:pt x="13285" y="18047"/>
                  <a:pt x="13369" y="18033"/>
                  <a:pt x="13452" y="18033"/>
                </a:cubicBezTo>
                <a:cubicBezTo>
                  <a:pt x="13700" y="18033"/>
                  <a:pt x="13934" y="18155"/>
                  <a:pt x="14071" y="18370"/>
                </a:cubicBezTo>
                <a:lnTo>
                  <a:pt x="14696" y="19325"/>
                </a:lnTo>
                <a:cubicBezTo>
                  <a:pt x="14872" y="19599"/>
                  <a:pt x="15172" y="19745"/>
                  <a:pt x="15479" y="19745"/>
                </a:cubicBezTo>
                <a:cubicBezTo>
                  <a:pt x="15658" y="19745"/>
                  <a:pt x="15838" y="19696"/>
                  <a:pt x="15998" y="19594"/>
                </a:cubicBezTo>
                <a:lnTo>
                  <a:pt x="16822" y="19047"/>
                </a:lnTo>
                <a:cubicBezTo>
                  <a:pt x="17257" y="18769"/>
                  <a:pt x="17369" y="18179"/>
                  <a:pt x="17092" y="17745"/>
                </a:cubicBezTo>
                <a:lnTo>
                  <a:pt x="16458" y="16790"/>
                </a:lnTo>
                <a:cubicBezTo>
                  <a:pt x="16276" y="16512"/>
                  <a:pt x="16310" y="16130"/>
                  <a:pt x="16536" y="15879"/>
                </a:cubicBezTo>
                <a:cubicBezTo>
                  <a:pt x="17048" y="15332"/>
                  <a:pt x="17482" y="14690"/>
                  <a:pt x="17829" y="13995"/>
                </a:cubicBezTo>
                <a:cubicBezTo>
                  <a:pt x="17954" y="13738"/>
                  <a:pt x="18216" y="13580"/>
                  <a:pt x="18494" y="13580"/>
                </a:cubicBezTo>
                <a:cubicBezTo>
                  <a:pt x="18544" y="13580"/>
                  <a:pt x="18595" y="13585"/>
                  <a:pt x="18645" y="13596"/>
                </a:cubicBezTo>
                <a:lnTo>
                  <a:pt x="19704" y="13813"/>
                </a:lnTo>
                <a:cubicBezTo>
                  <a:pt x="19770" y="13824"/>
                  <a:pt x="19835" y="13830"/>
                  <a:pt x="19899" y="13830"/>
                </a:cubicBezTo>
                <a:cubicBezTo>
                  <a:pt x="20372" y="13830"/>
                  <a:pt x="20767" y="13527"/>
                  <a:pt x="20859" y="13075"/>
                </a:cubicBezTo>
                <a:lnTo>
                  <a:pt x="21058" y="12103"/>
                </a:lnTo>
                <a:cubicBezTo>
                  <a:pt x="21171" y="11599"/>
                  <a:pt x="20841" y="11096"/>
                  <a:pt x="20338" y="10992"/>
                </a:cubicBezTo>
                <a:lnTo>
                  <a:pt x="19314" y="10775"/>
                </a:lnTo>
                <a:cubicBezTo>
                  <a:pt x="18975" y="10705"/>
                  <a:pt x="18741" y="10419"/>
                  <a:pt x="18732" y="10063"/>
                </a:cubicBezTo>
                <a:cubicBezTo>
                  <a:pt x="18706" y="9264"/>
                  <a:pt x="18559" y="8483"/>
                  <a:pt x="18307" y="7745"/>
                </a:cubicBezTo>
                <a:cubicBezTo>
                  <a:pt x="18194" y="7424"/>
                  <a:pt x="18315" y="7068"/>
                  <a:pt x="18593" y="6886"/>
                </a:cubicBezTo>
                <a:lnTo>
                  <a:pt x="19401" y="6357"/>
                </a:lnTo>
                <a:cubicBezTo>
                  <a:pt x="19835" y="6079"/>
                  <a:pt x="19956" y="5488"/>
                  <a:pt x="19670" y="5054"/>
                </a:cubicBezTo>
                <a:lnTo>
                  <a:pt x="19131" y="4230"/>
                </a:lnTo>
                <a:cubicBezTo>
                  <a:pt x="18950" y="3955"/>
                  <a:pt x="18650" y="3806"/>
                  <a:pt x="18345" y="3806"/>
                </a:cubicBezTo>
                <a:cubicBezTo>
                  <a:pt x="18168" y="3806"/>
                  <a:pt x="17989" y="3856"/>
                  <a:pt x="17829" y="3961"/>
                </a:cubicBezTo>
                <a:lnTo>
                  <a:pt x="17057" y="4473"/>
                </a:lnTo>
                <a:cubicBezTo>
                  <a:pt x="16930" y="4551"/>
                  <a:pt x="16789" y="4590"/>
                  <a:pt x="16650" y="4590"/>
                </a:cubicBezTo>
                <a:cubicBezTo>
                  <a:pt x="16467" y="4590"/>
                  <a:pt x="16285" y="4523"/>
                  <a:pt x="16137" y="4395"/>
                </a:cubicBezTo>
                <a:cubicBezTo>
                  <a:pt x="15546" y="3839"/>
                  <a:pt x="14869" y="3370"/>
                  <a:pt x="14114" y="3006"/>
                </a:cubicBezTo>
                <a:cubicBezTo>
                  <a:pt x="13810" y="2850"/>
                  <a:pt x="13637" y="2520"/>
                  <a:pt x="13715" y="2181"/>
                </a:cubicBezTo>
                <a:lnTo>
                  <a:pt x="13889" y="1348"/>
                </a:lnTo>
                <a:cubicBezTo>
                  <a:pt x="14001" y="836"/>
                  <a:pt x="13672" y="332"/>
                  <a:pt x="13159" y="228"/>
                </a:cubicBezTo>
                <a:lnTo>
                  <a:pt x="12196" y="20"/>
                </a:lnTo>
                <a:cubicBezTo>
                  <a:pt x="12131" y="7"/>
                  <a:pt x="12066" y="0"/>
                  <a:pt x="120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0" name="Google Shape;300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98600" y="1014613"/>
            <a:ext cx="5746801" cy="304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6"/>
          <p:cNvSpPr txBox="1"/>
          <p:nvPr/>
        </p:nvSpPr>
        <p:spPr>
          <a:xfrm>
            <a:off x="5592075" y="1413975"/>
            <a:ext cx="2795700" cy="17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Diversas opções que podem ser inseridas na tabela;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As opções em vermelho costumam ser as mais utilizadas.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306" name="Google Shape;30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9387" y="4285950"/>
            <a:ext cx="973589" cy="64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6"/>
          <p:cNvPicPr preferRelativeResize="0"/>
          <p:nvPr/>
        </p:nvPicPr>
        <p:blipFill>
          <a:blip r:embed="rId4">
            <a:alphaModFix amt="77000"/>
          </a:blip>
          <a:stretch>
            <a:fillRect/>
          </a:stretch>
        </p:blipFill>
        <p:spPr>
          <a:xfrm>
            <a:off x="7736774" y="4362201"/>
            <a:ext cx="366675" cy="4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01075" y="4362211"/>
            <a:ext cx="398281" cy="4876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9" name="Google Shape;309;p26"/>
          <p:cNvGrpSpPr/>
          <p:nvPr/>
        </p:nvGrpSpPr>
        <p:grpSpPr>
          <a:xfrm>
            <a:off x="111637" y="4285955"/>
            <a:ext cx="811927" cy="753197"/>
            <a:chOff x="4932662" y="2251593"/>
            <a:chExt cx="811927" cy="753197"/>
          </a:xfrm>
        </p:grpSpPr>
        <p:sp>
          <p:nvSpPr>
            <p:cNvPr id="310" name="Google Shape;310;p26"/>
            <p:cNvSpPr/>
            <p:nvPr/>
          </p:nvSpPr>
          <p:spPr>
            <a:xfrm>
              <a:off x="4932662" y="2251593"/>
              <a:ext cx="811927" cy="753197"/>
            </a:xfrm>
            <a:custGeom>
              <a:rect b="b" l="l" r="r" t="t"/>
              <a:pathLst>
                <a:path extrusionOk="0" h="22161" w="23889">
                  <a:moveTo>
                    <a:pt x="278" y="0"/>
                  </a:moveTo>
                  <a:cubicBezTo>
                    <a:pt x="130" y="0"/>
                    <a:pt x="0" y="122"/>
                    <a:pt x="0" y="286"/>
                  </a:cubicBezTo>
                  <a:lnTo>
                    <a:pt x="0" y="21874"/>
                  </a:lnTo>
                  <a:cubicBezTo>
                    <a:pt x="0" y="22031"/>
                    <a:pt x="122" y="22161"/>
                    <a:pt x="278" y="22161"/>
                  </a:cubicBezTo>
                  <a:lnTo>
                    <a:pt x="23610" y="22161"/>
                  </a:lnTo>
                  <a:cubicBezTo>
                    <a:pt x="23758" y="22161"/>
                    <a:pt x="23888" y="22031"/>
                    <a:pt x="23888" y="21874"/>
                  </a:cubicBezTo>
                  <a:lnTo>
                    <a:pt x="23888" y="286"/>
                  </a:lnTo>
                  <a:cubicBezTo>
                    <a:pt x="23888" y="130"/>
                    <a:pt x="23775" y="0"/>
                    <a:pt x="236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6"/>
            <p:cNvSpPr/>
            <p:nvPr/>
          </p:nvSpPr>
          <p:spPr>
            <a:xfrm>
              <a:off x="4968044" y="2360729"/>
              <a:ext cx="740826" cy="592436"/>
            </a:xfrm>
            <a:custGeom>
              <a:rect b="b" l="l" r="r" t="t"/>
              <a:pathLst>
                <a:path extrusionOk="0" h="17431" w="21797">
                  <a:moveTo>
                    <a:pt x="209" y="1"/>
                  </a:moveTo>
                  <a:cubicBezTo>
                    <a:pt x="96" y="1"/>
                    <a:pt x="1" y="88"/>
                    <a:pt x="1" y="209"/>
                  </a:cubicBezTo>
                  <a:lnTo>
                    <a:pt x="1" y="17222"/>
                  </a:lnTo>
                  <a:cubicBezTo>
                    <a:pt x="1" y="17335"/>
                    <a:pt x="88" y="17431"/>
                    <a:pt x="209" y="17431"/>
                  </a:cubicBezTo>
                  <a:lnTo>
                    <a:pt x="21588" y="17431"/>
                  </a:lnTo>
                  <a:cubicBezTo>
                    <a:pt x="21710" y="17431"/>
                    <a:pt x="21797" y="17335"/>
                    <a:pt x="21797" y="17222"/>
                  </a:cubicBezTo>
                  <a:lnTo>
                    <a:pt x="21797" y="209"/>
                  </a:lnTo>
                  <a:cubicBezTo>
                    <a:pt x="21797" y="105"/>
                    <a:pt x="21710" y="1"/>
                    <a:pt x="215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6"/>
            <p:cNvSpPr/>
            <p:nvPr/>
          </p:nvSpPr>
          <p:spPr>
            <a:xfrm>
              <a:off x="4981334" y="2284901"/>
              <a:ext cx="41907" cy="41941"/>
            </a:xfrm>
            <a:custGeom>
              <a:rect b="b" l="l" r="r" t="t"/>
              <a:pathLst>
                <a:path extrusionOk="0" h="1234" w="1233">
                  <a:moveTo>
                    <a:pt x="617" y="1"/>
                  </a:moveTo>
                  <a:cubicBezTo>
                    <a:pt x="278" y="1"/>
                    <a:pt x="0" y="270"/>
                    <a:pt x="0" y="617"/>
                  </a:cubicBezTo>
                  <a:cubicBezTo>
                    <a:pt x="0" y="956"/>
                    <a:pt x="269" y="1234"/>
                    <a:pt x="617" y="1234"/>
                  </a:cubicBezTo>
                  <a:cubicBezTo>
                    <a:pt x="955" y="1234"/>
                    <a:pt x="1233" y="964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6"/>
            <p:cNvSpPr/>
            <p:nvPr/>
          </p:nvSpPr>
          <p:spPr>
            <a:xfrm>
              <a:off x="5052709" y="2284901"/>
              <a:ext cx="42246" cy="41941"/>
            </a:xfrm>
            <a:custGeom>
              <a:rect b="b" l="l" r="r" t="t"/>
              <a:pathLst>
                <a:path extrusionOk="0" h="1234" w="1243">
                  <a:moveTo>
                    <a:pt x="617" y="1"/>
                  </a:moveTo>
                  <a:cubicBezTo>
                    <a:pt x="279" y="1"/>
                    <a:pt x="1" y="279"/>
                    <a:pt x="1" y="617"/>
                  </a:cubicBezTo>
                  <a:cubicBezTo>
                    <a:pt x="1" y="956"/>
                    <a:pt x="279" y="1234"/>
                    <a:pt x="617" y="1234"/>
                  </a:cubicBezTo>
                  <a:cubicBezTo>
                    <a:pt x="964" y="1234"/>
                    <a:pt x="1242" y="956"/>
                    <a:pt x="1242" y="617"/>
                  </a:cubicBezTo>
                  <a:cubicBezTo>
                    <a:pt x="1242" y="279"/>
                    <a:pt x="964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26"/>
            <p:cNvSpPr/>
            <p:nvPr/>
          </p:nvSpPr>
          <p:spPr>
            <a:xfrm>
              <a:off x="5124425" y="2284901"/>
              <a:ext cx="41907" cy="41941"/>
            </a:xfrm>
            <a:custGeom>
              <a:rect b="b" l="l" r="r" t="t"/>
              <a:pathLst>
                <a:path extrusionOk="0" h="1234" w="1233">
                  <a:moveTo>
                    <a:pt x="617" y="1"/>
                  </a:moveTo>
                  <a:cubicBezTo>
                    <a:pt x="278" y="1"/>
                    <a:pt x="0" y="279"/>
                    <a:pt x="0" y="617"/>
                  </a:cubicBezTo>
                  <a:cubicBezTo>
                    <a:pt x="0" y="956"/>
                    <a:pt x="278" y="1234"/>
                    <a:pt x="617" y="1234"/>
                  </a:cubicBezTo>
                  <a:cubicBezTo>
                    <a:pt x="955" y="1234"/>
                    <a:pt x="1233" y="956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15" name="Google Shape;315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64738" y="557225"/>
            <a:ext cx="4186175" cy="4029051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6"/>
          <p:cNvSpPr/>
          <p:nvPr/>
        </p:nvSpPr>
        <p:spPr>
          <a:xfrm>
            <a:off x="2535932" y="936329"/>
            <a:ext cx="2059800" cy="888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6"/>
          <p:cNvSpPr/>
          <p:nvPr/>
        </p:nvSpPr>
        <p:spPr>
          <a:xfrm>
            <a:off x="2535932" y="2056461"/>
            <a:ext cx="2059800" cy="222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6"/>
          <p:cNvSpPr/>
          <p:nvPr/>
        </p:nvSpPr>
        <p:spPr>
          <a:xfrm>
            <a:off x="2535932" y="2460454"/>
            <a:ext cx="2059800" cy="222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6"/>
          <p:cNvSpPr/>
          <p:nvPr/>
        </p:nvSpPr>
        <p:spPr>
          <a:xfrm>
            <a:off x="2535932" y="2947579"/>
            <a:ext cx="2059800" cy="222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7"/>
          <p:cNvSpPr txBox="1"/>
          <p:nvPr/>
        </p:nvSpPr>
        <p:spPr>
          <a:xfrm>
            <a:off x="5592025" y="1218325"/>
            <a:ext cx="3448200" cy="21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Mudar o estilo dos números e textos (Negrito, tamanho da fonte e representação numérica)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Alterar a forma como o texto é apresentado (centralizado, justificado…)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325" name="Google Shape;32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9387" y="4285950"/>
            <a:ext cx="973589" cy="64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27"/>
          <p:cNvPicPr preferRelativeResize="0"/>
          <p:nvPr/>
        </p:nvPicPr>
        <p:blipFill>
          <a:blip r:embed="rId4">
            <a:alphaModFix amt="77000"/>
          </a:blip>
          <a:stretch>
            <a:fillRect/>
          </a:stretch>
        </p:blipFill>
        <p:spPr>
          <a:xfrm>
            <a:off x="7736774" y="4362201"/>
            <a:ext cx="366675" cy="4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01075" y="4362211"/>
            <a:ext cx="398281" cy="48767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7"/>
          <p:cNvSpPr/>
          <p:nvPr/>
        </p:nvSpPr>
        <p:spPr>
          <a:xfrm>
            <a:off x="116899" y="4362198"/>
            <a:ext cx="719583" cy="713534"/>
          </a:xfrm>
          <a:custGeom>
            <a:rect b="b" l="l" r="r" t="t"/>
            <a:pathLst>
              <a:path extrusionOk="0" h="20994" w="21172">
                <a:moveTo>
                  <a:pt x="10557" y="5287"/>
                </a:moveTo>
                <a:cubicBezTo>
                  <a:pt x="10729" y="5287"/>
                  <a:pt x="10902" y="5296"/>
                  <a:pt x="11076" y="5315"/>
                </a:cubicBezTo>
                <a:cubicBezTo>
                  <a:pt x="14279" y="5662"/>
                  <a:pt x="16345" y="8822"/>
                  <a:pt x="15373" y="11877"/>
                </a:cubicBezTo>
                <a:cubicBezTo>
                  <a:pt x="14714" y="13983"/>
                  <a:pt x="12722" y="15412"/>
                  <a:pt x="10550" y="15412"/>
                </a:cubicBezTo>
                <a:cubicBezTo>
                  <a:pt x="10376" y="15412"/>
                  <a:pt x="10201" y="15403"/>
                  <a:pt x="10026" y="15384"/>
                </a:cubicBezTo>
                <a:cubicBezTo>
                  <a:pt x="6823" y="15037"/>
                  <a:pt x="4766" y="11877"/>
                  <a:pt x="5729" y="8822"/>
                </a:cubicBezTo>
                <a:cubicBezTo>
                  <a:pt x="6397" y="6723"/>
                  <a:pt x="8390" y="5287"/>
                  <a:pt x="10557" y="5287"/>
                </a:cubicBezTo>
                <a:close/>
                <a:moveTo>
                  <a:pt x="12003" y="0"/>
                </a:moveTo>
                <a:cubicBezTo>
                  <a:pt x="11564" y="0"/>
                  <a:pt x="11175" y="302"/>
                  <a:pt x="11076" y="749"/>
                </a:cubicBezTo>
                <a:lnTo>
                  <a:pt x="10903" y="1582"/>
                </a:lnTo>
                <a:cubicBezTo>
                  <a:pt x="10842" y="1921"/>
                  <a:pt x="10547" y="2155"/>
                  <a:pt x="10199" y="2181"/>
                </a:cubicBezTo>
                <a:cubicBezTo>
                  <a:pt x="9366" y="2216"/>
                  <a:pt x="8542" y="2372"/>
                  <a:pt x="7769" y="2659"/>
                </a:cubicBezTo>
                <a:cubicBezTo>
                  <a:pt x="7686" y="2690"/>
                  <a:pt x="7599" y="2705"/>
                  <a:pt x="7513" y="2705"/>
                </a:cubicBezTo>
                <a:cubicBezTo>
                  <a:pt x="7267" y="2705"/>
                  <a:pt x="7027" y="2582"/>
                  <a:pt x="6892" y="2364"/>
                </a:cubicBezTo>
                <a:lnTo>
                  <a:pt x="6450" y="1678"/>
                </a:lnTo>
                <a:cubicBezTo>
                  <a:pt x="6268" y="1403"/>
                  <a:pt x="5969" y="1257"/>
                  <a:pt x="5664" y="1257"/>
                </a:cubicBezTo>
                <a:cubicBezTo>
                  <a:pt x="5487" y="1257"/>
                  <a:pt x="5307" y="1307"/>
                  <a:pt x="5148" y="1409"/>
                </a:cubicBezTo>
                <a:lnTo>
                  <a:pt x="4323" y="1956"/>
                </a:lnTo>
                <a:cubicBezTo>
                  <a:pt x="3889" y="2233"/>
                  <a:pt x="3767" y="2824"/>
                  <a:pt x="4045" y="3258"/>
                </a:cubicBezTo>
                <a:lnTo>
                  <a:pt x="4852" y="4482"/>
                </a:lnTo>
                <a:cubicBezTo>
                  <a:pt x="4132" y="5176"/>
                  <a:pt x="3542" y="6009"/>
                  <a:pt x="3116" y="6947"/>
                </a:cubicBezTo>
                <a:cubicBezTo>
                  <a:pt x="2998" y="7213"/>
                  <a:pt x="2728" y="7379"/>
                  <a:pt x="2441" y="7379"/>
                </a:cubicBezTo>
                <a:cubicBezTo>
                  <a:pt x="2392" y="7379"/>
                  <a:pt x="2342" y="7374"/>
                  <a:pt x="2292" y="7363"/>
                </a:cubicBezTo>
                <a:lnTo>
                  <a:pt x="1432" y="7190"/>
                </a:lnTo>
                <a:cubicBezTo>
                  <a:pt x="1367" y="7177"/>
                  <a:pt x="1303" y="7170"/>
                  <a:pt x="1239" y="7170"/>
                </a:cubicBezTo>
                <a:cubicBezTo>
                  <a:pt x="801" y="7170"/>
                  <a:pt x="411" y="7472"/>
                  <a:pt x="313" y="7919"/>
                </a:cubicBezTo>
                <a:lnTo>
                  <a:pt x="113" y="8882"/>
                </a:lnTo>
                <a:cubicBezTo>
                  <a:pt x="0" y="9395"/>
                  <a:pt x="330" y="9898"/>
                  <a:pt x="833" y="10002"/>
                </a:cubicBezTo>
                <a:lnTo>
                  <a:pt x="1788" y="10202"/>
                </a:lnTo>
                <a:cubicBezTo>
                  <a:pt x="2118" y="10263"/>
                  <a:pt x="2353" y="10549"/>
                  <a:pt x="2379" y="10879"/>
                </a:cubicBezTo>
                <a:cubicBezTo>
                  <a:pt x="2431" y="11686"/>
                  <a:pt x="2604" y="12467"/>
                  <a:pt x="2873" y="13205"/>
                </a:cubicBezTo>
                <a:cubicBezTo>
                  <a:pt x="2995" y="13526"/>
                  <a:pt x="2873" y="13900"/>
                  <a:pt x="2587" y="14091"/>
                </a:cubicBezTo>
                <a:lnTo>
                  <a:pt x="1762" y="14637"/>
                </a:lnTo>
                <a:cubicBezTo>
                  <a:pt x="1328" y="14915"/>
                  <a:pt x="1207" y="15505"/>
                  <a:pt x="1484" y="15940"/>
                </a:cubicBezTo>
                <a:lnTo>
                  <a:pt x="2031" y="16764"/>
                </a:lnTo>
                <a:cubicBezTo>
                  <a:pt x="2207" y="17039"/>
                  <a:pt x="2508" y="17185"/>
                  <a:pt x="2815" y="17185"/>
                </a:cubicBezTo>
                <a:cubicBezTo>
                  <a:pt x="2993" y="17185"/>
                  <a:pt x="3174" y="17135"/>
                  <a:pt x="3333" y="17033"/>
                </a:cubicBezTo>
                <a:lnTo>
                  <a:pt x="4253" y="16426"/>
                </a:lnTo>
                <a:cubicBezTo>
                  <a:pt x="4378" y="16346"/>
                  <a:pt x="4518" y="16308"/>
                  <a:pt x="4656" y="16308"/>
                </a:cubicBezTo>
                <a:cubicBezTo>
                  <a:pt x="4836" y="16308"/>
                  <a:pt x="5014" y="16372"/>
                  <a:pt x="5156" y="16495"/>
                </a:cubicBezTo>
                <a:cubicBezTo>
                  <a:pt x="5729" y="16990"/>
                  <a:pt x="6371" y="17415"/>
                  <a:pt x="7075" y="17745"/>
                </a:cubicBezTo>
                <a:cubicBezTo>
                  <a:pt x="7387" y="17901"/>
                  <a:pt x="7561" y="18240"/>
                  <a:pt x="7491" y="18570"/>
                </a:cubicBezTo>
                <a:lnTo>
                  <a:pt x="7257" y="19646"/>
                </a:lnTo>
                <a:cubicBezTo>
                  <a:pt x="7153" y="20158"/>
                  <a:pt x="7474" y="20653"/>
                  <a:pt x="7986" y="20766"/>
                </a:cubicBezTo>
                <a:lnTo>
                  <a:pt x="8950" y="20974"/>
                </a:lnTo>
                <a:cubicBezTo>
                  <a:pt x="9014" y="20987"/>
                  <a:pt x="9079" y="20994"/>
                  <a:pt x="9143" y="20994"/>
                </a:cubicBezTo>
                <a:cubicBezTo>
                  <a:pt x="9583" y="20994"/>
                  <a:pt x="9978" y="20692"/>
                  <a:pt x="10069" y="20245"/>
                </a:cubicBezTo>
                <a:lnTo>
                  <a:pt x="10312" y="19108"/>
                </a:lnTo>
                <a:cubicBezTo>
                  <a:pt x="10373" y="18778"/>
                  <a:pt x="10660" y="18526"/>
                  <a:pt x="10989" y="18518"/>
                </a:cubicBezTo>
                <a:cubicBezTo>
                  <a:pt x="11753" y="18474"/>
                  <a:pt x="12500" y="18327"/>
                  <a:pt x="13203" y="18075"/>
                </a:cubicBezTo>
                <a:cubicBezTo>
                  <a:pt x="13285" y="18047"/>
                  <a:pt x="13369" y="18033"/>
                  <a:pt x="13452" y="18033"/>
                </a:cubicBezTo>
                <a:cubicBezTo>
                  <a:pt x="13700" y="18033"/>
                  <a:pt x="13934" y="18155"/>
                  <a:pt x="14071" y="18370"/>
                </a:cubicBezTo>
                <a:lnTo>
                  <a:pt x="14696" y="19325"/>
                </a:lnTo>
                <a:cubicBezTo>
                  <a:pt x="14872" y="19599"/>
                  <a:pt x="15172" y="19745"/>
                  <a:pt x="15479" y="19745"/>
                </a:cubicBezTo>
                <a:cubicBezTo>
                  <a:pt x="15658" y="19745"/>
                  <a:pt x="15838" y="19696"/>
                  <a:pt x="15998" y="19594"/>
                </a:cubicBezTo>
                <a:lnTo>
                  <a:pt x="16822" y="19047"/>
                </a:lnTo>
                <a:cubicBezTo>
                  <a:pt x="17257" y="18769"/>
                  <a:pt x="17369" y="18179"/>
                  <a:pt x="17092" y="17745"/>
                </a:cubicBezTo>
                <a:lnTo>
                  <a:pt x="16458" y="16790"/>
                </a:lnTo>
                <a:cubicBezTo>
                  <a:pt x="16276" y="16512"/>
                  <a:pt x="16310" y="16130"/>
                  <a:pt x="16536" y="15879"/>
                </a:cubicBezTo>
                <a:cubicBezTo>
                  <a:pt x="17048" y="15332"/>
                  <a:pt x="17482" y="14690"/>
                  <a:pt x="17829" y="13995"/>
                </a:cubicBezTo>
                <a:cubicBezTo>
                  <a:pt x="17954" y="13738"/>
                  <a:pt x="18216" y="13580"/>
                  <a:pt x="18494" y="13580"/>
                </a:cubicBezTo>
                <a:cubicBezTo>
                  <a:pt x="18544" y="13580"/>
                  <a:pt x="18595" y="13585"/>
                  <a:pt x="18645" y="13596"/>
                </a:cubicBezTo>
                <a:lnTo>
                  <a:pt x="19704" y="13813"/>
                </a:lnTo>
                <a:cubicBezTo>
                  <a:pt x="19770" y="13824"/>
                  <a:pt x="19835" y="13830"/>
                  <a:pt x="19899" y="13830"/>
                </a:cubicBezTo>
                <a:cubicBezTo>
                  <a:pt x="20372" y="13830"/>
                  <a:pt x="20767" y="13527"/>
                  <a:pt x="20859" y="13075"/>
                </a:cubicBezTo>
                <a:lnTo>
                  <a:pt x="21058" y="12103"/>
                </a:lnTo>
                <a:cubicBezTo>
                  <a:pt x="21171" y="11599"/>
                  <a:pt x="20841" y="11096"/>
                  <a:pt x="20338" y="10992"/>
                </a:cubicBezTo>
                <a:lnTo>
                  <a:pt x="19314" y="10775"/>
                </a:lnTo>
                <a:cubicBezTo>
                  <a:pt x="18975" y="10705"/>
                  <a:pt x="18741" y="10419"/>
                  <a:pt x="18732" y="10063"/>
                </a:cubicBezTo>
                <a:cubicBezTo>
                  <a:pt x="18706" y="9264"/>
                  <a:pt x="18559" y="8483"/>
                  <a:pt x="18307" y="7745"/>
                </a:cubicBezTo>
                <a:cubicBezTo>
                  <a:pt x="18194" y="7424"/>
                  <a:pt x="18315" y="7068"/>
                  <a:pt x="18593" y="6886"/>
                </a:cubicBezTo>
                <a:lnTo>
                  <a:pt x="19401" y="6357"/>
                </a:lnTo>
                <a:cubicBezTo>
                  <a:pt x="19835" y="6079"/>
                  <a:pt x="19956" y="5488"/>
                  <a:pt x="19670" y="5054"/>
                </a:cubicBezTo>
                <a:lnTo>
                  <a:pt x="19131" y="4230"/>
                </a:lnTo>
                <a:cubicBezTo>
                  <a:pt x="18950" y="3955"/>
                  <a:pt x="18650" y="3806"/>
                  <a:pt x="18345" y="3806"/>
                </a:cubicBezTo>
                <a:cubicBezTo>
                  <a:pt x="18168" y="3806"/>
                  <a:pt x="17989" y="3856"/>
                  <a:pt x="17829" y="3961"/>
                </a:cubicBezTo>
                <a:lnTo>
                  <a:pt x="17057" y="4473"/>
                </a:lnTo>
                <a:cubicBezTo>
                  <a:pt x="16930" y="4551"/>
                  <a:pt x="16789" y="4590"/>
                  <a:pt x="16650" y="4590"/>
                </a:cubicBezTo>
                <a:cubicBezTo>
                  <a:pt x="16467" y="4590"/>
                  <a:pt x="16285" y="4523"/>
                  <a:pt x="16137" y="4395"/>
                </a:cubicBezTo>
                <a:cubicBezTo>
                  <a:pt x="15546" y="3839"/>
                  <a:pt x="14869" y="3370"/>
                  <a:pt x="14114" y="3006"/>
                </a:cubicBezTo>
                <a:cubicBezTo>
                  <a:pt x="13810" y="2850"/>
                  <a:pt x="13637" y="2520"/>
                  <a:pt x="13715" y="2181"/>
                </a:cubicBezTo>
                <a:lnTo>
                  <a:pt x="13889" y="1348"/>
                </a:lnTo>
                <a:cubicBezTo>
                  <a:pt x="14001" y="836"/>
                  <a:pt x="13672" y="332"/>
                  <a:pt x="13159" y="228"/>
                </a:cubicBezTo>
                <a:lnTo>
                  <a:pt x="12196" y="20"/>
                </a:lnTo>
                <a:cubicBezTo>
                  <a:pt x="12131" y="7"/>
                  <a:pt x="12066" y="0"/>
                  <a:pt x="120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9" name="Google Shape;329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9850" y="759275"/>
            <a:ext cx="4492650" cy="308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8"/>
          <p:cNvSpPr txBox="1"/>
          <p:nvPr/>
        </p:nvSpPr>
        <p:spPr>
          <a:xfrm>
            <a:off x="5695800" y="2195100"/>
            <a:ext cx="3448200" cy="7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Utilizado principalmente para aplicações de controle financeiro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335" name="Google Shape;33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9387" y="4285950"/>
            <a:ext cx="973589" cy="64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28"/>
          <p:cNvPicPr preferRelativeResize="0"/>
          <p:nvPr/>
        </p:nvPicPr>
        <p:blipFill>
          <a:blip r:embed="rId4">
            <a:alphaModFix amt="77000"/>
          </a:blip>
          <a:stretch>
            <a:fillRect/>
          </a:stretch>
        </p:blipFill>
        <p:spPr>
          <a:xfrm>
            <a:off x="7736774" y="4362201"/>
            <a:ext cx="366675" cy="4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01075" y="4362211"/>
            <a:ext cx="398281" cy="4876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8" name="Google Shape;338;p28"/>
          <p:cNvGrpSpPr/>
          <p:nvPr/>
        </p:nvGrpSpPr>
        <p:grpSpPr>
          <a:xfrm>
            <a:off x="111637" y="4285955"/>
            <a:ext cx="811927" cy="753197"/>
            <a:chOff x="4932662" y="2251593"/>
            <a:chExt cx="811927" cy="753197"/>
          </a:xfrm>
        </p:grpSpPr>
        <p:sp>
          <p:nvSpPr>
            <p:cNvPr id="339" name="Google Shape;339;p28"/>
            <p:cNvSpPr/>
            <p:nvPr/>
          </p:nvSpPr>
          <p:spPr>
            <a:xfrm>
              <a:off x="4932662" y="2251593"/>
              <a:ext cx="811927" cy="753197"/>
            </a:xfrm>
            <a:custGeom>
              <a:rect b="b" l="l" r="r" t="t"/>
              <a:pathLst>
                <a:path extrusionOk="0" h="22161" w="23889">
                  <a:moveTo>
                    <a:pt x="278" y="0"/>
                  </a:moveTo>
                  <a:cubicBezTo>
                    <a:pt x="130" y="0"/>
                    <a:pt x="0" y="122"/>
                    <a:pt x="0" y="286"/>
                  </a:cubicBezTo>
                  <a:lnTo>
                    <a:pt x="0" y="21874"/>
                  </a:lnTo>
                  <a:cubicBezTo>
                    <a:pt x="0" y="22031"/>
                    <a:pt x="122" y="22161"/>
                    <a:pt x="278" y="22161"/>
                  </a:cubicBezTo>
                  <a:lnTo>
                    <a:pt x="23610" y="22161"/>
                  </a:lnTo>
                  <a:cubicBezTo>
                    <a:pt x="23758" y="22161"/>
                    <a:pt x="23888" y="22031"/>
                    <a:pt x="23888" y="21874"/>
                  </a:cubicBezTo>
                  <a:lnTo>
                    <a:pt x="23888" y="286"/>
                  </a:lnTo>
                  <a:cubicBezTo>
                    <a:pt x="23888" y="130"/>
                    <a:pt x="23775" y="0"/>
                    <a:pt x="236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8"/>
            <p:cNvSpPr/>
            <p:nvPr/>
          </p:nvSpPr>
          <p:spPr>
            <a:xfrm>
              <a:off x="4968044" y="2360729"/>
              <a:ext cx="740826" cy="592436"/>
            </a:xfrm>
            <a:custGeom>
              <a:rect b="b" l="l" r="r" t="t"/>
              <a:pathLst>
                <a:path extrusionOk="0" h="17431" w="21797">
                  <a:moveTo>
                    <a:pt x="209" y="1"/>
                  </a:moveTo>
                  <a:cubicBezTo>
                    <a:pt x="96" y="1"/>
                    <a:pt x="1" y="88"/>
                    <a:pt x="1" y="209"/>
                  </a:cubicBezTo>
                  <a:lnTo>
                    <a:pt x="1" y="17222"/>
                  </a:lnTo>
                  <a:cubicBezTo>
                    <a:pt x="1" y="17335"/>
                    <a:pt x="88" y="17431"/>
                    <a:pt x="209" y="17431"/>
                  </a:cubicBezTo>
                  <a:lnTo>
                    <a:pt x="21588" y="17431"/>
                  </a:lnTo>
                  <a:cubicBezTo>
                    <a:pt x="21710" y="17431"/>
                    <a:pt x="21797" y="17335"/>
                    <a:pt x="21797" y="17222"/>
                  </a:cubicBezTo>
                  <a:lnTo>
                    <a:pt x="21797" y="209"/>
                  </a:lnTo>
                  <a:cubicBezTo>
                    <a:pt x="21797" y="105"/>
                    <a:pt x="21710" y="1"/>
                    <a:pt x="215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8"/>
            <p:cNvSpPr/>
            <p:nvPr/>
          </p:nvSpPr>
          <p:spPr>
            <a:xfrm>
              <a:off x="4981334" y="2284901"/>
              <a:ext cx="41907" cy="41941"/>
            </a:xfrm>
            <a:custGeom>
              <a:rect b="b" l="l" r="r" t="t"/>
              <a:pathLst>
                <a:path extrusionOk="0" h="1234" w="1233">
                  <a:moveTo>
                    <a:pt x="617" y="1"/>
                  </a:moveTo>
                  <a:cubicBezTo>
                    <a:pt x="278" y="1"/>
                    <a:pt x="0" y="270"/>
                    <a:pt x="0" y="617"/>
                  </a:cubicBezTo>
                  <a:cubicBezTo>
                    <a:pt x="0" y="956"/>
                    <a:pt x="269" y="1234"/>
                    <a:pt x="617" y="1234"/>
                  </a:cubicBezTo>
                  <a:cubicBezTo>
                    <a:pt x="955" y="1234"/>
                    <a:pt x="1233" y="964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8"/>
            <p:cNvSpPr/>
            <p:nvPr/>
          </p:nvSpPr>
          <p:spPr>
            <a:xfrm>
              <a:off x="5052709" y="2284901"/>
              <a:ext cx="42246" cy="41941"/>
            </a:xfrm>
            <a:custGeom>
              <a:rect b="b" l="l" r="r" t="t"/>
              <a:pathLst>
                <a:path extrusionOk="0" h="1234" w="1243">
                  <a:moveTo>
                    <a:pt x="617" y="1"/>
                  </a:moveTo>
                  <a:cubicBezTo>
                    <a:pt x="279" y="1"/>
                    <a:pt x="1" y="279"/>
                    <a:pt x="1" y="617"/>
                  </a:cubicBezTo>
                  <a:cubicBezTo>
                    <a:pt x="1" y="956"/>
                    <a:pt x="279" y="1234"/>
                    <a:pt x="617" y="1234"/>
                  </a:cubicBezTo>
                  <a:cubicBezTo>
                    <a:pt x="964" y="1234"/>
                    <a:pt x="1242" y="956"/>
                    <a:pt x="1242" y="617"/>
                  </a:cubicBezTo>
                  <a:cubicBezTo>
                    <a:pt x="1242" y="279"/>
                    <a:pt x="964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8"/>
            <p:cNvSpPr/>
            <p:nvPr/>
          </p:nvSpPr>
          <p:spPr>
            <a:xfrm>
              <a:off x="5124425" y="2284901"/>
              <a:ext cx="41907" cy="41941"/>
            </a:xfrm>
            <a:custGeom>
              <a:rect b="b" l="l" r="r" t="t"/>
              <a:pathLst>
                <a:path extrusionOk="0" h="1234" w="1233">
                  <a:moveTo>
                    <a:pt x="617" y="1"/>
                  </a:moveTo>
                  <a:cubicBezTo>
                    <a:pt x="278" y="1"/>
                    <a:pt x="0" y="279"/>
                    <a:pt x="0" y="617"/>
                  </a:cubicBezTo>
                  <a:cubicBezTo>
                    <a:pt x="0" y="956"/>
                    <a:pt x="278" y="1234"/>
                    <a:pt x="617" y="1234"/>
                  </a:cubicBezTo>
                  <a:cubicBezTo>
                    <a:pt x="955" y="1234"/>
                    <a:pt x="1233" y="956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44" name="Google Shape;344;p28"/>
          <p:cNvPicPr preferRelativeResize="0"/>
          <p:nvPr/>
        </p:nvPicPr>
        <p:blipFill rotWithShape="1">
          <a:blip r:embed="rId6">
            <a:alphaModFix/>
          </a:blip>
          <a:srcRect b="34555" l="0" r="0" t="0"/>
          <a:stretch/>
        </p:blipFill>
        <p:spPr>
          <a:xfrm>
            <a:off x="1154250" y="615375"/>
            <a:ext cx="4410076" cy="3586051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8"/>
          <p:cNvSpPr/>
          <p:nvPr/>
        </p:nvSpPr>
        <p:spPr>
          <a:xfrm>
            <a:off x="3513533" y="2818563"/>
            <a:ext cx="1990500" cy="1063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9"/>
          <p:cNvSpPr/>
          <p:nvPr/>
        </p:nvSpPr>
        <p:spPr>
          <a:xfrm>
            <a:off x="8253375" y="428100"/>
            <a:ext cx="601973" cy="596912"/>
          </a:xfrm>
          <a:custGeom>
            <a:rect b="b" l="l" r="r" t="t"/>
            <a:pathLst>
              <a:path extrusionOk="0" h="20994" w="21172">
                <a:moveTo>
                  <a:pt x="10557" y="5287"/>
                </a:moveTo>
                <a:cubicBezTo>
                  <a:pt x="10729" y="5287"/>
                  <a:pt x="10902" y="5296"/>
                  <a:pt x="11076" y="5315"/>
                </a:cubicBezTo>
                <a:cubicBezTo>
                  <a:pt x="14279" y="5662"/>
                  <a:pt x="16345" y="8822"/>
                  <a:pt x="15373" y="11877"/>
                </a:cubicBezTo>
                <a:cubicBezTo>
                  <a:pt x="14714" y="13983"/>
                  <a:pt x="12722" y="15412"/>
                  <a:pt x="10550" y="15412"/>
                </a:cubicBezTo>
                <a:cubicBezTo>
                  <a:pt x="10376" y="15412"/>
                  <a:pt x="10201" y="15403"/>
                  <a:pt x="10026" y="15384"/>
                </a:cubicBezTo>
                <a:cubicBezTo>
                  <a:pt x="6823" y="15037"/>
                  <a:pt x="4766" y="11877"/>
                  <a:pt x="5729" y="8822"/>
                </a:cubicBezTo>
                <a:cubicBezTo>
                  <a:pt x="6397" y="6723"/>
                  <a:pt x="8390" y="5287"/>
                  <a:pt x="10557" y="5287"/>
                </a:cubicBezTo>
                <a:close/>
                <a:moveTo>
                  <a:pt x="12003" y="0"/>
                </a:moveTo>
                <a:cubicBezTo>
                  <a:pt x="11564" y="0"/>
                  <a:pt x="11175" y="302"/>
                  <a:pt x="11076" y="749"/>
                </a:cubicBezTo>
                <a:lnTo>
                  <a:pt x="10903" y="1582"/>
                </a:lnTo>
                <a:cubicBezTo>
                  <a:pt x="10842" y="1921"/>
                  <a:pt x="10547" y="2155"/>
                  <a:pt x="10199" y="2181"/>
                </a:cubicBezTo>
                <a:cubicBezTo>
                  <a:pt x="9366" y="2216"/>
                  <a:pt x="8542" y="2372"/>
                  <a:pt x="7769" y="2659"/>
                </a:cubicBezTo>
                <a:cubicBezTo>
                  <a:pt x="7686" y="2690"/>
                  <a:pt x="7599" y="2705"/>
                  <a:pt x="7513" y="2705"/>
                </a:cubicBezTo>
                <a:cubicBezTo>
                  <a:pt x="7267" y="2705"/>
                  <a:pt x="7027" y="2582"/>
                  <a:pt x="6892" y="2364"/>
                </a:cubicBezTo>
                <a:lnTo>
                  <a:pt x="6450" y="1678"/>
                </a:lnTo>
                <a:cubicBezTo>
                  <a:pt x="6268" y="1403"/>
                  <a:pt x="5969" y="1257"/>
                  <a:pt x="5664" y="1257"/>
                </a:cubicBezTo>
                <a:cubicBezTo>
                  <a:pt x="5487" y="1257"/>
                  <a:pt x="5307" y="1307"/>
                  <a:pt x="5148" y="1409"/>
                </a:cubicBezTo>
                <a:lnTo>
                  <a:pt x="4323" y="1956"/>
                </a:lnTo>
                <a:cubicBezTo>
                  <a:pt x="3889" y="2233"/>
                  <a:pt x="3767" y="2824"/>
                  <a:pt x="4045" y="3258"/>
                </a:cubicBezTo>
                <a:lnTo>
                  <a:pt x="4852" y="4482"/>
                </a:lnTo>
                <a:cubicBezTo>
                  <a:pt x="4132" y="5176"/>
                  <a:pt x="3542" y="6009"/>
                  <a:pt x="3116" y="6947"/>
                </a:cubicBezTo>
                <a:cubicBezTo>
                  <a:pt x="2998" y="7213"/>
                  <a:pt x="2728" y="7379"/>
                  <a:pt x="2441" y="7379"/>
                </a:cubicBezTo>
                <a:cubicBezTo>
                  <a:pt x="2392" y="7379"/>
                  <a:pt x="2342" y="7374"/>
                  <a:pt x="2292" y="7363"/>
                </a:cubicBezTo>
                <a:lnTo>
                  <a:pt x="1432" y="7190"/>
                </a:lnTo>
                <a:cubicBezTo>
                  <a:pt x="1367" y="7177"/>
                  <a:pt x="1303" y="7170"/>
                  <a:pt x="1239" y="7170"/>
                </a:cubicBezTo>
                <a:cubicBezTo>
                  <a:pt x="801" y="7170"/>
                  <a:pt x="411" y="7472"/>
                  <a:pt x="313" y="7919"/>
                </a:cubicBezTo>
                <a:lnTo>
                  <a:pt x="113" y="8882"/>
                </a:lnTo>
                <a:cubicBezTo>
                  <a:pt x="0" y="9395"/>
                  <a:pt x="330" y="9898"/>
                  <a:pt x="833" y="10002"/>
                </a:cubicBezTo>
                <a:lnTo>
                  <a:pt x="1788" y="10202"/>
                </a:lnTo>
                <a:cubicBezTo>
                  <a:pt x="2118" y="10263"/>
                  <a:pt x="2353" y="10549"/>
                  <a:pt x="2379" y="10879"/>
                </a:cubicBezTo>
                <a:cubicBezTo>
                  <a:pt x="2431" y="11686"/>
                  <a:pt x="2604" y="12467"/>
                  <a:pt x="2873" y="13205"/>
                </a:cubicBezTo>
                <a:cubicBezTo>
                  <a:pt x="2995" y="13526"/>
                  <a:pt x="2873" y="13900"/>
                  <a:pt x="2587" y="14091"/>
                </a:cubicBezTo>
                <a:lnTo>
                  <a:pt x="1762" y="14637"/>
                </a:lnTo>
                <a:cubicBezTo>
                  <a:pt x="1328" y="14915"/>
                  <a:pt x="1207" y="15505"/>
                  <a:pt x="1484" y="15940"/>
                </a:cubicBezTo>
                <a:lnTo>
                  <a:pt x="2031" y="16764"/>
                </a:lnTo>
                <a:cubicBezTo>
                  <a:pt x="2207" y="17039"/>
                  <a:pt x="2508" y="17185"/>
                  <a:pt x="2815" y="17185"/>
                </a:cubicBezTo>
                <a:cubicBezTo>
                  <a:pt x="2993" y="17185"/>
                  <a:pt x="3174" y="17135"/>
                  <a:pt x="3333" y="17033"/>
                </a:cubicBezTo>
                <a:lnTo>
                  <a:pt x="4253" y="16426"/>
                </a:lnTo>
                <a:cubicBezTo>
                  <a:pt x="4378" y="16346"/>
                  <a:pt x="4518" y="16308"/>
                  <a:pt x="4656" y="16308"/>
                </a:cubicBezTo>
                <a:cubicBezTo>
                  <a:pt x="4836" y="16308"/>
                  <a:pt x="5014" y="16372"/>
                  <a:pt x="5156" y="16495"/>
                </a:cubicBezTo>
                <a:cubicBezTo>
                  <a:pt x="5729" y="16990"/>
                  <a:pt x="6371" y="17415"/>
                  <a:pt x="7075" y="17745"/>
                </a:cubicBezTo>
                <a:cubicBezTo>
                  <a:pt x="7387" y="17901"/>
                  <a:pt x="7561" y="18240"/>
                  <a:pt x="7491" y="18570"/>
                </a:cubicBezTo>
                <a:lnTo>
                  <a:pt x="7257" y="19646"/>
                </a:lnTo>
                <a:cubicBezTo>
                  <a:pt x="7153" y="20158"/>
                  <a:pt x="7474" y="20653"/>
                  <a:pt x="7986" y="20766"/>
                </a:cubicBezTo>
                <a:lnTo>
                  <a:pt x="8950" y="20974"/>
                </a:lnTo>
                <a:cubicBezTo>
                  <a:pt x="9014" y="20987"/>
                  <a:pt x="9079" y="20994"/>
                  <a:pt x="9143" y="20994"/>
                </a:cubicBezTo>
                <a:cubicBezTo>
                  <a:pt x="9583" y="20994"/>
                  <a:pt x="9978" y="20692"/>
                  <a:pt x="10069" y="20245"/>
                </a:cubicBezTo>
                <a:lnTo>
                  <a:pt x="10312" y="19108"/>
                </a:lnTo>
                <a:cubicBezTo>
                  <a:pt x="10373" y="18778"/>
                  <a:pt x="10660" y="18526"/>
                  <a:pt x="10989" y="18518"/>
                </a:cubicBezTo>
                <a:cubicBezTo>
                  <a:pt x="11753" y="18474"/>
                  <a:pt x="12500" y="18327"/>
                  <a:pt x="13203" y="18075"/>
                </a:cubicBezTo>
                <a:cubicBezTo>
                  <a:pt x="13285" y="18047"/>
                  <a:pt x="13369" y="18033"/>
                  <a:pt x="13452" y="18033"/>
                </a:cubicBezTo>
                <a:cubicBezTo>
                  <a:pt x="13700" y="18033"/>
                  <a:pt x="13934" y="18155"/>
                  <a:pt x="14071" y="18370"/>
                </a:cubicBezTo>
                <a:lnTo>
                  <a:pt x="14696" y="19325"/>
                </a:lnTo>
                <a:cubicBezTo>
                  <a:pt x="14872" y="19599"/>
                  <a:pt x="15172" y="19745"/>
                  <a:pt x="15479" y="19745"/>
                </a:cubicBezTo>
                <a:cubicBezTo>
                  <a:pt x="15658" y="19745"/>
                  <a:pt x="15838" y="19696"/>
                  <a:pt x="15998" y="19594"/>
                </a:cubicBezTo>
                <a:lnTo>
                  <a:pt x="16822" y="19047"/>
                </a:lnTo>
                <a:cubicBezTo>
                  <a:pt x="17257" y="18769"/>
                  <a:pt x="17369" y="18179"/>
                  <a:pt x="17092" y="17745"/>
                </a:cubicBezTo>
                <a:lnTo>
                  <a:pt x="16458" y="16790"/>
                </a:lnTo>
                <a:cubicBezTo>
                  <a:pt x="16276" y="16512"/>
                  <a:pt x="16310" y="16130"/>
                  <a:pt x="16536" y="15879"/>
                </a:cubicBezTo>
                <a:cubicBezTo>
                  <a:pt x="17048" y="15332"/>
                  <a:pt x="17482" y="14690"/>
                  <a:pt x="17829" y="13995"/>
                </a:cubicBezTo>
                <a:cubicBezTo>
                  <a:pt x="17954" y="13738"/>
                  <a:pt x="18216" y="13580"/>
                  <a:pt x="18494" y="13580"/>
                </a:cubicBezTo>
                <a:cubicBezTo>
                  <a:pt x="18544" y="13580"/>
                  <a:pt x="18595" y="13585"/>
                  <a:pt x="18645" y="13596"/>
                </a:cubicBezTo>
                <a:lnTo>
                  <a:pt x="19704" y="13813"/>
                </a:lnTo>
                <a:cubicBezTo>
                  <a:pt x="19770" y="13824"/>
                  <a:pt x="19835" y="13830"/>
                  <a:pt x="19899" y="13830"/>
                </a:cubicBezTo>
                <a:cubicBezTo>
                  <a:pt x="20372" y="13830"/>
                  <a:pt x="20767" y="13527"/>
                  <a:pt x="20859" y="13075"/>
                </a:cubicBezTo>
                <a:lnTo>
                  <a:pt x="21058" y="12103"/>
                </a:lnTo>
                <a:cubicBezTo>
                  <a:pt x="21171" y="11599"/>
                  <a:pt x="20841" y="11096"/>
                  <a:pt x="20338" y="10992"/>
                </a:cubicBezTo>
                <a:lnTo>
                  <a:pt x="19314" y="10775"/>
                </a:lnTo>
                <a:cubicBezTo>
                  <a:pt x="18975" y="10705"/>
                  <a:pt x="18741" y="10419"/>
                  <a:pt x="18732" y="10063"/>
                </a:cubicBezTo>
                <a:cubicBezTo>
                  <a:pt x="18706" y="9264"/>
                  <a:pt x="18559" y="8483"/>
                  <a:pt x="18307" y="7745"/>
                </a:cubicBezTo>
                <a:cubicBezTo>
                  <a:pt x="18194" y="7424"/>
                  <a:pt x="18315" y="7068"/>
                  <a:pt x="18593" y="6886"/>
                </a:cubicBezTo>
                <a:lnTo>
                  <a:pt x="19401" y="6357"/>
                </a:lnTo>
                <a:cubicBezTo>
                  <a:pt x="19835" y="6079"/>
                  <a:pt x="19956" y="5488"/>
                  <a:pt x="19670" y="5054"/>
                </a:cubicBezTo>
                <a:lnTo>
                  <a:pt x="19131" y="4230"/>
                </a:lnTo>
                <a:cubicBezTo>
                  <a:pt x="18950" y="3955"/>
                  <a:pt x="18650" y="3806"/>
                  <a:pt x="18345" y="3806"/>
                </a:cubicBezTo>
                <a:cubicBezTo>
                  <a:pt x="18168" y="3806"/>
                  <a:pt x="17989" y="3856"/>
                  <a:pt x="17829" y="3961"/>
                </a:cubicBezTo>
                <a:lnTo>
                  <a:pt x="17057" y="4473"/>
                </a:lnTo>
                <a:cubicBezTo>
                  <a:pt x="16930" y="4551"/>
                  <a:pt x="16789" y="4590"/>
                  <a:pt x="16650" y="4590"/>
                </a:cubicBezTo>
                <a:cubicBezTo>
                  <a:pt x="16467" y="4590"/>
                  <a:pt x="16285" y="4523"/>
                  <a:pt x="16137" y="4395"/>
                </a:cubicBezTo>
                <a:cubicBezTo>
                  <a:pt x="15546" y="3839"/>
                  <a:pt x="14869" y="3370"/>
                  <a:pt x="14114" y="3006"/>
                </a:cubicBezTo>
                <a:cubicBezTo>
                  <a:pt x="13810" y="2850"/>
                  <a:pt x="13637" y="2520"/>
                  <a:pt x="13715" y="2181"/>
                </a:cubicBezTo>
                <a:lnTo>
                  <a:pt x="13889" y="1348"/>
                </a:lnTo>
                <a:cubicBezTo>
                  <a:pt x="14001" y="836"/>
                  <a:pt x="13672" y="332"/>
                  <a:pt x="13159" y="228"/>
                </a:cubicBezTo>
                <a:lnTo>
                  <a:pt x="12196" y="20"/>
                </a:lnTo>
                <a:cubicBezTo>
                  <a:pt x="12131" y="7"/>
                  <a:pt x="12066" y="0"/>
                  <a:pt x="120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1" name="Google Shape;351;p29"/>
          <p:cNvGrpSpPr/>
          <p:nvPr/>
        </p:nvGrpSpPr>
        <p:grpSpPr>
          <a:xfrm flipH="1">
            <a:off x="8553471" y="74793"/>
            <a:ext cx="508385" cy="644675"/>
            <a:chOff x="4859771" y="3053445"/>
            <a:chExt cx="508385" cy="644675"/>
          </a:xfrm>
        </p:grpSpPr>
        <p:sp>
          <p:nvSpPr>
            <p:cNvPr id="352" name="Google Shape;352;p29"/>
            <p:cNvSpPr/>
            <p:nvPr/>
          </p:nvSpPr>
          <p:spPr>
            <a:xfrm>
              <a:off x="4859771" y="3053445"/>
              <a:ext cx="508385" cy="644675"/>
            </a:xfrm>
            <a:custGeom>
              <a:rect b="b" l="l" r="r" t="t"/>
              <a:pathLst>
                <a:path extrusionOk="0" h="18968" w="14958">
                  <a:moveTo>
                    <a:pt x="1216" y="1"/>
                  </a:moveTo>
                  <a:cubicBezTo>
                    <a:pt x="548" y="1"/>
                    <a:pt x="1" y="609"/>
                    <a:pt x="1" y="1346"/>
                  </a:cubicBezTo>
                  <a:lnTo>
                    <a:pt x="1" y="17622"/>
                  </a:lnTo>
                  <a:cubicBezTo>
                    <a:pt x="1" y="18368"/>
                    <a:pt x="548" y="18967"/>
                    <a:pt x="1216" y="18967"/>
                  </a:cubicBezTo>
                  <a:lnTo>
                    <a:pt x="13742" y="18967"/>
                  </a:lnTo>
                  <a:cubicBezTo>
                    <a:pt x="14410" y="18967"/>
                    <a:pt x="14957" y="18368"/>
                    <a:pt x="14957" y="17622"/>
                  </a:cubicBezTo>
                  <a:lnTo>
                    <a:pt x="14957" y="3820"/>
                  </a:lnTo>
                  <a:lnTo>
                    <a:pt x="1194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9"/>
            <p:cNvSpPr/>
            <p:nvPr/>
          </p:nvSpPr>
          <p:spPr>
            <a:xfrm>
              <a:off x="5265729" y="3053751"/>
              <a:ext cx="101827" cy="130444"/>
            </a:xfrm>
            <a:custGeom>
              <a:rect b="b" l="l" r="r" t="t"/>
              <a:pathLst>
                <a:path extrusionOk="0" h="3838" w="2996">
                  <a:moveTo>
                    <a:pt x="1" y="1"/>
                  </a:moveTo>
                  <a:lnTo>
                    <a:pt x="1" y="2856"/>
                  </a:lnTo>
                  <a:cubicBezTo>
                    <a:pt x="1" y="3395"/>
                    <a:pt x="409" y="3837"/>
                    <a:pt x="895" y="3837"/>
                  </a:cubicBezTo>
                  <a:lnTo>
                    <a:pt x="2996" y="382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9"/>
            <p:cNvSpPr/>
            <p:nvPr/>
          </p:nvSpPr>
          <p:spPr>
            <a:xfrm>
              <a:off x="4961567" y="3237560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0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9"/>
            <p:cNvSpPr/>
            <p:nvPr/>
          </p:nvSpPr>
          <p:spPr>
            <a:xfrm>
              <a:off x="4961567" y="3300099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9"/>
            <p:cNvSpPr/>
            <p:nvPr/>
          </p:nvSpPr>
          <p:spPr>
            <a:xfrm>
              <a:off x="4961567" y="3362943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9"/>
            <p:cNvSpPr/>
            <p:nvPr/>
          </p:nvSpPr>
          <p:spPr>
            <a:xfrm>
              <a:off x="4961567" y="3425482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9"/>
            <p:cNvSpPr/>
            <p:nvPr/>
          </p:nvSpPr>
          <p:spPr>
            <a:xfrm>
              <a:off x="4961567" y="3487748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0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9" name="Google Shape;359;p29"/>
          <p:cNvSpPr txBox="1"/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Comandos mais comuns</a:t>
            </a:r>
            <a:endParaRPr/>
          </a:p>
        </p:txBody>
      </p:sp>
      <p:sp>
        <p:nvSpPr>
          <p:cNvPr id="360" name="Google Shape;360;p29"/>
          <p:cNvSpPr txBox="1"/>
          <p:nvPr/>
        </p:nvSpPr>
        <p:spPr>
          <a:xfrm>
            <a:off x="1563300" y="2071250"/>
            <a:ext cx="6017400" cy="20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chivo"/>
              <a:buChar char="●"/>
            </a:pPr>
            <a:r>
              <a:rPr lang="pt-BR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Desfazer a última ação;</a:t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chivo"/>
              <a:buChar char="●"/>
            </a:pPr>
            <a:r>
              <a:rPr lang="pt-BR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Refazer o que a última ação desfez;</a:t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chivo"/>
              <a:buChar char="●"/>
            </a:pPr>
            <a:r>
              <a:rPr lang="pt-BR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Imprimir (fisicamente ou para .pdf)</a:t>
            </a:r>
            <a:r>
              <a:rPr lang="pt-BR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;</a:t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chivo"/>
              <a:buChar char="●"/>
            </a:pPr>
            <a:r>
              <a:rPr lang="pt-BR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Copiar formatação (selecione o texto que deseja usar como referência de formatação, clique no pincel e selecione o texto que deseja formatar);</a:t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chivo"/>
              <a:buChar char="●"/>
            </a:pPr>
            <a:r>
              <a:rPr lang="pt-BR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Zoom da visualização.</a:t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361" name="Google Shape;36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9387" y="4285950"/>
            <a:ext cx="973589" cy="64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29"/>
          <p:cNvPicPr preferRelativeResize="0"/>
          <p:nvPr/>
        </p:nvPicPr>
        <p:blipFill>
          <a:blip r:embed="rId4">
            <a:alphaModFix amt="77000"/>
          </a:blip>
          <a:stretch>
            <a:fillRect/>
          </a:stretch>
        </p:blipFill>
        <p:spPr>
          <a:xfrm>
            <a:off x="7736774" y="4362201"/>
            <a:ext cx="366675" cy="4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01075" y="4362211"/>
            <a:ext cx="398281" cy="48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8525" y="1295850"/>
            <a:ext cx="8546949" cy="343529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29"/>
          <p:cNvSpPr/>
          <p:nvPr/>
        </p:nvSpPr>
        <p:spPr>
          <a:xfrm>
            <a:off x="298525" y="1305312"/>
            <a:ext cx="1522500" cy="324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0"/>
          <p:cNvSpPr/>
          <p:nvPr/>
        </p:nvSpPr>
        <p:spPr>
          <a:xfrm>
            <a:off x="8253375" y="428100"/>
            <a:ext cx="601973" cy="596912"/>
          </a:xfrm>
          <a:custGeom>
            <a:rect b="b" l="l" r="r" t="t"/>
            <a:pathLst>
              <a:path extrusionOk="0" h="20994" w="21172">
                <a:moveTo>
                  <a:pt x="10557" y="5287"/>
                </a:moveTo>
                <a:cubicBezTo>
                  <a:pt x="10729" y="5287"/>
                  <a:pt x="10902" y="5296"/>
                  <a:pt x="11076" y="5315"/>
                </a:cubicBezTo>
                <a:cubicBezTo>
                  <a:pt x="14279" y="5662"/>
                  <a:pt x="16345" y="8822"/>
                  <a:pt x="15373" y="11877"/>
                </a:cubicBezTo>
                <a:cubicBezTo>
                  <a:pt x="14714" y="13983"/>
                  <a:pt x="12722" y="15412"/>
                  <a:pt x="10550" y="15412"/>
                </a:cubicBezTo>
                <a:cubicBezTo>
                  <a:pt x="10376" y="15412"/>
                  <a:pt x="10201" y="15403"/>
                  <a:pt x="10026" y="15384"/>
                </a:cubicBezTo>
                <a:cubicBezTo>
                  <a:pt x="6823" y="15037"/>
                  <a:pt x="4766" y="11877"/>
                  <a:pt x="5729" y="8822"/>
                </a:cubicBezTo>
                <a:cubicBezTo>
                  <a:pt x="6397" y="6723"/>
                  <a:pt x="8390" y="5287"/>
                  <a:pt x="10557" y="5287"/>
                </a:cubicBezTo>
                <a:close/>
                <a:moveTo>
                  <a:pt x="12003" y="0"/>
                </a:moveTo>
                <a:cubicBezTo>
                  <a:pt x="11564" y="0"/>
                  <a:pt x="11175" y="302"/>
                  <a:pt x="11076" y="749"/>
                </a:cubicBezTo>
                <a:lnTo>
                  <a:pt x="10903" y="1582"/>
                </a:lnTo>
                <a:cubicBezTo>
                  <a:pt x="10842" y="1921"/>
                  <a:pt x="10547" y="2155"/>
                  <a:pt x="10199" y="2181"/>
                </a:cubicBezTo>
                <a:cubicBezTo>
                  <a:pt x="9366" y="2216"/>
                  <a:pt x="8542" y="2372"/>
                  <a:pt x="7769" y="2659"/>
                </a:cubicBezTo>
                <a:cubicBezTo>
                  <a:pt x="7686" y="2690"/>
                  <a:pt x="7599" y="2705"/>
                  <a:pt x="7513" y="2705"/>
                </a:cubicBezTo>
                <a:cubicBezTo>
                  <a:pt x="7267" y="2705"/>
                  <a:pt x="7027" y="2582"/>
                  <a:pt x="6892" y="2364"/>
                </a:cubicBezTo>
                <a:lnTo>
                  <a:pt x="6450" y="1678"/>
                </a:lnTo>
                <a:cubicBezTo>
                  <a:pt x="6268" y="1403"/>
                  <a:pt x="5969" y="1257"/>
                  <a:pt x="5664" y="1257"/>
                </a:cubicBezTo>
                <a:cubicBezTo>
                  <a:pt x="5487" y="1257"/>
                  <a:pt x="5307" y="1307"/>
                  <a:pt x="5148" y="1409"/>
                </a:cubicBezTo>
                <a:lnTo>
                  <a:pt x="4323" y="1956"/>
                </a:lnTo>
                <a:cubicBezTo>
                  <a:pt x="3889" y="2233"/>
                  <a:pt x="3767" y="2824"/>
                  <a:pt x="4045" y="3258"/>
                </a:cubicBezTo>
                <a:lnTo>
                  <a:pt x="4852" y="4482"/>
                </a:lnTo>
                <a:cubicBezTo>
                  <a:pt x="4132" y="5176"/>
                  <a:pt x="3542" y="6009"/>
                  <a:pt x="3116" y="6947"/>
                </a:cubicBezTo>
                <a:cubicBezTo>
                  <a:pt x="2998" y="7213"/>
                  <a:pt x="2728" y="7379"/>
                  <a:pt x="2441" y="7379"/>
                </a:cubicBezTo>
                <a:cubicBezTo>
                  <a:pt x="2392" y="7379"/>
                  <a:pt x="2342" y="7374"/>
                  <a:pt x="2292" y="7363"/>
                </a:cubicBezTo>
                <a:lnTo>
                  <a:pt x="1432" y="7190"/>
                </a:lnTo>
                <a:cubicBezTo>
                  <a:pt x="1367" y="7177"/>
                  <a:pt x="1303" y="7170"/>
                  <a:pt x="1239" y="7170"/>
                </a:cubicBezTo>
                <a:cubicBezTo>
                  <a:pt x="801" y="7170"/>
                  <a:pt x="411" y="7472"/>
                  <a:pt x="313" y="7919"/>
                </a:cubicBezTo>
                <a:lnTo>
                  <a:pt x="113" y="8882"/>
                </a:lnTo>
                <a:cubicBezTo>
                  <a:pt x="0" y="9395"/>
                  <a:pt x="330" y="9898"/>
                  <a:pt x="833" y="10002"/>
                </a:cubicBezTo>
                <a:lnTo>
                  <a:pt x="1788" y="10202"/>
                </a:lnTo>
                <a:cubicBezTo>
                  <a:pt x="2118" y="10263"/>
                  <a:pt x="2353" y="10549"/>
                  <a:pt x="2379" y="10879"/>
                </a:cubicBezTo>
                <a:cubicBezTo>
                  <a:pt x="2431" y="11686"/>
                  <a:pt x="2604" y="12467"/>
                  <a:pt x="2873" y="13205"/>
                </a:cubicBezTo>
                <a:cubicBezTo>
                  <a:pt x="2995" y="13526"/>
                  <a:pt x="2873" y="13900"/>
                  <a:pt x="2587" y="14091"/>
                </a:cubicBezTo>
                <a:lnTo>
                  <a:pt x="1762" y="14637"/>
                </a:lnTo>
                <a:cubicBezTo>
                  <a:pt x="1328" y="14915"/>
                  <a:pt x="1207" y="15505"/>
                  <a:pt x="1484" y="15940"/>
                </a:cubicBezTo>
                <a:lnTo>
                  <a:pt x="2031" y="16764"/>
                </a:lnTo>
                <a:cubicBezTo>
                  <a:pt x="2207" y="17039"/>
                  <a:pt x="2508" y="17185"/>
                  <a:pt x="2815" y="17185"/>
                </a:cubicBezTo>
                <a:cubicBezTo>
                  <a:pt x="2993" y="17185"/>
                  <a:pt x="3174" y="17135"/>
                  <a:pt x="3333" y="17033"/>
                </a:cubicBezTo>
                <a:lnTo>
                  <a:pt x="4253" y="16426"/>
                </a:lnTo>
                <a:cubicBezTo>
                  <a:pt x="4378" y="16346"/>
                  <a:pt x="4518" y="16308"/>
                  <a:pt x="4656" y="16308"/>
                </a:cubicBezTo>
                <a:cubicBezTo>
                  <a:pt x="4836" y="16308"/>
                  <a:pt x="5014" y="16372"/>
                  <a:pt x="5156" y="16495"/>
                </a:cubicBezTo>
                <a:cubicBezTo>
                  <a:pt x="5729" y="16990"/>
                  <a:pt x="6371" y="17415"/>
                  <a:pt x="7075" y="17745"/>
                </a:cubicBezTo>
                <a:cubicBezTo>
                  <a:pt x="7387" y="17901"/>
                  <a:pt x="7561" y="18240"/>
                  <a:pt x="7491" y="18570"/>
                </a:cubicBezTo>
                <a:lnTo>
                  <a:pt x="7257" y="19646"/>
                </a:lnTo>
                <a:cubicBezTo>
                  <a:pt x="7153" y="20158"/>
                  <a:pt x="7474" y="20653"/>
                  <a:pt x="7986" y="20766"/>
                </a:cubicBezTo>
                <a:lnTo>
                  <a:pt x="8950" y="20974"/>
                </a:lnTo>
                <a:cubicBezTo>
                  <a:pt x="9014" y="20987"/>
                  <a:pt x="9079" y="20994"/>
                  <a:pt x="9143" y="20994"/>
                </a:cubicBezTo>
                <a:cubicBezTo>
                  <a:pt x="9583" y="20994"/>
                  <a:pt x="9978" y="20692"/>
                  <a:pt x="10069" y="20245"/>
                </a:cubicBezTo>
                <a:lnTo>
                  <a:pt x="10312" y="19108"/>
                </a:lnTo>
                <a:cubicBezTo>
                  <a:pt x="10373" y="18778"/>
                  <a:pt x="10660" y="18526"/>
                  <a:pt x="10989" y="18518"/>
                </a:cubicBezTo>
                <a:cubicBezTo>
                  <a:pt x="11753" y="18474"/>
                  <a:pt x="12500" y="18327"/>
                  <a:pt x="13203" y="18075"/>
                </a:cubicBezTo>
                <a:cubicBezTo>
                  <a:pt x="13285" y="18047"/>
                  <a:pt x="13369" y="18033"/>
                  <a:pt x="13452" y="18033"/>
                </a:cubicBezTo>
                <a:cubicBezTo>
                  <a:pt x="13700" y="18033"/>
                  <a:pt x="13934" y="18155"/>
                  <a:pt x="14071" y="18370"/>
                </a:cubicBezTo>
                <a:lnTo>
                  <a:pt x="14696" y="19325"/>
                </a:lnTo>
                <a:cubicBezTo>
                  <a:pt x="14872" y="19599"/>
                  <a:pt x="15172" y="19745"/>
                  <a:pt x="15479" y="19745"/>
                </a:cubicBezTo>
                <a:cubicBezTo>
                  <a:pt x="15658" y="19745"/>
                  <a:pt x="15838" y="19696"/>
                  <a:pt x="15998" y="19594"/>
                </a:cubicBezTo>
                <a:lnTo>
                  <a:pt x="16822" y="19047"/>
                </a:lnTo>
                <a:cubicBezTo>
                  <a:pt x="17257" y="18769"/>
                  <a:pt x="17369" y="18179"/>
                  <a:pt x="17092" y="17745"/>
                </a:cubicBezTo>
                <a:lnTo>
                  <a:pt x="16458" y="16790"/>
                </a:lnTo>
                <a:cubicBezTo>
                  <a:pt x="16276" y="16512"/>
                  <a:pt x="16310" y="16130"/>
                  <a:pt x="16536" y="15879"/>
                </a:cubicBezTo>
                <a:cubicBezTo>
                  <a:pt x="17048" y="15332"/>
                  <a:pt x="17482" y="14690"/>
                  <a:pt x="17829" y="13995"/>
                </a:cubicBezTo>
                <a:cubicBezTo>
                  <a:pt x="17954" y="13738"/>
                  <a:pt x="18216" y="13580"/>
                  <a:pt x="18494" y="13580"/>
                </a:cubicBezTo>
                <a:cubicBezTo>
                  <a:pt x="18544" y="13580"/>
                  <a:pt x="18595" y="13585"/>
                  <a:pt x="18645" y="13596"/>
                </a:cubicBezTo>
                <a:lnTo>
                  <a:pt x="19704" y="13813"/>
                </a:lnTo>
                <a:cubicBezTo>
                  <a:pt x="19770" y="13824"/>
                  <a:pt x="19835" y="13830"/>
                  <a:pt x="19899" y="13830"/>
                </a:cubicBezTo>
                <a:cubicBezTo>
                  <a:pt x="20372" y="13830"/>
                  <a:pt x="20767" y="13527"/>
                  <a:pt x="20859" y="13075"/>
                </a:cubicBezTo>
                <a:lnTo>
                  <a:pt x="21058" y="12103"/>
                </a:lnTo>
                <a:cubicBezTo>
                  <a:pt x="21171" y="11599"/>
                  <a:pt x="20841" y="11096"/>
                  <a:pt x="20338" y="10992"/>
                </a:cubicBezTo>
                <a:lnTo>
                  <a:pt x="19314" y="10775"/>
                </a:lnTo>
                <a:cubicBezTo>
                  <a:pt x="18975" y="10705"/>
                  <a:pt x="18741" y="10419"/>
                  <a:pt x="18732" y="10063"/>
                </a:cubicBezTo>
                <a:cubicBezTo>
                  <a:pt x="18706" y="9264"/>
                  <a:pt x="18559" y="8483"/>
                  <a:pt x="18307" y="7745"/>
                </a:cubicBezTo>
                <a:cubicBezTo>
                  <a:pt x="18194" y="7424"/>
                  <a:pt x="18315" y="7068"/>
                  <a:pt x="18593" y="6886"/>
                </a:cubicBezTo>
                <a:lnTo>
                  <a:pt x="19401" y="6357"/>
                </a:lnTo>
                <a:cubicBezTo>
                  <a:pt x="19835" y="6079"/>
                  <a:pt x="19956" y="5488"/>
                  <a:pt x="19670" y="5054"/>
                </a:cubicBezTo>
                <a:lnTo>
                  <a:pt x="19131" y="4230"/>
                </a:lnTo>
                <a:cubicBezTo>
                  <a:pt x="18950" y="3955"/>
                  <a:pt x="18650" y="3806"/>
                  <a:pt x="18345" y="3806"/>
                </a:cubicBezTo>
                <a:cubicBezTo>
                  <a:pt x="18168" y="3806"/>
                  <a:pt x="17989" y="3856"/>
                  <a:pt x="17829" y="3961"/>
                </a:cubicBezTo>
                <a:lnTo>
                  <a:pt x="17057" y="4473"/>
                </a:lnTo>
                <a:cubicBezTo>
                  <a:pt x="16930" y="4551"/>
                  <a:pt x="16789" y="4590"/>
                  <a:pt x="16650" y="4590"/>
                </a:cubicBezTo>
                <a:cubicBezTo>
                  <a:pt x="16467" y="4590"/>
                  <a:pt x="16285" y="4523"/>
                  <a:pt x="16137" y="4395"/>
                </a:cubicBezTo>
                <a:cubicBezTo>
                  <a:pt x="15546" y="3839"/>
                  <a:pt x="14869" y="3370"/>
                  <a:pt x="14114" y="3006"/>
                </a:cubicBezTo>
                <a:cubicBezTo>
                  <a:pt x="13810" y="2850"/>
                  <a:pt x="13637" y="2520"/>
                  <a:pt x="13715" y="2181"/>
                </a:cubicBezTo>
                <a:lnTo>
                  <a:pt x="13889" y="1348"/>
                </a:lnTo>
                <a:cubicBezTo>
                  <a:pt x="14001" y="836"/>
                  <a:pt x="13672" y="332"/>
                  <a:pt x="13159" y="228"/>
                </a:cubicBezTo>
                <a:lnTo>
                  <a:pt x="12196" y="20"/>
                </a:lnTo>
                <a:cubicBezTo>
                  <a:pt x="12131" y="7"/>
                  <a:pt x="12066" y="0"/>
                  <a:pt x="120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1" name="Google Shape;371;p30"/>
          <p:cNvGrpSpPr/>
          <p:nvPr/>
        </p:nvGrpSpPr>
        <p:grpSpPr>
          <a:xfrm flipH="1">
            <a:off x="8553471" y="74793"/>
            <a:ext cx="508385" cy="644675"/>
            <a:chOff x="4859771" y="3053445"/>
            <a:chExt cx="508385" cy="644675"/>
          </a:xfrm>
        </p:grpSpPr>
        <p:sp>
          <p:nvSpPr>
            <p:cNvPr id="372" name="Google Shape;372;p30"/>
            <p:cNvSpPr/>
            <p:nvPr/>
          </p:nvSpPr>
          <p:spPr>
            <a:xfrm>
              <a:off x="4859771" y="3053445"/>
              <a:ext cx="508385" cy="644675"/>
            </a:xfrm>
            <a:custGeom>
              <a:rect b="b" l="l" r="r" t="t"/>
              <a:pathLst>
                <a:path extrusionOk="0" h="18968" w="14958">
                  <a:moveTo>
                    <a:pt x="1216" y="1"/>
                  </a:moveTo>
                  <a:cubicBezTo>
                    <a:pt x="548" y="1"/>
                    <a:pt x="1" y="609"/>
                    <a:pt x="1" y="1346"/>
                  </a:cubicBezTo>
                  <a:lnTo>
                    <a:pt x="1" y="17622"/>
                  </a:lnTo>
                  <a:cubicBezTo>
                    <a:pt x="1" y="18368"/>
                    <a:pt x="548" y="18967"/>
                    <a:pt x="1216" y="18967"/>
                  </a:cubicBezTo>
                  <a:lnTo>
                    <a:pt x="13742" y="18967"/>
                  </a:lnTo>
                  <a:cubicBezTo>
                    <a:pt x="14410" y="18967"/>
                    <a:pt x="14957" y="18368"/>
                    <a:pt x="14957" y="17622"/>
                  </a:cubicBezTo>
                  <a:lnTo>
                    <a:pt x="14957" y="3820"/>
                  </a:lnTo>
                  <a:lnTo>
                    <a:pt x="1194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30"/>
            <p:cNvSpPr/>
            <p:nvPr/>
          </p:nvSpPr>
          <p:spPr>
            <a:xfrm>
              <a:off x="5265729" y="3053751"/>
              <a:ext cx="101827" cy="130444"/>
            </a:xfrm>
            <a:custGeom>
              <a:rect b="b" l="l" r="r" t="t"/>
              <a:pathLst>
                <a:path extrusionOk="0" h="3838" w="2996">
                  <a:moveTo>
                    <a:pt x="1" y="1"/>
                  </a:moveTo>
                  <a:lnTo>
                    <a:pt x="1" y="2856"/>
                  </a:lnTo>
                  <a:cubicBezTo>
                    <a:pt x="1" y="3395"/>
                    <a:pt x="409" y="3837"/>
                    <a:pt x="895" y="3837"/>
                  </a:cubicBezTo>
                  <a:lnTo>
                    <a:pt x="2996" y="382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30"/>
            <p:cNvSpPr/>
            <p:nvPr/>
          </p:nvSpPr>
          <p:spPr>
            <a:xfrm>
              <a:off x="4961567" y="3237560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0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30"/>
            <p:cNvSpPr/>
            <p:nvPr/>
          </p:nvSpPr>
          <p:spPr>
            <a:xfrm>
              <a:off x="4961567" y="3300099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30"/>
            <p:cNvSpPr/>
            <p:nvPr/>
          </p:nvSpPr>
          <p:spPr>
            <a:xfrm>
              <a:off x="4961567" y="3362943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30"/>
            <p:cNvSpPr/>
            <p:nvPr/>
          </p:nvSpPr>
          <p:spPr>
            <a:xfrm>
              <a:off x="4961567" y="3425482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30"/>
            <p:cNvSpPr/>
            <p:nvPr/>
          </p:nvSpPr>
          <p:spPr>
            <a:xfrm>
              <a:off x="4961567" y="3487748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0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9" name="Google Shape;379;p30"/>
          <p:cNvSpPr txBox="1"/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Comandos mais comuns</a:t>
            </a:r>
            <a:endParaRPr/>
          </a:p>
        </p:txBody>
      </p:sp>
      <p:sp>
        <p:nvSpPr>
          <p:cNvPr id="380" name="Google Shape;380;p30"/>
          <p:cNvSpPr txBox="1"/>
          <p:nvPr/>
        </p:nvSpPr>
        <p:spPr>
          <a:xfrm>
            <a:off x="1563300" y="1909575"/>
            <a:ext cx="6017400" cy="14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chivo"/>
              <a:buChar char="●"/>
            </a:pP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Opções de aumentar ou diminuir o número de casas decimais;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chivo"/>
              <a:buChar char="●"/>
            </a:pP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Formatação de números: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chivo"/>
              <a:buChar char="○"/>
            </a:pP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moeda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chivo"/>
              <a:buChar char="○"/>
            </a:pP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porcentagem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chivo"/>
              <a:buChar char="○"/>
            </a:pP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científico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381" name="Google Shape;38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9387" y="4285950"/>
            <a:ext cx="973589" cy="64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30"/>
          <p:cNvPicPr preferRelativeResize="0"/>
          <p:nvPr/>
        </p:nvPicPr>
        <p:blipFill>
          <a:blip r:embed="rId4">
            <a:alphaModFix amt="77000"/>
          </a:blip>
          <a:stretch>
            <a:fillRect/>
          </a:stretch>
        </p:blipFill>
        <p:spPr>
          <a:xfrm>
            <a:off x="7736774" y="4362201"/>
            <a:ext cx="366675" cy="4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01075" y="4362211"/>
            <a:ext cx="398281" cy="48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8525" y="1295850"/>
            <a:ext cx="8546949" cy="343529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0"/>
          <p:cNvSpPr/>
          <p:nvPr/>
        </p:nvSpPr>
        <p:spPr>
          <a:xfrm>
            <a:off x="1844000" y="1305325"/>
            <a:ext cx="1188000" cy="324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6" name="Google Shape;386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87800" y="3586763"/>
            <a:ext cx="5168400" cy="59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1"/>
          <p:cNvSpPr/>
          <p:nvPr/>
        </p:nvSpPr>
        <p:spPr>
          <a:xfrm>
            <a:off x="8253375" y="428100"/>
            <a:ext cx="601973" cy="596912"/>
          </a:xfrm>
          <a:custGeom>
            <a:rect b="b" l="l" r="r" t="t"/>
            <a:pathLst>
              <a:path extrusionOk="0" h="20994" w="21172">
                <a:moveTo>
                  <a:pt x="10557" y="5287"/>
                </a:moveTo>
                <a:cubicBezTo>
                  <a:pt x="10729" y="5287"/>
                  <a:pt x="10902" y="5296"/>
                  <a:pt x="11076" y="5315"/>
                </a:cubicBezTo>
                <a:cubicBezTo>
                  <a:pt x="14279" y="5662"/>
                  <a:pt x="16345" y="8822"/>
                  <a:pt x="15373" y="11877"/>
                </a:cubicBezTo>
                <a:cubicBezTo>
                  <a:pt x="14714" y="13983"/>
                  <a:pt x="12722" y="15412"/>
                  <a:pt x="10550" y="15412"/>
                </a:cubicBezTo>
                <a:cubicBezTo>
                  <a:pt x="10376" y="15412"/>
                  <a:pt x="10201" y="15403"/>
                  <a:pt x="10026" y="15384"/>
                </a:cubicBezTo>
                <a:cubicBezTo>
                  <a:pt x="6823" y="15037"/>
                  <a:pt x="4766" y="11877"/>
                  <a:pt x="5729" y="8822"/>
                </a:cubicBezTo>
                <a:cubicBezTo>
                  <a:pt x="6397" y="6723"/>
                  <a:pt x="8390" y="5287"/>
                  <a:pt x="10557" y="5287"/>
                </a:cubicBezTo>
                <a:close/>
                <a:moveTo>
                  <a:pt x="12003" y="0"/>
                </a:moveTo>
                <a:cubicBezTo>
                  <a:pt x="11564" y="0"/>
                  <a:pt x="11175" y="302"/>
                  <a:pt x="11076" y="749"/>
                </a:cubicBezTo>
                <a:lnTo>
                  <a:pt x="10903" y="1582"/>
                </a:lnTo>
                <a:cubicBezTo>
                  <a:pt x="10842" y="1921"/>
                  <a:pt x="10547" y="2155"/>
                  <a:pt x="10199" y="2181"/>
                </a:cubicBezTo>
                <a:cubicBezTo>
                  <a:pt x="9366" y="2216"/>
                  <a:pt x="8542" y="2372"/>
                  <a:pt x="7769" y="2659"/>
                </a:cubicBezTo>
                <a:cubicBezTo>
                  <a:pt x="7686" y="2690"/>
                  <a:pt x="7599" y="2705"/>
                  <a:pt x="7513" y="2705"/>
                </a:cubicBezTo>
                <a:cubicBezTo>
                  <a:pt x="7267" y="2705"/>
                  <a:pt x="7027" y="2582"/>
                  <a:pt x="6892" y="2364"/>
                </a:cubicBezTo>
                <a:lnTo>
                  <a:pt x="6450" y="1678"/>
                </a:lnTo>
                <a:cubicBezTo>
                  <a:pt x="6268" y="1403"/>
                  <a:pt x="5969" y="1257"/>
                  <a:pt x="5664" y="1257"/>
                </a:cubicBezTo>
                <a:cubicBezTo>
                  <a:pt x="5487" y="1257"/>
                  <a:pt x="5307" y="1307"/>
                  <a:pt x="5148" y="1409"/>
                </a:cubicBezTo>
                <a:lnTo>
                  <a:pt x="4323" y="1956"/>
                </a:lnTo>
                <a:cubicBezTo>
                  <a:pt x="3889" y="2233"/>
                  <a:pt x="3767" y="2824"/>
                  <a:pt x="4045" y="3258"/>
                </a:cubicBezTo>
                <a:lnTo>
                  <a:pt x="4852" y="4482"/>
                </a:lnTo>
                <a:cubicBezTo>
                  <a:pt x="4132" y="5176"/>
                  <a:pt x="3542" y="6009"/>
                  <a:pt x="3116" y="6947"/>
                </a:cubicBezTo>
                <a:cubicBezTo>
                  <a:pt x="2998" y="7213"/>
                  <a:pt x="2728" y="7379"/>
                  <a:pt x="2441" y="7379"/>
                </a:cubicBezTo>
                <a:cubicBezTo>
                  <a:pt x="2392" y="7379"/>
                  <a:pt x="2342" y="7374"/>
                  <a:pt x="2292" y="7363"/>
                </a:cubicBezTo>
                <a:lnTo>
                  <a:pt x="1432" y="7190"/>
                </a:lnTo>
                <a:cubicBezTo>
                  <a:pt x="1367" y="7177"/>
                  <a:pt x="1303" y="7170"/>
                  <a:pt x="1239" y="7170"/>
                </a:cubicBezTo>
                <a:cubicBezTo>
                  <a:pt x="801" y="7170"/>
                  <a:pt x="411" y="7472"/>
                  <a:pt x="313" y="7919"/>
                </a:cubicBezTo>
                <a:lnTo>
                  <a:pt x="113" y="8882"/>
                </a:lnTo>
                <a:cubicBezTo>
                  <a:pt x="0" y="9395"/>
                  <a:pt x="330" y="9898"/>
                  <a:pt x="833" y="10002"/>
                </a:cubicBezTo>
                <a:lnTo>
                  <a:pt x="1788" y="10202"/>
                </a:lnTo>
                <a:cubicBezTo>
                  <a:pt x="2118" y="10263"/>
                  <a:pt x="2353" y="10549"/>
                  <a:pt x="2379" y="10879"/>
                </a:cubicBezTo>
                <a:cubicBezTo>
                  <a:pt x="2431" y="11686"/>
                  <a:pt x="2604" y="12467"/>
                  <a:pt x="2873" y="13205"/>
                </a:cubicBezTo>
                <a:cubicBezTo>
                  <a:pt x="2995" y="13526"/>
                  <a:pt x="2873" y="13900"/>
                  <a:pt x="2587" y="14091"/>
                </a:cubicBezTo>
                <a:lnTo>
                  <a:pt x="1762" y="14637"/>
                </a:lnTo>
                <a:cubicBezTo>
                  <a:pt x="1328" y="14915"/>
                  <a:pt x="1207" y="15505"/>
                  <a:pt x="1484" y="15940"/>
                </a:cubicBezTo>
                <a:lnTo>
                  <a:pt x="2031" y="16764"/>
                </a:lnTo>
                <a:cubicBezTo>
                  <a:pt x="2207" y="17039"/>
                  <a:pt x="2508" y="17185"/>
                  <a:pt x="2815" y="17185"/>
                </a:cubicBezTo>
                <a:cubicBezTo>
                  <a:pt x="2993" y="17185"/>
                  <a:pt x="3174" y="17135"/>
                  <a:pt x="3333" y="17033"/>
                </a:cubicBezTo>
                <a:lnTo>
                  <a:pt x="4253" y="16426"/>
                </a:lnTo>
                <a:cubicBezTo>
                  <a:pt x="4378" y="16346"/>
                  <a:pt x="4518" y="16308"/>
                  <a:pt x="4656" y="16308"/>
                </a:cubicBezTo>
                <a:cubicBezTo>
                  <a:pt x="4836" y="16308"/>
                  <a:pt x="5014" y="16372"/>
                  <a:pt x="5156" y="16495"/>
                </a:cubicBezTo>
                <a:cubicBezTo>
                  <a:pt x="5729" y="16990"/>
                  <a:pt x="6371" y="17415"/>
                  <a:pt x="7075" y="17745"/>
                </a:cubicBezTo>
                <a:cubicBezTo>
                  <a:pt x="7387" y="17901"/>
                  <a:pt x="7561" y="18240"/>
                  <a:pt x="7491" y="18570"/>
                </a:cubicBezTo>
                <a:lnTo>
                  <a:pt x="7257" y="19646"/>
                </a:lnTo>
                <a:cubicBezTo>
                  <a:pt x="7153" y="20158"/>
                  <a:pt x="7474" y="20653"/>
                  <a:pt x="7986" y="20766"/>
                </a:cubicBezTo>
                <a:lnTo>
                  <a:pt x="8950" y="20974"/>
                </a:lnTo>
                <a:cubicBezTo>
                  <a:pt x="9014" y="20987"/>
                  <a:pt x="9079" y="20994"/>
                  <a:pt x="9143" y="20994"/>
                </a:cubicBezTo>
                <a:cubicBezTo>
                  <a:pt x="9583" y="20994"/>
                  <a:pt x="9978" y="20692"/>
                  <a:pt x="10069" y="20245"/>
                </a:cubicBezTo>
                <a:lnTo>
                  <a:pt x="10312" y="19108"/>
                </a:lnTo>
                <a:cubicBezTo>
                  <a:pt x="10373" y="18778"/>
                  <a:pt x="10660" y="18526"/>
                  <a:pt x="10989" y="18518"/>
                </a:cubicBezTo>
                <a:cubicBezTo>
                  <a:pt x="11753" y="18474"/>
                  <a:pt x="12500" y="18327"/>
                  <a:pt x="13203" y="18075"/>
                </a:cubicBezTo>
                <a:cubicBezTo>
                  <a:pt x="13285" y="18047"/>
                  <a:pt x="13369" y="18033"/>
                  <a:pt x="13452" y="18033"/>
                </a:cubicBezTo>
                <a:cubicBezTo>
                  <a:pt x="13700" y="18033"/>
                  <a:pt x="13934" y="18155"/>
                  <a:pt x="14071" y="18370"/>
                </a:cubicBezTo>
                <a:lnTo>
                  <a:pt x="14696" y="19325"/>
                </a:lnTo>
                <a:cubicBezTo>
                  <a:pt x="14872" y="19599"/>
                  <a:pt x="15172" y="19745"/>
                  <a:pt x="15479" y="19745"/>
                </a:cubicBezTo>
                <a:cubicBezTo>
                  <a:pt x="15658" y="19745"/>
                  <a:pt x="15838" y="19696"/>
                  <a:pt x="15998" y="19594"/>
                </a:cubicBezTo>
                <a:lnTo>
                  <a:pt x="16822" y="19047"/>
                </a:lnTo>
                <a:cubicBezTo>
                  <a:pt x="17257" y="18769"/>
                  <a:pt x="17369" y="18179"/>
                  <a:pt x="17092" y="17745"/>
                </a:cubicBezTo>
                <a:lnTo>
                  <a:pt x="16458" y="16790"/>
                </a:lnTo>
                <a:cubicBezTo>
                  <a:pt x="16276" y="16512"/>
                  <a:pt x="16310" y="16130"/>
                  <a:pt x="16536" y="15879"/>
                </a:cubicBezTo>
                <a:cubicBezTo>
                  <a:pt x="17048" y="15332"/>
                  <a:pt x="17482" y="14690"/>
                  <a:pt x="17829" y="13995"/>
                </a:cubicBezTo>
                <a:cubicBezTo>
                  <a:pt x="17954" y="13738"/>
                  <a:pt x="18216" y="13580"/>
                  <a:pt x="18494" y="13580"/>
                </a:cubicBezTo>
                <a:cubicBezTo>
                  <a:pt x="18544" y="13580"/>
                  <a:pt x="18595" y="13585"/>
                  <a:pt x="18645" y="13596"/>
                </a:cubicBezTo>
                <a:lnTo>
                  <a:pt x="19704" y="13813"/>
                </a:lnTo>
                <a:cubicBezTo>
                  <a:pt x="19770" y="13824"/>
                  <a:pt x="19835" y="13830"/>
                  <a:pt x="19899" y="13830"/>
                </a:cubicBezTo>
                <a:cubicBezTo>
                  <a:pt x="20372" y="13830"/>
                  <a:pt x="20767" y="13527"/>
                  <a:pt x="20859" y="13075"/>
                </a:cubicBezTo>
                <a:lnTo>
                  <a:pt x="21058" y="12103"/>
                </a:lnTo>
                <a:cubicBezTo>
                  <a:pt x="21171" y="11599"/>
                  <a:pt x="20841" y="11096"/>
                  <a:pt x="20338" y="10992"/>
                </a:cubicBezTo>
                <a:lnTo>
                  <a:pt x="19314" y="10775"/>
                </a:lnTo>
                <a:cubicBezTo>
                  <a:pt x="18975" y="10705"/>
                  <a:pt x="18741" y="10419"/>
                  <a:pt x="18732" y="10063"/>
                </a:cubicBezTo>
                <a:cubicBezTo>
                  <a:pt x="18706" y="9264"/>
                  <a:pt x="18559" y="8483"/>
                  <a:pt x="18307" y="7745"/>
                </a:cubicBezTo>
                <a:cubicBezTo>
                  <a:pt x="18194" y="7424"/>
                  <a:pt x="18315" y="7068"/>
                  <a:pt x="18593" y="6886"/>
                </a:cubicBezTo>
                <a:lnTo>
                  <a:pt x="19401" y="6357"/>
                </a:lnTo>
                <a:cubicBezTo>
                  <a:pt x="19835" y="6079"/>
                  <a:pt x="19956" y="5488"/>
                  <a:pt x="19670" y="5054"/>
                </a:cubicBezTo>
                <a:lnTo>
                  <a:pt x="19131" y="4230"/>
                </a:lnTo>
                <a:cubicBezTo>
                  <a:pt x="18950" y="3955"/>
                  <a:pt x="18650" y="3806"/>
                  <a:pt x="18345" y="3806"/>
                </a:cubicBezTo>
                <a:cubicBezTo>
                  <a:pt x="18168" y="3806"/>
                  <a:pt x="17989" y="3856"/>
                  <a:pt x="17829" y="3961"/>
                </a:cubicBezTo>
                <a:lnTo>
                  <a:pt x="17057" y="4473"/>
                </a:lnTo>
                <a:cubicBezTo>
                  <a:pt x="16930" y="4551"/>
                  <a:pt x="16789" y="4590"/>
                  <a:pt x="16650" y="4590"/>
                </a:cubicBezTo>
                <a:cubicBezTo>
                  <a:pt x="16467" y="4590"/>
                  <a:pt x="16285" y="4523"/>
                  <a:pt x="16137" y="4395"/>
                </a:cubicBezTo>
                <a:cubicBezTo>
                  <a:pt x="15546" y="3839"/>
                  <a:pt x="14869" y="3370"/>
                  <a:pt x="14114" y="3006"/>
                </a:cubicBezTo>
                <a:cubicBezTo>
                  <a:pt x="13810" y="2850"/>
                  <a:pt x="13637" y="2520"/>
                  <a:pt x="13715" y="2181"/>
                </a:cubicBezTo>
                <a:lnTo>
                  <a:pt x="13889" y="1348"/>
                </a:lnTo>
                <a:cubicBezTo>
                  <a:pt x="14001" y="836"/>
                  <a:pt x="13672" y="332"/>
                  <a:pt x="13159" y="228"/>
                </a:cubicBezTo>
                <a:lnTo>
                  <a:pt x="12196" y="20"/>
                </a:lnTo>
                <a:cubicBezTo>
                  <a:pt x="12131" y="7"/>
                  <a:pt x="12066" y="0"/>
                  <a:pt x="120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2" name="Google Shape;392;p31"/>
          <p:cNvGrpSpPr/>
          <p:nvPr/>
        </p:nvGrpSpPr>
        <p:grpSpPr>
          <a:xfrm flipH="1">
            <a:off x="8553471" y="74793"/>
            <a:ext cx="508385" cy="644675"/>
            <a:chOff x="4859771" y="3053445"/>
            <a:chExt cx="508385" cy="644675"/>
          </a:xfrm>
        </p:grpSpPr>
        <p:sp>
          <p:nvSpPr>
            <p:cNvPr id="393" name="Google Shape;393;p31"/>
            <p:cNvSpPr/>
            <p:nvPr/>
          </p:nvSpPr>
          <p:spPr>
            <a:xfrm>
              <a:off x="4859771" y="3053445"/>
              <a:ext cx="508385" cy="644675"/>
            </a:xfrm>
            <a:custGeom>
              <a:rect b="b" l="l" r="r" t="t"/>
              <a:pathLst>
                <a:path extrusionOk="0" h="18968" w="14958">
                  <a:moveTo>
                    <a:pt x="1216" y="1"/>
                  </a:moveTo>
                  <a:cubicBezTo>
                    <a:pt x="548" y="1"/>
                    <a:pt x="1" y="609"/>
                    <a:pt x="1" y="1346"/>
                  </a:cubicBezTo>
                  <a:lnTo>
                    <a:pt x="1" y="17622"/>
                  </a:lnTo>
                  <a:cubicBezTo>
                    <a:pt x="1" y="18368"/>
                    <a:pt x="548" y="18967"/>
                    <a:pt x="1216" y="18967"/>
                  </a:cubicBezTo>
                  <a:lnTo>
                    <a:pt x="13742" y="18967"/>
                  </a:lnTo>
                  <a:cubicBezTo>
                    <a:pt x="14410" y="18967"/>
                    <a:pt x="14957" y="18368"/>
                    <a:pt x="14957" y="17622"/>
                  </a:cubicBezTo>
                  <a:lnTo>
                    <a:pt x="14957" y="3820"/>
                  </a:lnTo>
                  <a:lnTo>
                    <a:pt x="1194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31"/>
            <p:cNvSpPr/>
            <p:nvPr/>
          </p:nvSpPr>
          <p:spPr>
            <a:xfrm>
              <a:off x="5265729" y="3053751"/>
              <a:ext cx="101827" cy="130444"/>
            </a:xfrm>
            <a:custGeom>
              <a:rect b="b" l="l" r="r" t="t"/>
              <a:pathLst>
                <a:path extrusionOk="0" h="3838" w="2996">
                  <a:moveTo>
                    <a:pt x="1" y="1"/>
                  </a:moveTo>
                  <a:lnTo>
                    <a:pt x="1" y="2856"/>
                  </a:lnTo>
                  <a:cubicBezTo>
                    <a:pt x="1" y="3395"/>
                    <a:pt x="409" y="3837"/>
                    <a:pt x="895" y="3837"/>
                  </a:cubicBezTo>
                  <a:lnTo>
                    <a:pt x="2996" y="382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31"/>
            <p:cNvSpPr/>
            <p:nvPr/>
          </p:nvSpPr>
          <p:spPr>
            <a:xfrm>
              <a:off x="4961567" y="3237560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0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31"/>
            <p:cNvSpPr/>
            <p:nvPr/>
          </p:nvSpPr>
          <p:spPr>
            <a:xfrm>
              <a:off x="4961567" y="3300099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31"/>
            <p:cNvSpPr/>
            <p:nvPr/>
          </p:nvSpPr>
          <p:spPr>
            <a:xfrm>
              <a:off x="4961567" y="3362943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31"/>
            <p:cNvSpPr/>
            <p:nvPr/>
          </p:nvSpPr>
          <p:spPr>
            <a:xfrm>
              <a:off x="4961567" y="3425482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31"/>
            <p:cNvSpPr/>
            <p:nvPr/>
          </p:nvSpPr>
          <p:spPr>
            <a:xfrm>
              <a:off x="4961567" y="3487748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0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0" name="Google Shape;400;p31"/>
          <p:cNvSpPr txBox="1"/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Comandos mais comuns</a:t>
            </a:r>
            <a:endParaRPr/>
          </a:p>
        </p:txBody>
      </p:sp>
      <p:sp>
        <p:nvSpPr>
          <p:cNvPr id="401" name="Google Shape;401;p31"/>
          <p:cNvSpPr txBox="1"/>
          <p:nvPr/>
        </p:nvSpPr>
        <p:spPr>
          <a:xfrm>
            <a:off x="2332788" y="1909575"/>
            <a:ext cx="4478400" cy="14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chivo"/>
              <a:buChar char="●"/>
            </a:pP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Modificações estéticas nos textos e números: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chivo"/>
              <a:buChar char="○"/>
            </a:pP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fonte 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chivo"/>
              <a:buChar char="○"/>
            </a:pP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tamanho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chivo"/>
              <a:buChar char="○"/>
            </a:pP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negrito, itálico, sublinhado, tachado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chivo"/>
              <a:buChar char="○"/>
            </a:pP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cor do texto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402" name="Google Shape;40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9387" y="4285950"/>
            <a:ext cx="973589" cy="64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31"/>
          <p:cNvPicPr preferRelativeResize="0"/>
          <p:nvPr/>
        </p:nvPicPr>
        <p:blipFill>
          <a:blip r:embed="rId4">
            <a:alphaModFix amt="77000"/>
          </a:blip>
          <a:stretch>
            <a:fillRect/>
          </a:stretch>
        </p:blipFill>
        <p:spPr>
          <a:xfrm>
            <a:off x="7736774" y="4362201"/>
            <a:ext cx="366675" cy="4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01075" y="4362211"/>
            <a:ext cx="398281" cy="48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8525" y="1295850"/>
            <a:ext cx="8546949" cy="343529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31"/>
          <p:cNvSpPr/>
          <p:nvPr/>
        </p:nvSpPr>
        <p:spPr>
          <a:xfrm>
            <a:off x="3031850" y="1311550"/>
            <a:ext cx="2329500" cy="291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7" name="Google Shape;407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23175" y="3586775"/>
            <a:ext cx="4697625" cy="53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2"/>
          <p:cNvSpPr/>
          <p:nvPr/>
        </p:nvSpPr>
        <p:spPr>
          <a:xfrm>
            <a:off x="8253375" y="428100"/>
            <a:ext cx="601973" cy="596912"/>
          </a:xfrm>
          <a:custGeom>
            <a:rect b="b" l="l" r="r" t="t"/>
            <a:pathLst>
              <a:path extrusionOk="0" h="20994" w="21172">
                <a:moveTo>
                  <a:pt x="10557" y="5287"/>
                </a:moveTo>
                <a:cubicBezTo>
                  <a:pt x="10729" y="5287"/>
                  <a:pt x="10902" y="5296"/>
                  <a:pt x="11076" y="5315"/>
                </a:cubicBezTo>
                <a:cubicBezTo>
                  <a:pt x="14279" y="5662"/>
                  <a:pt x="16345" y="8822"/>
                  <a:pt x="15373" y="11877"/>
                </a:cubicBezTo>
                <a:cubicBezTo>
                  <a:pt x="14714" y="13983"/>
                  <a:pt x="12722" y="15412"/>
                  <a:pt x="10550" y="15412"/>
                </a:cubicBezTo>
                <a:cubicBezTo>
                  <a:pt x="10376" y="15412"/>
                  <a:pt x="10201" y="15403"/>
                  <a:pt x="10026" y="15384"/>
                </a:cubicBezTo>
                <a:cubicBezTo>
                  <a:pt x="6823" y="15037"/>
                  <a:pt x="4766" y="11877"/>
                  <a:pt x="5729" y="8822"/>
                </a:cubicBezTo>
                <a:cubicBezTo>
                  <a:pt x="6397" y="6723"/>
                  <a:pt x="8390" y="5287"/>
                  <a:pt x="10557" y="5287"/>
                </a:cubicBezTo>
                <a:close/>
                <a:moveTo>
                  <a:pt x="12003" y="0"/>
                </a:moveTo>
                <a:cubicBezTo>
                  <a:pt x="11564" y="0"/>
                  <a:pt x="11175" y="302"/>
                  <a:pt x="11076" y="749"/>
                </a:cubicBezTo>
                <a:lnTo>
                  <a:pt x="10903" y="1582"/>
                </a:lnTo>
                <a:cubicBezTo>
                  <a:pt x="10842" y="1921"/>
                  <a:pt x="10547" y="2155"/>
                  <a:pt x="10199" y="2181"/>
                </a:cubicBezTo>
                <a:cubicBezTo>
                  <a:pt x="9366" y="2216"/>
                  <a:pt x="8542" y="2372"/>
                  <a:pt x="7769" y="2659"/>
                </a:cubicBezTo>
                <a:cubicBezTo>
                  <a:pt x="7686" y="2690"/>
                  <a:pt x="7599" y="2705"/>
                  <a:pt x="7513" y="2705"/>
                </a:cubicBezTo>
                <a:cubicBezTo>
                  <a:pt x="7267" y="2705"/>
                  <a:pt x="7027" y="2582"/>
                  <a:pt x="6892" y="2364"/>
                </a:cubicBezTo>
                <a:lnTo>
                  <a:pt x="6450" y="1678"/>
                </a:lnTo>
                <a:cubicBezTo>
                  <a:pt x="6268" y="1403"/>
                  <a:pt x="5969" y="1257"/>
                  <a:pt x="5664" y="1257"/>
                </a:cubicBezTo>
                <a:cubicBezTo>
                  <a:pt x="5487" y="1257"/>
                  <a:pt x="5307" y="1307"/>
                  <a:pt x="5148" y="1409"/>
                </a:cubicBezTo>
                <a:lnTo>
                  <a:pt x="4323" y="1956"/>
                </a:lnTo>
                <a:cubicBezTo>
                  <a:pt x="3889" y="2233"/>
                  <a:pt x="3767" y="2824"/>
                  <a:pt x="4045" y="3258"/>
                </a:cubicBezTo>
                <a:lnTo>
                  <a:pt x="4852" y="4482"/>
                </a:lnTo>
                <a:cubicBezTo>
                  <a:pt x="4132" y="5176"/>
                  <a:pt x="3542" y="6009"/>
                  <a:pt x="3116" y="6947"/>
                </a:cubicBezTo>
                <a:cubicBezTo>
                  <a:pt x="2998" y="7213"/>
                  <a:pt x="2728" y="7379"/>
                  <a:pt x="2441" y="7379"/>
                </a:cubicBezTo>
                <a:cubicBezTo>
                  <a:pt x="2392" y="7379"/>
                  <a:pt x="2342" y="7374"/>
                  <a:pt x="2292" y="7363"/>
                </a:cubicBezTo>
                <a:lnTo>
                  <a:pt x="1432" y="7190"/>
                </a:lnTo>
                <a:cubicBezTo>
                  <a:pt x="1367" y="7177"/>
                  <a:pt x="1303" y="7170"/>
                  <a:pt x="1239" y="7170"/>
                </a:cubicBezTo>
                <a:cubicBezTo>
                  <a:pt x="801" y="7170"/>
                  <a:pt x="411" y="7472"/>
                  <a:pt x="313" y="7919"/>
                </a:cubicBezTo>
                <a:lnTo>
                  <a:pt x="113" y="8882"/>
                </a:lnTo>
                <a:cubicBezTo>
                  <a:pt x="0" y="9395"/>
                  <a:pt x="330" y="9898"/>
                  <a:pt x="833" y="10002"/>
                </a:cubicBezTo>
                <a:lnTo>
                  <a:pt x="1788" y="10202"/>
                </a:lnTo>
                <a:cubicBezTo>
                  <a:pt x="2118" y="10263"/>
                  <a:pt x="2353" y="10549"/>
                  <a:pt x="2379" y="10879"/>
                </a:cubicBezTo>
                <a:cubicBezTo>
                  <a:pt x="2431" y="11686"/>
                  <a:pt x="2604" y="12467"/>
                  <a:pt x="2873" y="13205"/>
                </a:cubicBezTo>
                <a:cubicBezTo>
                  <a:pt x="2995" y="13526"/>
                  <a:pt x="2873" y="13900"/>
                  <a:pt x="2587" y="14091"/>
                </a:cubicBezTo>
                <a:lnTo>
                  <a:pt x="1762" y="14637"/>
                </a:lnTo>
                <a:cubicBezTo>
                  <a:pt x="1328" y="14915"/>
                  <a:pt x="1207" y="15505"/>
                  <a:pt x="1484" y="15940"/>
                </a:cubicBezTo>
                <a:lnTo>
                  <a:pt x="2031" y="16764"/>
                </a:lnTo>
                <a:cubicBezTo>
                  <a:pt x="2207" y="17039"/>
                  <a:pt x="2508" y="17185"/>
                  <a:pt x="2815" y="17185"/>
                </a:cubicBezTo>
                <a:cubicBezTo>
                  <a:pt x="2993" y="17185"/>
                  <a:pt x="3174" y="17135"/>
                  <a:pt x="3333" y="17033"/>
                </a:cubicBezTo>
                <a:lnTo>
                  <a:pt x="4253" y="16426"/>
                </a:lnTo>
                <a:cubicBezTo>
                  <a:pt x="4378" y="16346"/>
                  <a:pt x="4518" y="16308"/>
                  <a:pt x="4656" y="16308"/>
                </a:cubicBezTo>
                <a:cubicBezTo>
                  <a:pt x="4836" y="16308"/>
                  <a:pt x="5014" y="16372"/>
                  <a:pt x="5156" y="16495"/>
                </a:cubicBezTo>
                <a:cubicBezTo>
                  <a:pt x="5729" y="16990"/>
                  <a:pt x="6371" y="17415"/>
                  <a:pt x="7075" y="17745"/>
                </a:cubicBezTo>
                <a:cubicBezTo>
                  <a:pt x="7387" y="17901"/>
                  <a:pt x="7561" y="18240"/>
                  <a:pt x="7491" y="18570"/>
                </a:cubicBezTo>
                <a:lnTo>
                  <a:pt x="7257" y="19646"/>
                </a:lnTo>
                <a:cubicBezTo>
                  <a:pt x="7153" y="20158"/>
                  <a:pt x="7474" y="20653"/>
                  <a:pt x="7986" y="20766"/>
                </a:cubicBezTo>
                <a:lnTo>
                  <a:pt x="8950" y="20974"/>
                </a:lnTo>
                <a:cubicBezTo>
                  <a:pt x="9014" y="20987"/>
                  <a:pt x="9079" y="20994"/>
                  <a:pt x="9143" y="20994"/>
                </a:cubicBezTo>
                <a:cubicBezTo>
                  <a:pt x="9583" y="20994"/>
                  <a:pt x="9978" y="20692"/>
                  <a:pt x="10069" y="20245"/>
                </a:cubicBezTo>
                <a:lnTo>
                  <a:pt x="10312" y="19108"/>
                </a:lnTo>
                <a:cubicBezTo>
                  <a:pt x="10373" y="18778"/>
                  <a:pt x="10660" y="18526"/>
                  <a:pt x="10989" y="18518"/>
                </a:cubicBezTo>
                <a:cubicBezTo>
                  <a:pt x="11753" y="18474"/>
                  <a:pt x="12500" y="18327"/>
                  <a:pt x="13203" y="18075"/>
                </a:cubicBezTo>
                <a:cubicBezTo>
                  <a:pt x="13285" y="18047"/>
                  <a:pt x="13369" y="18033"/>
                  <a:pt x="13452" y="18033"/>
                </a:cubicBezTo>
                <a:cubicBezTo>
                  <a:pt x="13700" y="18033"/>
                  <a:pt x="13934" y="18155"/>
                  <a:pt x="14071" y="18370"/>
                </a:cubicBezTo>
                <a:lnTo>
                  <a:pt x="14696" y="19325"/>
                </a:lnTo>
                <a:cubicBezTo>
                  <a:pt x="14872" y="19599"/>
                  <a:pt x="15172" y="19745"/>
                  <a:pt x="15479" y="19745"/>
                </a:cubicBezTo>
                <a:cubicBezTo>
                  <a:pt x="15658" y="19745"/>
                  <a:pt x="15838" y="19696"/>
                  <a:pt x="15998" y="19594"/>
                </a:cubicBezTo>
                <a:lnTo>
                  <a:pt x="16822" y="19047"/>
                </a:lnTo>
                <a:cubicBezTo>
                  <a:pt x="17257" y="18769"/>
                  <a:pt x="17369" y="18179"/>
                  <a:pt x="17092" y="17745"/>
                </a:cubicBezTo>
                <a:lnTo>
                  <a:pt x="16458" y="16790"/>
                </a:lnTo>
                <a:cubicBezTo>
                  <a:pt x="16276" y="16512"/>
                  <a:pt x="16310" y="16130"/>
                  <a:pt x="16536" y="15879"/>
                </a:cubicBezTo>
                <a:cubicBezTo>
                  <a:pt x="17048" y="15332"/>
                  <a:pt x="17482" y="14690"/>
                  <a:pt x="17829" y="13995"/>
                </a:cubicBezTo>
                <a:cubicBezTo>
                  <a:pt x="17954" y="13738"/>
                  <a:pt x="18216" y="13580"/>
                  <a:pt x="18494" y="13580"/>
                </a:cubicBezTo>
                <a:cubicBezTo>
                  <a:pt x="18544" y="13580"/>
                  <a:pt x="18595" y="13585"/>
                  <a:pt x="18645" y="13596"/>
                </a:cubicBezTo>
                <a:lnTo>
                  <a:pt x="19704" y="13813"/>
                </a:lnTo>
                <a:cubicBezTo>
                  <a:pt x="19770" y="13824"/>
                  <a:pt x="19835" y="13830"/>
                  <a:pt x="19899" y="13830"/>
                </a:cubicBezTo>
                <a:cubicBezTo>
                  <a:pt x="20372" y="13830"/>
                  <a:pt x="20767" y="13527"/>
                  <a:pt x="20859" y="13075"/>
                </a:cubicBezTo>
                <a:lnTo>
                  <a:pt x="21058" y="12103"/>
                </a:lnTo>
                <a:cubicBezTo>
                  <a:pt x="21171" y="11599"/>
                  <a:pt x="20841" y="11096"/>
                  <a:pt x="20338" y="10992"/>
                </a:cubicBezTo>
                <a:lnTo>
                  <a:pt x="19314" y="10775"/>
                </a:lnTo>
                <a:cubicBezTo>
                  <a:pt x="18975" y="10705"/>
                  <a:pt x="18741" y="10419"/>
                  <a:pt x="18732" y="10063"/>
                </a:cubicBezTo>
                <a:cubicBezTo>
                  <a:pt x="18706" y="9264"/>
                  <a:pt x="18559" y="8483"/>
                  <a:pt x="18307" y="7745"/>
                </a:cubicBezTo>
                <a:cubicBezTo>
                  <a:pt x="18194" y="7424"/>
                  <a:pt x="18315" y="7068"/>
                  <a:pt x="18593" y="6886"/>
                </a:cubicBezTo>
                <a:lnTo>
                  <a:pt x="19401" y="6357"/>
                </a:lnTo>
                <a:cubicBezTo>
                  <a:pt x="19835" y="6079"/>
                  <a:pt x="19956" y="5488"/>
                  <a:pt x="19670" y="5054"/>
                </a:cubicBezTo>
                <a:lnTo>
                  <a:pt x="19131" y="4230"/>
                </a:lnTo>
                <a:cubicBezTo>
                  <a:pt x="18950" y="3955"/>
                  <a:pt x="18650" y="3806"/>
                  <a:pt x="18345" y="3806"/>
                </a:cubicBezTo>
                <a:cubicBezTo>
                  <a:pt x="18168" y="3806"/>
                  <a:pt x="17989" y="3856"/>
                  <a:pt x="17829" y="3961"/>
                </a:cubicBezTo>
                <a:lnTo>
                  <a:pt x="17057" y="4473"/>
                </a:lnTo>
                <a:cubicBezTo>
                  <a:pt x="16930" y="4551"/>
                  <a:pt x="16789" y="4590"/>
                  <a:pt x="16650" y="4590"/>
                </a:cubicBezTo>
                <a:cubicBezTo>
                  <a:pt x="16467" y="4590"/>
                  <a:pt x="16285" y="4523"/>
                  <a:pt x="16137" y="4395"/>
                </a:cubicBezTo>
                <a:cubicBezTo>
                  <a:pt x="15546" y="3839"/>
                  <a:pt x="14869" y="3370"/>
                  <a:pt x="14114" y="3006"/>
                </a:cubicBezTo>
                <a:cubicBezTo>
                  <a:pt x="13810" y="2850"/>
                  <a:pt x="13637" y="2520"/>
                  <a:pt x="13715" y="2181"/>
                </a:cubicBezTo>
                <a:lnTo>
                  <a:pt x="13889" y="1348"/>
                </a:lnTo>
                <a:cubicBezTo>
                  <a:pt x="14001" y="836"/>
                  <a:pt x="13672" y="332"/>
                  <a:pt x="13159" y="228"/>
                </a:cubicBezTo>
                <a:lnTo>
                  <a:pt x="12196" y="20"/>
                </a:lnTo>
                <a:cubicBezTo>
                  <a:pt x="12131" y="7"/>
                  <a:pt x="12066" y="0"/>
                  <a:pt x="120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3" name="Google Shape;413;p32"/>
          <p:cNvGrpSpPr/>
          <p:nvPr/>
        </p:nvGrpSpPr>
        <p:grpSpPr>
          <a:xfrm flipH="1">
            <a:off x="8553471" y="74793"/>
            <a:ext cx="508385" cy="644675"/>
            <a:chOff x="4859771" y="3053445"/>
            <a:chExt cx="508385" cy="644675"/>
          </a:xfrm>
        </p:grpSpPr>
        <p:sp>
          <p:nvSpPr>
            <p:cNvPr id="414" name="Google Shape;414;p32"/>
            <p:cNvSpPr/>
            <p:nvPr/>
          </p:nvSpPr>
          <p:spPr>
            <a:xfrm>
              <a:off x="4859771" y="3053445"/>
              <a:ext cx="508385" cy="644675"/>
            </a:xfrm>
            <a:custGeom>
              <a:rect b="b" l="l" r="r" t="t"/>
              <a:pathLst>
                <a:path extrusionOk="0" h="18968" w="14958">
                  <a:moveTo>
                    <a:pt x="1216" y="1"/>
                  </a:moveTo>
                  <a:cubicBezTo>
                    <a:pt x="548" y="1"/>
                    <a:pt x="1" y="609"/>
                    <a:pt x="1" y="1346"/>
                  </a:cubicBezTo>
                  <a:lnTo>
                    <a:pt x="1" y="17622"/>
                  </a:lnTo>
                  <a:cubicBezTo>
                    <a:pt x="1" y="18368"/>
                    <a:pt x="548" y="18967"/>
                    <a:pt x="1216" y="18967"/>
                  </a:cubicBezTo>
                  <a:lnTo>
                    <a:pt x="13742" y="18967"/>
                  </a:lnTo>
                  <a:cubicBezTo>
                    <a:pt x="14410" y="18967"/>
                    <a:pt x="14957" y="18368"/>
                    <a:pt x="14957" y="17622"/>
                  </a:cubicBezTo>
                  <a:lnTo>
                    <a:pt x="14957" y="3820"/>
                  </a:lnTo>
                  <a:lnTo>
                    <a:pt x="1194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32"/>
            <p:cNvSpPr/>
            <p:nvPr/>
          </p:nvSpPr>
          <p:spPr>
            <a:xfrm>
              <a:off x="5265729" y="3053751"/>
              <a:ext cx="101827" cy="130444"/>
            </a:xfrm>
            <a:custGeom>
              <a:rect b="b" l="l" r="r" t="t"/>
              <a:pathLst>
                <a:path extrusionOk="0" h="3838" w="2996">
                  <a:moveTo>
                    <a:pt x="1" y="1"/>
                  </a:moveTo>
                  <a:lnTo>
                    <a:pt x="1" y="2856"/>
                  </a:lnTo>
                  <a:cubicBezTo>
                    <a:pt x="1" y="3395"/>
                    <a:pt x="409" y="3837"/>
                    <a:pt x="895" y="3837"/>
                  </a:cubicBezTo>
                  <a:lnTo>
                    <a:pt x="2996" y="382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32"/>
            <p:cNvSpPr/>
            <p:nvPr/>
          </p:nvSpPr>
          <p:spPr>
            <a:xfrm>
              <a:off x="4961567" y="3237560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0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32"/>
            <p:cNvSpPr/>
            <p:nvPr/>
          </p:nvSpPr>
          <p:spPr>
            <a:xfrm>
              <a:off x="4961567" y="3300099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32"/>
            <p:cNvSpPr/>
            <p:nvPr/>
          </p:nvSpPr>
          <p:spPr>
            <a:xfrm>
              <a:off x="4961567" y="3362943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32"/>
            <p:cNvSpPr/>
            <p:nvPr/>
          </p:nvSpPr>
          <p:spPr>
            <a:xfrm>
              <a:off x="4961567" y="3425482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32"/>
            <p:cNvSpPr/>
            <p:nvPr/>
          </p:nvSpPr>
          <p:spPr>
            <a:xfrm>
              <a:off x="4961567" y="3487748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0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1" name="Google Shape;421;p32"/>
          <p:cNvSpPr txBox="1"/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Comandos mais comuns</a:t>
            </a:r>
            <a:endParaRPr/>
          </a:p>
        </p:txBody>
      </p:sp>
      <p:sp>
        <p:nvSpPr>
          <p:cNvPr id="422" name="Google Shape;422;p32"/>
          <p:cNvSpPr txBox="1"/>
          <p:nvPr/>
        </p:nvSpPr>
        <p:spPr>
          <a:xfrm>
            <a:off x="3076638" y="1883138"/>
            <a:ext cx="2990700" cy="14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chivo"/>
              <a:buChar char="●"/>
            </a:pP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Modificações nas células: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chivo"/>
              <a:buChar char="○"/>
            </a:pP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cores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chivo"/>
              <a:buChar char="○"/>
            </a:pP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bordas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chivo"/>
              <a:buChar char="○"/>
            </a:pP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centralização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423" name="Google Shape;42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9387" y="4285950"/>
            <a:ext cx="973589" cy="64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32"/>
          <p:cNvPicPr preferRelativeResize="0"/>
          <p:nvPr/>
        </p:nvPicPr>
        <p:blipFill>
          <a:blip r:embed="rId4">
            <a:alphaModFix amt="77000"/>
          </a:blip>
          <a:stretch>
            <a:fillRect/>
          </a:stretch>
        </p:blipFill>
        <p:spPr>
          <a:xfrm>
            <a:off x="7736774" y="4362201"/>
            <a:ext cx="366675" cy="4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01075" y="4362211"/>
            <a:ext cx="398281" cy="48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8525" y="1295850"/>
            <a:ext cx="8546949" cy="343529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2"/>
          <p:cNvSpPr/>
          <p:nvPr/>
        </p:nvSpPr>
        <p:spPr>
          <a:xfrm>
            <a:off x="5361425" y="1319800"/>
            <a:ext cx="1949100" cy="266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8" name="Google Shape;428;p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87288" y="3416273"/>
            <a:ext cx="5769411" cy="64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3"/>
          <p:cNvSpPr/>
          <p:nvPr/>
        </p:nvSpPr>
        <p:spPr>
          <a:xfrm>
            <a:off x="8253375" y="428100"/>
            <a:ext cx="601973" cy="596912"/>
          </a:xfrm>
          <a:custGeom>
            <a:rect b="b" l="l" r="r" t="t"/>
            <a:pathLst>
              <a:path extrusionOk="0" h="20994" w="21172">
                <a:moveTo>
                  <a:pt x="10557" y="5287"/>
                </a:moveTo>
                <a:cubicBezTo>
                  <a:pt x="10729" y="5287"/>
                  <a:pt x="10902" y="5296"/>
                  <a:pt x="11076" y="5315"/>
                </a:cubicBezTo>
                <a:cubicBezTo>
                  <a:pt x="14279" y="5662"/>
                  <a:pt x="16345" y="8822"/>
                  <a:pt x="15373" y="11877"/>
                </a:cubicBezTo>
                <a:cubicBezTo>
                  <a:pt x="14714" y="13983"/>
                  <a:pt x="12722" y="15412"/>
                  <a:pt x="10550" y="15412"/>
                </a:cubicBezTo>
                <a:cubicBezTo>
                  <a:pt x="10376" y="15412"/>
                  <a:pt x="10201" y="15403"/>
                  <a:pt x="10026" y="15384"/>
                </a:cubicBezTo>
                <a:cubicBezTo>
                  <a:pt x="6823" y="15037"/>
                  <a:pt x="4766" y="11877"/>
                  <a:pt x="5729" y="8822"/>
                </a:cubicBezTo>
                <a:cubicBezTo>
                  <a:pt x="6397" y="6723"/>
                  <a:pt x="8390" y="5287"/>
                  <a:pt x="10557" y="5287"/>
                </a:cubicBezTo>
                <a:close/>
                <a:moveTo>
                  <a:pt x="12003" y="0"/>
                </a:moveTo>
                <a:cubicBezTo>
                  <a:pt x="11564" y="0"/>
                  <a:pt x="11175" y="302"/>
                  <a:pt x="11076" y="749"/>
                </a:cubicBezTo>
                <a:lnTo>
                  <a:pt x="10903" y="1582"/>
                </a:lnTo>
                <a:cubicBezTo>
                  <a:pt x="10842" y="1921"/>
                  <a:pt x="10547" y="2155"/>
                  <a:pt x="10199" y="2181"/>
                </a:cubicBezTo>
                <a:cubicBezTo>
                  <a:pt x="9366" y="2216"/>
                  <a:pt x="8542" y="2372"/>
                  <a:pt x="7769" y="2659"/>
                </a:cubicBezTo>
                <a:cubicBezTo>
                  <a:pt x="7686" y="2690"/>
                  <a:pt x="7599" y="2705"/>
                  <a:pt x="7513" y="2705"/>
                </a:cubicBezTo>
                <a:cubicBezTo>
                  <a:pt x="7267" y="2705"/>
                  <a:pt x="7027" y="2582"/>
                  <a:pt x="6892" y="2364"/>
                </a:cubicBezTo>
                <a:lnTo>
                  <a:pt x="6450" y="1678"/>
                </a:lnTo>
                <a:cubicBezTo>
                  <a:pt x="6268" y="1403"/>
                  <a:pt x="5969" y="1257"/>
                  <a:pt x="5664" y="1257"/>
                </a:cubicBezTo>
                <a:cubicBezTo>
                  <a:pt x="5487" y="1257"/>
                  <a:pt x="5307" y="1307"/>
                  <a:pt x="5148" y="1409"/>
                </a:cubicBezTo>
                <a:lnTo>
                  <a:pt x="4323" y="1956"/>
                </a:lnTo>
                <a:cubicBezTo>
                  <a:pt x="3889" y="2233"/>
                  <a:pt x="3767" y="2824"/>
                  <a:pt x="4045" y="3258"/>
                </a:cubicBezTo>
                <a:lnTo>
                  <a:pt x="4852" y="4482"/>
                </a:lnTo>
                <a:cubicBezTo>
                  <a:pt x="4132" y="5176"/>
                  <a:pt x="3542" y="6009"/>
                  <a:pt x="3116" y="6947"/>
                </a:cubicBezTo>
                <a:cubicBezTo>
                  <a:pt x="2998" y="7213"/>
                  <a:pt x="2728" y="7379"/>
                  <a:pt x="2441" y="7379"/>
                </a:cubicBezTo>
                <a:cubicBezTo>
                  <a:pt x="2392" y="7379"/>
                  <a:pt x="2342" y="7374"/>
                  <a:pt x="2292" y="7363"/>
                </a:cubicBezTo>
                <a:lnTo>
                  <a:pt x="1432" y="7190"/>
                </a:lnTo>
                <a:cubicBezTo>
                  <a:pt x="1367" y="7177"/>
                  <a:pt x="1303" y="7170"/>
                  <a:pt x="1239" y="7170"/>
                </a:cubicBezTo>
                <a:cubicBezTo>
                  <a:pt x="801" y="7170"/>
                  <a:pt x="411" y="7472"/>
                  <a:pt x="313" y="7919"/>
                </a:cubicBezTo>
                <a:lnTo>
                  <a:pt x="113" y="8882"/>
                </a:lnTo>
                <a:cubicBezTo>
                  <a:pt x="0" y="9395"/>
                  <a:pt x="330" y="9898"/>
                  <a:pt x="833" y="10002"/>
                </a:cubicBezTo>
                <a:lnTo>
                  <a:pt x="1788" y="10202"/>
                </a:lnTo>
                <a:cubicBezTo>
                  <a:pt x="2118" y="10263"/>
                  <a:pt x="2353" y="10549"/>
                  <a:pt x="2379" y="10879"/>
                </a:cubicBezTo>
                <a:cubicBezTo>
                  <a:pt x="2431" y="11686"/>
                  <a:pt x="2604" y="12467"/>
                  <a:pt x="2873" y="13205"/>
                </a:cubicBezTo>
                <a:cubicBezTo>
                  <a:pt x="2995" y="13526"/>
                  <a:pt x="2873" y="13900"/>
                  <a:pt x="2587" y="14091"/>
                </a:cubicBezTo>
                <a:lnTo>
                  <a:pt x="1762" y="14637"/>
                </a:lnTo>
                <a:cubicBezTo>
                  <a:pt x="1328" y="14915"/>
                  <a:pt x="1207" y="15505"/>
                  <a:pt x="1484" y="15940"/>
                </a:cubicBezTo>
                <a:lnTo>
                  <a:pt x="2031" y="16764"/>
                </a:lnTo>
                <a:cubicBezTo>
                  <a:pt x="2207" y="17039"/>
                  <a:pt x="2508" y="17185"/>
                  <a:pt x="2815" y="17185"/>
                </a:cubicBezTo>
                <a:cubicBezTo>
                  <a:pt x="2993" y="17185"/>
                  <a:pt x="3174" y="17135"/>
                  <a:pt x="3333" y="17033"/>
                </a:cubicBezTo>
                <a:lnTo>
                  <a:pt x="4253" y="16426"/>
                </a:lnTo>
                <a:cubicBezTo>
                  <a:pt x="4378" y="16346"/>
                  <a:pt x="4518" y="16308"/>
                  <a:pt x="4656" y="16308"/>
                </a:cubicBezTo>
                <a:cubicBezTo>
                  <a:pt x="4836" y="16308"/>
                  <a:pt x="5014" y="16372"/>
                  <a:pt x="5156" y="16495"/>
                </a:cubicBezTo>
                <a:cubicBezTo>
                  <a:pt x="5729" y="16990"/>
                  <a:pt x="6371" y="17415"/>
                  <a:pt x="7075" y="17745"/>
                </a:cubicBezTo>
                <a:cubicBezTo>
                  <a:pt x="7387" y="17901"/>
                  <a:pt x="7561" y="18240"/>
                  <a:pt x="7491" y="18570"/>
                </a:cubicBezTo>
                <a:lnTo>
                  <a:pt x="7257" y="19646"/>
                </a:lnTo>
                <a:cubicBezTo>
                  <a:pt x="7153" y="20158"/>
                  <a:pt x="7474" y="20653"/>
                  <a:pt x="7986" y="20766"/>
                </a:cubicBezTo>
                <a:lnTo>
                  <a:pt x="8950" y="20974"/>
                </a:lnTo>
                <a:cubicBezTo>
                  <a:pt x="9014" y="20987"/>
                  <a:pt x="9079" y="20994"/>
                  <a:pt x="9143" y="20994"/>
                </a:cubicBezTo>
                <a:cubicBezTo>
                  <a:pt x="9583" y="20994"/>
                  <a:pt x="9978" y="20692"/>
                  <a:pt x="10069" y="20245"/>
                </a:cubicBezTo>
                <a:lnTo>
                  <a:pt x="10312" y="19108"/>
                </a:lnTo>
                <a:cubicBezTo>
                  <a:pt x="10373" y="18778"/>
                  <a:pt x="10660" y="18526"/>
                  <a:pt x="10989" y="18518"/>
                </a:cubicBezTo>
                <a:cubicBezTo>
                  <a:pt x="11753" y="18474"/>
                  <a:pt x="12500" y="18327"/>
                  <a:pt x="13203" y="18075"/>
                </a:cubicBezTo>
                <a:cubicBezTo>
                  <a:pt x="13285" y="18047"/>
                  <a:pt x="13369" y="18033"/>
                  <a:pt x="13452" y="18033"/>
                </a:cubicBezTo>
                <a:cubicBezTo>
                  <a:pt x="13700" y="18033"/>
                  <a:pt x="13934" y="18155"/>
                  <a:pt x="14071" y="18370"/>
                </a:cubicBezTo>
                <a:lnTo>
                  <a:pt x="14696" y="19325"/>
                </a:lnTo>
                <a:cubicBezTo>
                  <a:pt x="14872" y="19599"/>
                  <a:pt x="15172" y="19745"/>
                  <a:pt x="15479" y="19745"/>
                </a:cubicBezTo>
                <a:cubicBezTo>
                  <a:pt x="15658" y="19745"/>
                  <a:pt x="15838" y="19696"/>
                  <a:pt x="15998" y="19594"/>
                </a:cubicBezTo>
                <a:lnTo>
                  <a:pt x="16822" y="19047"/>
                </a:lnTo>
                <a:cubicBezTo>
                  <a:pt x="17257" y="18769"/>
                  <a:pt x="17369" y="18179"/>
                  <a:pt x="17092" y="17745"/>
                </a:cubicBezTo>
                <a:lnTo>
                  <a:pt x="16458" y="16790"/>
                </a:lnTo>
                <a:cubicBezTo>
                  <a:pt x="16276" y="16512"/>
                  <a:pt x="16310" y="16130"/>
                  <a:pt x="16536" y="15879"/>
                </a:cubicBezTo>
                <a:cubicBezTo>
                  <a:pt x="17048" y="15332"/>
                  <a:pt x="17482" y="14690"/>
                  <a:pt x="17829" y="13995"/>
                </a:cubicBezTo>
                <a:cubicBezTo>
                  <a:pt x="17954" y="13738"/>
                  <a:pt x="18216" y="13580"/>
                  <a:pt x="18494" y="13580"/>
                </a:cubicBezTo>
                <a:cubicBezTo>
                  <a:pt x="18544" y="13580"/>
                  <a:pt x="18595" y="13585"/>
                  <a:pt x="18645" y="13596"/>
                </a:cubicBezTo>
                <a:lnTo>
                  <a:pt x="19704" y="13813"/>
                </a:lnTo>
                <a:cubicBezTo>
                  <a:pt x="19770" y="13824"/>
                  <a:pt x="19835" y="13830"/>
                  <a:pt x="19899" y="13830"/>
                </a:cubicBezTo>
                <a:cubicBezTo>
                  <a:pt x="20372" y="13830"/>
                  <a:pt x="20767" y="13527"/>
                  <a:pt x="20859" y="13075"/>
                </a:cubicBezTo>
                <a:lnTo>
                  <a:pt x="21058" y="12103"/>
                </a:lnTo>
                <a:cubicBezTo>
                  <a:pt x="21171" y="11599"/>
                  <a:pt x="20841" y="11096"/>
                  <a:pt x="20338" y="10992"/>
                </a:cubicBezTo>
                <a:lnTo>
                  <a:pt x="19314" y="10775"/>
                </a:lnTo>
                <a:cubicBezTo>
                  <a:pt x="18975" y="10705"/>
                  <a:pt x="18741" y="10419"/>
                  <a:pt x="18732" y="10063"/>
                </a:cubicBezTo>
                <a:cubicBezTo>
                  <a:pt x="18706" y="9264"/>
                  <a:pt x="18559" y="8483"/>
                  <a:pt x="18307" y="7745"/>
                </a:cubicBezTo>
                <a:cubicBezTo>
                  <a:pt x="18194" y="7424"/>
                  <a:pt x="18315" y="7068"/>
                  <a:pt x="18593" y="6886"/>
                </a:cubicBezTo>
                <a:lnTo>
                  <a:pt x="19401" y="6357"/>
                </a:lnTo>
                <a:cubicBezTo>
                  <a:pt x="19835" y="6079"/>
                  <a:pt x="19956" y="5488"/>
                  <a:pt x="19670" y="5054"/>
                </a:cubicBezTo>
                <a:lnTo>
                  <a:pt x="19131" y="4230"/>
                </a:lnTo>
                <a:cubicBezTo>
                  <a:pt x="18950" y="3955"/>
                  <a:pt x="18650" y="3806"/>
                  <a:pt x="18345" y="3806"/>
                </a:cubicBezTo>
                <a:cubicBezTo>
                  <a:pt x="18168" y="3806"/>
                  <a:pt x="17989" y="3856"/>
                  <a:pt x="17829" y="3961"/>
                </a:cubicBezTo>
                <a:lnTo>
                  <a:pt x="17057" y="4473"/>
                </a:lnTo>
                <a:cubicBezTo>
                  <a:pt x="16930" y="4551"/>
                  <a:pt x="16789" y="4590"/>
                  <a:pt x="16650" y="4590"/>
                </a:cubicBezTo>
                <a:cubicBezTo>
                  <a:pt x="16467" y="4590"/>
                  <a:pt x="16285" y="4523"/>
                  <a:pt x="16137" y="4395"/>
                </a:cubicBezTo>
                <a:cubicBezTo>
                  <a:pt x="15546" y="3839"/>
                  <a:pt x="14869" y="3370"/>
                  <a:pt x="14114" y="3006"/>
                </a:cubicBezTo>
                <a:cubicBezTo>
                  <a:pt x="13810" y="2850"/>
                  <a:pt x="13637" y="2520"/>
                  <a:pt x="13715" y="2181"/>
                </a:cubicBezTo>
                <a:lnTo>
                  <a:pt x="13889" y="1348"/>
                </a:lnTo>
                <a:cubicBezTo>
                  <a:pt x="14001" y="836"/>
                  <a:pt x="13672" y="332"/>
                  <a:pt x="13159" y="228"/>
                </a:cubicBezTo>
                <a:lnTo>
                  <a:pt x="12196" y="20"/>
                </a:lnTo>
                <a:cubicBezTo>
                  <a:pt x="12131" y="7"/>
                  <a:pt x="12066" y="0"/>
                  <a:pt x="120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4" name="Google Shape;434;p33"/>
          <p:cNvGrpSpPr/>
          <p:nvPr/>
        </p:nvGrpSpPr>
        <p:grpSpPr>
          <a:xfrm flipH="1">
            <a:off x="8553471" y="74793"/>
            <a:ext cx="508385" cy="644675"/>
            <a:chOff x="4859771" y="3053445"/>
            <a:chExt cx="508385" cy="644675"/>
          </a:xfrm>
        </p:grpSpPr>
        <p:sp>
          <p:nvSpPr>
            <p:cNvPr id="435" name="Google Shape;435;p33"/>
            <p:cNvSpPr/>
            <p:nvPr/>
          </p:nvSpPr>
          <p:spPr>
            <a:xfrm>
              <a:off x="4859771" y="3053445"/>
              <a:ext cx="508385" cy="644675"/>
            </a:xfrm>
            <a:custGeom>
              <a:rect b="b" l="l" r="r" t="t"/>
              <a:pathLst>
                <a:path extrusionOk="0" h="18968" w="14958">
                  <a:moveTo>
                    <a:pt x="1216" y="1"/>
                  </a:moveTo>
                  <a:cubicBezTo>
                    <a:pt x="548" y="1"/>
                    <a:pt x="1" y="609"/>
                    <a:pt x="1" y="1346"/>
                  </a:cubicBezTo>
                  <a:lnTo>
                    <a:pt x="1" y="17622"/>
                  </a:lnTo>
                  <a:cubicBezTo>
                    <a:pt x="1" y="18368"/>
                    <a:pt x="548" y="18967"/>
                    <a:pt x="1216" y="18967"/>
                  </a:cubicBezTo>
                  <a:lnTo>
                    <a:pt x="13742" y="18967"/>
                  </a:lnTo>
                  <a:cubicBezTo>
                    <a:pt x="14410" y="18967"/>
                    <a:pt x="14957" y="18368"/>
                    <a:pt x="14957" y="17622"/>
                  </a:cubicBezTo>
                  <a:lnTo>
                    <a:pt x="14957" y="3820"/>
                  </a:lnTo>
                  <a:lnTo>
                    <a:pt x="1194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33"/>
            <p:cNvSpPr/>
            <p:nvPr/>
          </p:nvSpPr>
          <p:spPr>
            <a:xfrm>
              <a:off x="5265729" y="3053751"/>
              <a:ext cx="101827" cy="130444"/>
            </a:xfrm>
            <a:custGeom>
              <a:rect b="b" l="l" r="r" t="t"/>
              <a:pathLst>
                <a:path extrusionOk="0" h="3838" w="2996">
                  <a:moveTo>
                    <a:pt x="1" y="1"/>
                  </a:moveTo>
                  <a:lnTo>
                    <a:pt x="1" y="2856"/>
                  </a:lnTo>
                  <a:cubicBezTo>
                    <a:pt x="1" y="3395"/>
                    <a:pt x="409" y="3837"/>
                    <a:pt x="895" y="3837"/>
                  </a:cubicBezTo>
                  <a:lnTo>
                    <a:pt x="2996" y="382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33"/>
            <p:cNvSpPr/>
            <p:nvPr/>
          </p:nvSpPr>
          <p:spPr>
            <a:xfrm>
              <a:off x="4961567" y="3237560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0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33"/>
            <p:cNvSpPr/>
            <p:nvPr/>
          </p:nvSpPr>
          <p:spPr>
            <a:xfrm>
              <a:off x="4961567" y="3300099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33"/>
            <p:cNvSpPr/>
            <p:nvPr/>
          </p:nvSpPr>
          <p:spPr>
            <a:xfrm>
              <a:off x="4961567" y="3362943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33"/>
            <p:cNvSpPr/>
            <p:nvPr/>
          </p:nvSpPr>
          <p:spPr>
            <a:xfrm>
              <a:off x="4961567" y="3425482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33"/>
            <p:cNvSpPr/>
            <p:nvPr/>
          </p:nvSpPr>
          <p:spPr>
            <a:xfrm>
              <a:off x="4961567" y="3487748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0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2" name="Google Shape;442;p33"/>
          <p:cNvSpPr txBox="1"/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Comandos mais comuns</a:t>
            </a:r>
            <a:endParaRPr/>
          </a:p>
        </p:txBody>
      </p:sp>
      <p:sp>
        <p:nvSpPr>
          <p:cNvPr id="443" name="Google Shape;443;p33"/>
          <p:cNvSpPr txBox="1"/>
          <p:nvPr/>
        </p:nvSpPr>
        <p:spPr>
          <a:xfrm>
            <a:off x="3076638" y="1868238"/>
            <a:ext cx="2990700" cy="14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chivo"/>
              <a:buChar char="●"/>
            </a:pP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Adição de links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chivo"/>
              <a:buChar char="●"/>
            </a:pP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Adição de comentários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chivo"/>
              <a:buChar char="●"/>
            </a:pP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Adição de gráficos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chivo"/>
              <a:buChar char="●"/>
            </a:pP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Criação de filtros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chivo"/>
              <a:buChar char="●"/>
            </a:pP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Adição de funções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444" name="Google Shape;44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9387" y="4285950"/>
            <a:ext cx="973589" cy="64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33"/>
          <p:cNvPicPr preferRelativeResize="0"/>
          <p:nvPr/>
        </p:nvPicPr>
        <p:blipFill>
          <a:blip r:embed="rId4">
            <a:alphaModFix amt="77000"/>
          </a:blip>
          <a:stretch>
            <a:fillRect/>
          </a:stretch>
        </p:blipFill>
        <p:spPr>
          <a:xfrm>
            <a:off x="7736774" y="4362201"/>
            <a:ext cx="366675" cy="4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01075" y="4362211"/>
            <a:ext cx="398281" cy="48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8525" y="1295850"/>
            <a:ext cx="8546949" cy="343529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33"/>
          <p:cNvSpPr/>
          <p:nvPr/>
        </p:nvSpPr>
        <p:spPr>
          <a:xfrm>
            <a:off x="7321950" y="1334275"/>
            <a:ext cx="1533300" cy="266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9" name="Google Shape;449;p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2650" y="3533925"/>
            <a:ext cx="1882125" cy="94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3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52125" y="3533925"/>
            <a:ext cx="1699900" cy="87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4"/>
          <p:cNvSpPr/>
          <p:nvPr/>
        </p:nvSpPr>
        <p:spPr>
          <a:xfrm>
            <a:off x="8253375" y="428100"/>
            <a:ext cx="601973" cy="596912"/>
          </a:xfrm>
          <a:custGeom>
            <a:rect b="b" l="l" r="r" t="t"/>
            <a:pathLst>
              <a:path extrusionOk="0" h="20994" w="21172">
                <a:moveTo>
                  <a:pt x="10557" y="5287"/>
                </a:moveTo>
                <a:cubicBezTo>
                  <a:pt x="10729" y="5287"/>
                  <a:pt x="10902" y="5296"/>
                  <a:pt x="11076" y="5315"/>
                </a:cubicBezTo>
                <a:cubicBezTo>
                  <a:pt x="14279" y="5662"/>
                  <a:pt x="16345" y="8822"/>
                  <a:pt x="15373" y="11877"/>
                </a:cubicBezTo>
                <a:cubicBezTo>
                  <a:pt x="14714" y="13983"/>
                  <a:pt x="12722" y="15412"/>
                  <a:pt x="10550" y="15412"/>
                </a:cubicBezTo>
                <a:cubicBezTo>
                  <a:pt x="10376" y="15412"/>
                  <a:pt x="10201" y="15403"/>
                  <a:pt x="10026" y="15384"/>
                </a:cubicBezTo>
                <a:cubicBezTo>
                  <a:pt x="6823" y="15037"/>
                  <a:pt x="4766" y="11877"/>
                  <a:pt x="5729" y="8822"/>
                </a:cubicBezTo>
                <a:cubicBezTo>
                  <a:pt x="6397" y="6723"/>
                  <a:pt x="8390" y="5287"/>
                  <a:pt x="10557" y="5287"/>
                </a:cubicBezTo>
                <a:close/>
                <a:moveTo>
                  <a:pt x="12003" y="0"/>
                </a:moveTo>
                <a:cubicBezTo>
                  <a:pt x="11564" y="0"/>
                  <a:pt x="11175" y="302"/>
                  <a:pt x="11076" y="749"/>
                </a:cubicBezTo>
                <a:lnTo>
                  <a:pt x="10903" y="1582"/>
                </a:lnTo>
                <a:cubicBezTo>
                  <a:pt x="10842" y="1921"/>
                  <a:pt x="10547" y="2155"/>
                  <a:pt x="10199" y="2181"/>
                </a:cubicBezTo>
                <a:cubicBezTo>
                  <a:pt x="9366" y="2216"/>
                  <a:pt x="8542" y="2372"/>
                  <a:pt x="7769" y="2659"/>
                </a:cubicBezTo>
                <a:cubicBezTo>
                  <a:pt x="7686" y="2690"/>
                  <a:pt x="7599" y="2705"/>
                  <a:pt x="7513" y="2705"/>
                </a:cubicBezTo>
                <a:cubicBezTo>
                  <a:pt x="7267" y="2705"/>
                  <a:pt x="7027" y="2582"/>
                  <a:pt x="6892" y="2364"/>
                </a:cubicBezTo>
                <a:lnTo>
                  <a:pt x="6450" y="1678"/>
                </a:lnTo>
                <a:cubicBezTo>
                  <a:pt x="6268" y="1403"/>
                  <a:pt x="5969" y="1257"/>
                  <a:pt x="5664" y="1257"/>
                </a:cubicBezTo>
                <a:cubicBezTo>
                  <a:pt x="5487" y="1257"/>
                  <a:pt x="5307" y="1307"/>
                  <a:pt x="5148" y="1409"/>
                </a:cubicBezTo>
                <a:lnTo>
                  <a:pt x="4323" y="1956"/>
                </a:lnTo>
                <a:cubicBezTo>
                  <a:pt x="3889" y="2233"/>
                  <a:pt x="3767" y="2824"/>
                  <a:pt x="4045" y="3258"/>
                </a:cubicBezTo>
                <a:lnTo>
                  <a:pt x="4852" y="4482"/>
                </a:lnTo>
                <a:cubicBezTo>
                  <a:pt x="4132" y="5176"/>
                  <a:pt x="3542" y="6009"/>
                  <a:pt x="3116" y="6947"/>
                </a:cubicBezTo>
                <a:cubicBezTo>
                  <a:pt x="2998" y="7213"/>
                  <a:pt x="2728" y="7379"/>
                  <a:pt x="2441" y="7379"/>
                </a:cubicBezTo>
                <a:cubicBezTo>
                  <a:pt x="2392" y="7379"/>
                  <a:pt x="2342" y="7374"/>
                  <a:pt x="2292" y="7363"/>
                </a:cubicBezTo>
                <a:lnTo>
                  <a:pt x="1432" y="7190"/>
                </a:lnTo>
                <a:cubicBezTo>
                  <a:pt x="1367" y="7177"/>
                  <a:pt x="1303" y="7170"/>
                  <a:pt x="1239" y="7170"/>
                </a:cubicBezTo>
                <a:cubicBezTo>
                  <a:pt x="801" y="7170"/>
                  <a:pt x="411" y="7472"/>
                  <a:pt x="313" y="7919"/>
                </a:cubicBezTo>
                <a:lnTo>
                  <a:pt x="113" y="8882"/>
                </a:lnTo>
                <a:cubicBezTo>
                  <a:pt x="0" y="9395"/>
                  <a:pt x="330" y="9898"/>
                  <a:pt x="833" y="10002"/>
                </a:cubicBezTo>
                <a:lnTo>
                  <a:pt x="1788" y="10202"/>
                </a:lnTo>
                <a:cubicBezTo>
                  <a:pt x="2118" y="10263"/>
                  <a:pt x="2353" y="10549"/>
                  <a:pt x="2379" y="10879"/>
                </a:cubicBezTo>
                <a:cubicBezTo>
                  <a:pt x="2431" y="11686"/>
                  <a:pt x="2604" y="12467"/>
                  <a:pt x="2873" y="13205"/>
                </a:cubicBezTo>
                <a:cubicBezTo>
                  <a:pt x="2995" y="13526"/>
                  <a:pt x="2873" y="13900"/>
                  <a:pt x="2587" y="14091"/>
                </a:cubicBezTo>
                <a:lnTo>
                  <a:pt x="1762" y="14637"/>
                </a:lnTo>
                <a:cubicBezTo>
                  <a:pt x="1328" y="14915"/>
                  <a:pt x="1207" y="15505"/>
                  <a:pt x="1484" y="15940"/>
                </a:cubicBezTo>
                <a:lnTo>
                  <a:pt x="2031" y="16764"/>
                </a:lnTo>
                <a:cubicBezTo>
                  <a:pt x="2207" y="17039"/>
                  <a:pt x="2508" y="17185"/>
                  <a:pt x="2815" y="17185"/>
                </a:cubicBezTo>
                <a:cubicBezTo>
                  <a:pt x="2993" y="17185"/>
                  <a:pt x="3174" y="17135"/>
                  <a:pt x="3333" y="17033"/>
                </a:cubicBezTo>
                <a:lnTo>
                  <a:pt x="4253" y="16426"/>
                </a:lnTo>
                <a:cubicBezTo>
                  <a:pt x="4378" y="16346"/>
                  <a:pt x="4518" y="16308"/>
                  <a:pt x="4656" y="16308"/>
                </a:cubicBezTo>
                <a:cubicBezTo>
                  <a:pt x="4836" y="16308"/>
                  <a:pt x="5014" y="16372"/>
                  <a:pt x="5156" y="16495"/>
                </a:cubicBezTo>
                <a:cubicBezTo>
                  <a:pt x="5729" y="16990"/>
                  <a:pt x="6371" y="17415"/>
                  <a:pt x="7075" y="17745"/>
                </a:cubicBezTo>
                <a:cubicBezTo>
                  <a:pt x="7387" y="17901"/>
                  <a:pt x="7561" y="18240"/>
                  <a:pt x="7491" y="18570"/>
                </a:cubicBezTo>
                <a:lnTo>
                  <a:pt x="7257" y="19646"/>
                </a:lnTo>
                <a:cubicBezTo>
                  <a:pt x="7153" y="20158"/>
                  <a:pt x="7474" y="20653"/>
                  <a:pt x="7986" y="20766"/>
                </a:cubicBezTo>
                <a:lnTo>
                  <a:pt x="8950" y="20974"/>
                </a:lnTo>
                <a:cubicBezTo>
                  <a:pt x="9014" y="20987"/>
                  <a:pt x="9079" y="20994"/>
                  <a:pt x="9143" y="20994"/>
                </a:cubicBezTo>
                <a:cubicBezTo>
                  <a:pt x="9583" y="20994"/>
                  <a:pt x="9978" y="20692"/>
                  <a:pt x="10069" y="20245"/>
                </a:cubicBezTo>
                <a:lnTo>
                  <a:pt x="10312" y="19108"/>
                </a:lnTo>
                <a:cubicBezTo>
                  <a:pt x="10373" y="18778"/>
                  <a:pt x="10660" y="18526"/>
                  <a:pt x="10989" y="18518"/>
                </a:cubicBezTo>
                <a:cubicBezTo>
                  <a:pt x="11753" y="18474"/>
                  <a:pt x="12500" y="18327"/>
                  <a:pt x="13203" y="18075"/>
                </a:cubicBezTo>
                <a:cubicBezTo>
                  <a:pt x="13285" y="18047"/>
                  <a:pt x="13369" y="18033"/>
                  <a:pt x="13452" y="18033"/>
                </a:cubicBezTo>
                <a:cubicBezTo>
                  <a:pt x="13700" y="18033"/>
                  <a:pt x="13934" y="18155"/>
                  <a:pt x="14071" y="18370"/>
                </a:cubicBezTo>
                <a:lnTo>
                  <a:pt x="14696" y="19325"/>
                </a:lnTo>
                <a:cubicBezTo>
                  <a:pt x="14872" y="19599"/>
                  <a:pt x="15172" y="19745"/>
                  <a:pt x="15479" y="19745"/>
                </a:cubicBezTo>
                <a:cubicBezTo>
                  <a:pt x="15658" y="19745"/>
                  <a:pt x="15838" y="19696"/>
                  <a:pt x="15998" y="19594"/>
                </a:cubicBezTo>
                <a:lnTo>
                  <a:pt x="16822" y="19047"/>
                </a:lnTo>
                <a:cubicBezTo>
                  <a:pt x="17257" y="18769"/>
                  <a:pt x="17369" y="18179"/>
                  <a:pt x="17092" y="17745"/>
                </a:cubicBezTo>
                <a:lnTo>
                  <a:pt x="16458" y="16790"/>
                </a:lnTo>
                <a:cubicBezTo>
                  <a:pt x="16276" y="16512"/>
                  <a:pt x="16310" y="16130"/>
                  <a:pt x="16536" y="15879"/>
                </a:cubicBezTo>
                <a:cubicBezTo>
                  <a:pt x="17048" y="15332"/>
                  <a:pt x="17482" y="14690"/>
                  <a:pt x="17829" y="13995"/>
                </a:cubicBezTo>
                <a:cubicBezTo>
                  <a:pt x="17954" y="13738"/>
                  <a:pt x="18216" y="13580"/>
                  <a:pt x="18494" y="13580"/>
                </a:cubicBezTo>
                <a:cubicBezTo>
                  <a:pt x="18544" y="13580"/>
                  <a:pt x="18595" y="13585"/>
                  <a:pt x="18645" y="13596"/>
                </a:cubicBezTo>
                <a:lnTo>
                  <a:pt x="19704" y="13813"/>
                </a:lnTo>
                <a:cubicBezTo>
                  <a:pt x="19770" y="13824"/>
                  <a:pt x="19835" y="13830"/>
                  <a:pt x="19899" y="13830"/>
                </a:cubicBezTo>
                <a:cubicBezTo>
                  <a:pt x="20372" y="13830"/>
                  <a:pt x="20767" y="13527"/>
                  <a:pt x="20859" y="13075"/>
                </a:cubicBezTo>
                <a:lnTo>
                  <a:pt x="21058" y="12103"/>
                </a:lnTo>
                <a:cubicBezTo>
                  <a:pt x="21171" y="11599"/>
                  <a:pt x="20841" y="11096"/>
                  <a:pt x="20338" y="10992"/>
                </a:cubicBezTo>
                <a:lnTo>
                  <a:pt x="19314" y="10775"/>
                </a:lnTo>
                <a:cubicBezTo>
                  <a:pt x="18975" y="10705"/>
                  <a:pt x="18741" y="10419"/>
                  <a:pt x="18732" y="10063"/>
                </a:cubicBezTo>
                <a:cubicBezTo>
                  <a:pt x="18706" y="9264"/>
                  <a:pt x="18559" y="8483"/>
                  <a:pt x="18307" y="7745"/>
                </a:cubicBezTo>
                <a:cubicBezTo>
                  <a:pt x="18194" y="7424"/>
                  <a:pt x="18315" y="7068"/>
                  <a:pt x="18593" y="6886"/>
                </a:cubicBezTo>
                <a:lnTo>
                  <a:pt x="19401" y="6357"/>
                </a:lnTo>
                <a:cubicBezTo>
                  <a:pt x="19835" y="6079"/>
                  <a:pt x="19956" y="5488"/>
                  <a:pt x="19670" y="5054"/>
                </a:cubicBezTo>
                <a:lnTo>
                  <a:pt x="19131" y="4230"/>
                </a:lnTo>
                <a:cubicBezTo>
                  <a:pt x="18950" y="3955"/>
                  <a:pt x="18650" y="3806"/>
                  <a:pt x="18345" y="3806"/>
                </a:cubicBezTo>
                <a:cubicBezTo>
                  <a:pt x="18168" y="3806"/>
                  <a:pt x="17989" y="3856"/>
                  <a:pt x="17829" y="3961"/>
                </a:cubicBezTo>
                <a:lnTo>
                  <a:pt x="17057" y="4473"/>
                </a:lnTo>
                <a:cubicBezTo>
                  <a:pt x="16930" y="4551"/>
                  <a:pt x="16789" y="4590"/>
                  <a:pt x="16650" y="4590"/>
                </a:cubicBezTo>
                <a:cubicBezTo>
                  <a:pt x="16467" y="4590"/>
                  <a:pt x="16285" y="4523"/>
                  <a:pt x="16137" y="4395"/>
                </a:cubicBezTo>
                <a:cubicBezTo>
                  <a:pt x="15546" y="3839"/>
                  <a:pt x="14869" y="3370"/>
                  <a:pt x="14114" y="3006"/>
                </a:cubicBezTo>
                <a:cubicBezTo>
                  <a:pt x="13810" y="2850"/>
                  <a:pt x="13637" y="2520"/>
                  <a:pt x="13715" y="2181"/>
                </a:cubicBezTo>
                <a:lnTo>
                  <a:pt x="13889" y="1348"/>
                </a:lnTo>
                <a:cubicBezTo>
                  <a:pt x="14001" y="836"/>
                  <a:pt x="13672" y="332"/>
                  <a:pt x="13159" y="228"/>
                </a:cubicBezTo>
                <a:lnTo>
                  <a:pt x="12196" y="20"/>
                </a:lnTo>
                <a:cubicBezTo>
                  <a:pt x="12131" y="7"/>
                  <a:pt x="12066" y="0"/>
                  <a:pt x="120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6" name="Google Shape;456;p34"/>
          <p:cNvGrpSpPr/>
          <p:nvPr/>
        </p:nvGrpSpPr>
        <p:grpSpPr>
          <a:xfrm flipH="1">
            <a:off x="8553471" y="74793"/>
            <a:ext cx="508385" cy="644675"/>
            <a:chOff x="4859771" y="3053445"/>
            <a:chExt cx="508385" cy="644675"/>
          </a:xfrm>
        </p:grpSpPr>
        <p:sp>
          <p:nvSpPr>
            <p:cNvPr id="457" name="Google Shape;457;p34"/>
            <p:cNvSpPr/>
            <p:nvPr/>
          </p:nvSpPr>
          <p:spPr>
            <a:xfrm>
              <a:off x="4859771" y="3053445"/>
              <a:ext cx="508385" cy="644675"/>
            </a:xfrm>
            <a:custGeom>
              <a:rect b="b" l="l" r="r" t="t"/>
              <a:pathLst>
                <a:path extrusionOk="0" h="18968" w="14958">
                  <a:moveTo>
                    <a:pt x="1216" y="1"/>
                  </a:moveTo>
                  <a:cubicBezTo>
                    <a:pt x="548" y="1"/>
                    <a:pt x="1" y="609"/>
                    <a:pt x="1" y="1346"/>
                  </a:cubicBezTo>
                  <a:lnTo>
                    <a:pt x="1" y="17622"/>
                  </a:lnTo>
                  <a:cubicBezTo>
                    <a:pt x="1" y="18368"/>
                    <a:pt x="548" y="18967"/>
                    <a:pt x="1216" y="18967"/>
                  </a:cubicBezTo>
                  <a:lnTo>
                    <a:pt x="13742" y="18967"/>
                  </a:lnTo>
                  <a:cubicBezTo>
                    <a:pt x="14410" y="18967"/>
                    <a:pt x="14957" y="18368"/>
                    <a:pt x="14957" y="17622"/>
                  </a:cubicBezTo>
                  <a:lnTo>
                    <a:pt x="14957" y="3820"/>
                  </a:lnTo>
                  <a:lnTo>
                    <a:pt x="1194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34"/>
            <p:cNvSpPr/>
            <p:nvPr/>
          </p:nvSpPr>
          <p:spPr>
            <a:xfrm>
              <a:off x="5265729" y="3053751"/>
              <a:ext cx="101827" cy="130444"/>
            </a:xfrm>
            <a:custGeom>
              <a:rect b="b" l="l" r="r" t="t"/>
              <a:pathLst>
                <a:path extrusionOk="0" h="3838" w="2996">
                  <a:moveTo>
                    <a:pt x="1" y="1"/>
                  </a:moveTo>
                  <a:lnTo>
                    <a:pt x="1" y="2856"/>
                  </a:lnTo>
                  <a:cubicBezTo>
                    <a:pt x="1" y="3395"/>
                    <a:pt x="409" y="3837"/>
                    <a:pt x="895" y="3837"/>
                  </a:cubicBezTo>
                  <a:lnTo>
                    <a:pt x="2996" y="382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34"/>
            <p:cNvSpPr/>
            <p:nvPr/>
          </p:nvSpPr>
          <p:spPr>
            <a:xfrm>
              <a:off x="4961567" y="3237560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0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34"/>
            <p:cNvSpPr/>
            <p:nvPr/>
          </p:nvSpPr>
          <p:spPr>
            <a:xfrm>
              <a:off x="4961567" y="3300099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34"/>
            <p:cNvSpPr/>
            <p:nvPr/>
          </p:nvSpPr>
          <p:spPr>
            <a:xfrm>
              <a:off x="4961567" y="3362943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34"/>
            <p:cNvSpPr/>
            <p:nvPr/>
          </p:nvSpPr>
          <p:spPr>
            <a:xfrm>
              <a:off x="4961567" y="3425482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34"/>
            <p:cNvSpPr/>
            <p:nvPr/>
          </p:nvSpPr>
          <p:spPr>
            <a:xfrm>
              <a:off x="4961567" y="3487748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0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4" name="Google Shape;464;p34"/>
          <p:cNvSpPr txBox="1"/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Páginas da Tabela</a:t>
            </a:r>
            <a:endParaRPr/>
          </a:p>
        </p:txBody>
      </p:sp>
      <p:sp>
        <p:nvSpPr>
          <p:cNvPr id="465" name="Google Shape;465;p34"/>
          <p:cNvSpPr txBox="1"/>
          <p:nvPr/>
        </p:nvSpPr>
        <p:spPr>
          <a:xfrm>
            <a:off x="3740500" y="1308425"/>
            <a:ext cx="4812900" cy="3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chivo"/>
              <a:buChar char="●"/>
            </a:pP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Opção de renomear as páginas para uma melhor organização;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chivo"/>
              <a:buChar char="●"/>
            </a:pP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Opção de adicionar novas páginas;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chivo"/>
              <a:buChar char="●"/>
            </a:pP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Opção de proteger intervalos dentro de uma página ou ela inteira (conteúdo privado/sensível);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chivo"/>
              <a:buChar char="●"/>
            </a:pP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Opção de alterar a cor da aba para uma melhor organização.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466" name="Google Shape;46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9387" y="4285950"/>
            <a:ext cx="973589" cy="64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34"/>
          <p:cNvPicPr preferRelativeResize="0"/>
          <p:nvPr/>
        </p:nvPicPr>
        <p:blipFill>
          <a:blip r:embed="rId4">
            <a:alphaModFix amt="77000"/>
          </a:blip>
          <a:stretch>
            <a:fillRect/>
          </a:stretch>
        </p:blipFill>
        <p:spPr>
          <a:xfrm>
            <a:off x="7736774" y="4362201"/>
            <a:ext cx="366675" cy="4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01075" y="4362211"/>
            <a:ext cx="398281" cy="48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34"/>
          <p:cNvPicPr preferRelativeResize="0"/>
          <p:nvPr/>
        </p:nvPicPr>
        <p:blipFill rotWithShape="1">
          <a:blip r:embed="rId6">
            <a:alphaModFix/>
          </a:blip>
          <a:srcRect b="961" l="0" r="0" t="0"/>
          <a:stretch/>
        </p:blipFill>
        <p:spPr>
          <a:xfrm>
            <a:off x="822975" y="1308425"/>
            <a:ext cx="2479800" cy="2977525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34"/>
          <p:cNvSpPr/>
          <p:nvPr/>
        </p:nvSpPr>
        <p:spPr>
          <a:xfrm>
            <a:off x="1875625" y="2110450"/>
            <a:ext cx="1243200" cy="273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34"/>
          <p:cNvSpPr/>
          <p:nvPr/>
        </p:nvSpPr>
        <p:spPr>
          <a:xfrm>
            <a:off x="1154675" y="4063650"/>
            <a:ext cx="571800" cy="2223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5"/>
          <p:cNvSpPr/>
          <p:nvPr/>
        </p:nvSpPr>
        <p:spPr>
          <a:xfrm>
            <a:off x="8253375" y="428100"/>
            <a:ext cx="601973" cy="596912"/>
          </a:xfrm>
          <a:custGeom>
            <a:rect b="b" l="l" r="r" t="t"/>
            <a:pathLst>
              <a:path extrusionOk="0" h="20994" w="21172">
                <a:moveTo>
                  <a:pt x="10557" y="5287"/>
                </a:moveTo>
                <a:cubicBezTo>
                  <a:pt x="10729" y="5287"/>
                  <a:pt x="10902" y="5296"/>
                  <a:pt x="11076" y="5315"/>
                </a:cubicBezTo>
                <a:cubicBezTo>
                  <a:pt x="14279" y="5662"/>
                  <a:pt x="16345" y="8822"/>
                  <a:pt x="15373" y="11877"/>
                </a:cubicBezTo>
                <a:cubicBezTo>
                  <a:pt x="14714" y="13983"/>
                  <a:pt x="12722" y="15412"/>
                  <a:pt x="10550" y="15412"/>
                </a:cubicBezTo>
                <a:cubicBezTo>
                  <a:pt x="10376" y="15412"/>
                  <a:pt x="10201" y="15403"/>
                  <a:pt x="10026" y="15384"/>
                </a:cubicBezTo>
                <a:cubicBezTo>
                  <a:pt x="6823" y="15037"/>
                  <a:pt x="4766" y="11877"/>
                  <a:pt x="5729" y="8822"/>
                </a:cubicBezTo>
                <a:cubicBezTo>
                  <a:pt x="6397" y="6723"/>
                  <a:pt x="8390" y="5287"/>
                  <a:pt x="10557" y="5287"/>
                </a:cubicBezTo>
                <a:close/>
                <a:moveTo>
                  <a:pt x="12003" y="0"/>
                </a:moveTo>
                <a:cubicBezTo>
                  <a:pt x="11564" y="0"/>
                  <a:pt x="11175" y="302"/>
                  <a:pt x="11076" y="749"/>
                </a:cubicBezTo>
                <a:lnTo>
                  <a:pt x="10903" y="1582"/>
                </a:lnTo>
                <a:cubicBezTo>
                  <a:pt x="10842" y="1921"/>
                  <a:pt x="10547" y="2155"/>
                  <a:pt x="10199" y="2181"/>
                </a:cubicBezTo>
                <a:cubicBezTo>
                  <a:pt x="9366" y="2216"/>
                  <a:pt x="8542" y="2372"/>
                  <a:pt x="7769" y="2659"/>
                </a:cubicBezTo>
                <a:cubicBezTo>
                  <a:pt x="7686" y="2690"/>
                  <a:pt x="7599" y="2705"/>
                  <a:pt x="7513" y="2705"/>
                </a:cubicBezTo>
                <a:cubicBezTo>
                  <a:pt x="7267" y="2705"/>
                  <a:pt x="7027" y="2582"/>
                  <a:pt x="6892" y="2364"/>
                </a:cubicBezTo>
                <a:lnTo>
                  <a:pt x="6450" y="1678"/>
                </a:lnTo>
                <a:cubicBezTo>
                  <a:pt x="6268" y="1403"/>
                  <a:pt x="5969" y="1257"/>
                  <a:pt x="5664" y="1257"/>
                </a:cubicBezTo>
                <a:cubicBezTo>
                  <a:pt x="5487" y="1257"/>
                  <a:pt x="5307" y="1307"/>
                  <a:pt x="5148" y="1409"/>
                </a:cubicBezTo>
                <a:lnTo>
                  <a:pt x="4323" y="1956"/>
                </a:lnTo>
                <a:cubicBezTo>
                  <a:pt x="3889" y="2233"/>
                  <a:pt x="3767" y="2824"/>
                  <a:pt x="4045" y="3258"/>
                </a:cubicBezTo>
                <a:lnTo>
                  <a:pt x="4852" y="4482"/>
                </a:lnTo>
                <a:cubicBezTo>
                  <a:pt x="4132" y="5176"/>
                  <a:pt x="3542" y="6009"/>
                  <a:pt x="3116" y="6947"/>
                </a:cubicBezTo>
                <a:cubicBezTo>
                  <a:pt x="2998" y="7213"/>
                  <a:pt x="2728" y="7379"/>
                  <a:pt x="2441" y="7379"/>
                </a:cubicBezTo>
                <a:cubicBezTo>
                  <a:pt x="2392" y="7379"/>
                  <a:pt x="2342" y="7374"/>
                  <a:pt x="2292" y="7363"/>
                </a:cubicBezTo>
                <a:lnTo>
                  <a:pt x="1432" y="7190"/>
                </a:lnTo>
                <a:cubicBezTo>
                  <a:pt x="1367" y="7177"/>
                  <a:pt x="1303" y="7170"/>
                  <a:pt x="1239" y="7170"/>
                </a:cubicBezTo>
                <a:cubicBezTo>
                  <a:pt x="801" y="7170"/>
                  <a:pt x="411" y="7472"/>
                  <a:pt x="313" y="7919"/>
                </a:cubicBezTo>
                <a:lnTo>
                  <a:pt x="113" y="8882"/>
                </a:lnTo>
                <a:cubicBezTo>
                  <a:pt x="0" y="9395"/>
                  <a:pt x="330" y="9898"/>
                  <a:pt x="833" y="10002"/>
                </a:cubicBezTo>
                <a:lnTo>
                  <a:pt x="1788" y="10202"/>
                </a:lnTo>
                <a:cubicBezTo>
                  <a:pt x="2118" y="10263"/>
                  <a:pt x="2353" y="10549"/>
                  <a:pt x="2379" y="10879"/>
                </a:cubicBezTo>
                <a:cubicBezTo>
                  <a:pt x="2431" y="11686"/>
                  <a:pt x="2604" y="12467"/>
                  <a:pt x="2873" y="13205"/>
                </a:cubicBezTo>
                <a:cubicBezTo>
                  <a:pt x="2995" y="13526"/>
                  <a:pt x="2873" y="13900"/>
                  <a:pt x="2587" y="14091"/>
                </a:cubicBezTo>
                <a:lnTo>
                  <a:pt x="1762" y="14637"/>
                </a:lnTo>
                <a:cubicBezTo>
                  <a:pt x="1328" y="14915"/>
                  <a:pt x="1207" y="15505"/>
                  <a:pt x="1484" y="15940"/>
                </a:cubicBezTo>
                <a:lnTo>
                  <a:pt x="2031" y="16764"/>
                </a:lnTo>
                <a:cubicBezTo>
                  <a:pt x="2207" y="17039"/>
                  <a:pt x="2508" y="17185"/>
                  <a:pt x="2815" y="17185"/>
                </a:cubicBezTo>
                <a:cubicBezTo>
                  <a:pt x="2993" y="17185"/>
                  <a:pt x="3174" y="17135"/>
                  <a:pt x="3333" y="17033"/>
                </a:cubicBezTo>
                <a:lnTo>
                  <a:pt x="4253" y="16426"/>
                </a:lnTo>
                <a:cubicBezTo>
                  <a:pt x="4378" y="16346"/>
                  <a:pt x="4518" y="16308"/>
                  <a:pt x="4656" y="16308"/>
                </a:cubicBezTo>
                <a:cubicBezTo>
                  <a:pt x="4836" y="16308"/>
                  <a:pt x="5014" y="16372"/>
                  <a:pt x="5156" y="16495"/>
                </a:cubicBezTo>
                <a:cubicBezTo>
                  <a:pt x="5729" y="16990"/>
                  <a:pt x="6371" y="17415"/>
                  <a:pt x="7075" y="17745"/>
                </a:cubicBezTo>
                <a:cubicBezTo>
                  <a:pt x="7387" y="17901"/>
                  <a:pt x="7561" y="18240"/>
                  <a:pt x="7491" y="18570"/>
                </a:cubicBezTo>
                <a:lnTo>
                  <a:pt x="7257" y="19646"/>
                </a:lnTo>
                <a:cubicBezTo>
                  <a:pt x="7153" y="20158"/>
                  <a:pt x="7474" y="20653"/>
                  <a:pt x="7986" y="20766"/>
                </a:cubicBezTo>
                <a:lnTo>
                  <a:pt x="8950" y="20974"/>
                </a:lnTo>
                <a:cubicBezTo>
                  <a:pt x="9014" y="20987"/>
                  <a:pt x="9079" y="20994"/>
                  <a:pt x="9143" y="20994"/>
                </a:cubicBezTo>
                <a:cubicBezTo>
                  <a:pt x="9583" y="20994"/>
                  <a:pt x="9978" y="20692"/>
                  <a:pt x="10069" y="20245"/>
                </a:cubicBezTo>
                <a:lnTo>
                  <a:pt x="10312" y="19108"/>
                </a:lnTo>
                <a:cubicBezTo>
                  <a:pt x="10373" y="18778"/>
                  <a:pt x="10660" y="18526"/>
                  <a:pt x="10989" y="18518"/>
                </a:cubicBezTo>
                <a:cubicBezTo>
                  <a:pt x="11753" y="18474"/>
                  <a:pt x="12500" y="18327"/>
                  <a:pt x="13203" y="18075"/>
                </a:cubicBezTo>
                <a:cubicBezTo>
                  <a:pt x="13285" y="18047"/>
                  <a:pt x="13369" y="18033"/>
                  <a:pt x="13452" y="18033"/>
                </a:cubicBezTo>
                <a:cubicBezTo>
                  <a:pt x="13700" y="18033"/>
                  <a:pt x="13934" y="18155"/>
                  <a:pt x="14071" y="18370"/>
                </a:cubicBezTo>
                <a:lnTo>
                  <a:pt x="14696" y="19325"/>
                </a:lnTo>
                <a:cubicBezTo>
                  <a:pt x="14872" y="19599"/>
                  <a:pt x="15172" y="19745"/>
                  <a:pt x="15479" y="19745"/>
                </a:cubicBezTo>
                <a:cubicBezTo>
                  <a:pt x="15658" y="19745"/>
                  <a:pt x="15838" y="19696"/>
                  <a:pt x="15998" y="19594"/>
                </a:cubicBezTo>
                <a:lnTo>
                  <a:pt x="16822" y="19047"/>
                </a:lnTo>
                <a:cubicBezTo>
                  <a:pt x="17257" y="18769"/>
                  <a:pt x="17369" y="18179"/>
                  <a:pt x="17092" y="17745"/>
                </a:cubicBezTo>
                <a:lnTo>
                  <a:pt x="16458" y="16790"/>
                </a:lnTo>
                <a:cubicBezTo>
                  <a:pt x="16276" y="16512"/>
                  <a:pt x="16310" y="16130"/>
                  <a:pt x="16536" y="15879"/>
                </a:cubicBezTo>
                <a:cubicBezTo>
                  <a:pt x="17048" y="15332"/>
                  <a:pt x="17482" y="14690"/>
                  <a:pt x="17829" y="13995"/>
                </a:cubicBezTo>
                <a:cubicBezTo>
                  <a:pt x="17954" y="13738"/>
                  <a:pt x="18216" y="13580"/>
                  <a:pt x="18494" y="13580"/>
                </a:cubicBezTo>
                <a:cubicBezTo>
                  <a:pt x="18544" y="13580"/>
                  <a:pt x="18595" y="13585"/>
                  <a:pt x="18645" y="13596"/>
                </a:cubicBezTo>
                <a:lnTo>
                  <a:pt x="19704" y="13813"/>
                </a:lnTo>
                <a:cubicBezTo>
                  <a:pt x="19770" y="13824"/>
                  <a:pt x="19835" y="13830"/>
                  <a:pt x="19899" y="13830"/>
                </a:cubicBezTo>
                <a:cubicBezTo>
                  <a:pt x="20372" y="13830"/>
                  <a:pt x="20767" y="13527"/>
                  <a:pt x="20859" y="13075"/>
                </a:cubicBezTo>
                <a:lnTo>
                  <a:pt x="21058" y="12103"/>
                </a:lnTo>
                <a:cubicBezTo>
                  <a:pt x="21171" y="11599"/>
                  <a:pt x="20841" y="11096"/>
                  <a:pt x="20338" y="10992"/>
                </a:cubicBezTo>
                <a:lnTo>
                  <a:pt x="19314" y="10775"/>
                </a:lnTo>
                <a:cubicBezTo>
                  <a:pt x="18975" y="10705"/>
                  <a:pt x="18741" y="10419"/>
                  <a:pt x="18732" y="10063"/>
                </a:cubicBezTo>
                <a:cubicBezTo>
                  <a:pt x="18706" y="9264"/>
                  <a:pt x="18559" y="8483"/>
                  <a:pt x="18307" y="7745"/>
                </a:cubicBezTo>
                <a:cubicBezTo>
                  <a:pt x="18194" y="7424"/>
                  <a:pt x="18315" y="7068"/>
                  <a:pt x="18593" y="6886"/>
                </a:cubicBezTo>
                <a:lnTo>
                  <a:pt x="19401" y="6357"/>
                </a:lnTo>
                <a:cubicBezTo>
                  <a:pt x="19835" y="6079"/>
                  <a:pt x="19956" y="5488"/>
                  <a:pt x="19670" y="5054"/>
                </a:cubicBezTo>
                <a:lnTo>
                  <a:pt x="19131" y="4230"/>
                </a:lnTo>
                <a:cubicBezTo>
                  <a:pt x="18950" y="3955"/>
                  <a:pt x="18650" y="3806"/>
                  <a:pt x="18345" y="3806"/>
                </a:cubicBezTo>
                <a:cubicBezTo>
                  <a:pt x="18168" y="3806"/>
                  <a:pt x="17989" y="3856"/>
                  <a:pt x="17829" y="3961"/>
                </a:cubicBezTo>
                <a:lnTo>
                  <a:pt x="17057" y="4473"/>
                </a:lnTo>
                <a:cubicBezTo>
                  <a:pt x="16930" y="4551"/>
                  <a:pt x="16789" y="4590"/>
                  <a:pt x="16650" y="4590"/>
                </a:cubicBezTo>
                <a:cubicBezTo>
                  <a:pt x="16467" y="4590"/>
                  <a:pt x="16285" y="4523"/>
                  <a:pt x="16137" y="4395"/>
                </a:cubicBezTo>
                <a:cubicBezTo>
                  <a:pt x="15546" y="3839"/>
                  <a:pt x="14869" y="3370"/>
                  <a:pt x="14114" y="3006"/>
                </a:cubicBezTo>
                <a:cubicBezTo>
                  <a:pt x="13810" y="2850"/>
                  <a:pt x="13637" y="2520"/>
                  <a:pt x="13715" y="2181"/>
                </a:cubicBezTo>
                <a:lnTo>
                  <a:pt x="13889" y="1348"/>
                </a:lnTo>
                <a:cubicBezTo>
                  <a:pt x="14001" y="836"/>
                  <a:pt x="13672" y="332"/>
                  <a:pt x="13159" y="228"/>
                </a:cubicBezTo>
                <a:lnTo>
                  <a:pt x="12196" y="20"/>
                </a:lnTo>
                <a:cubicBezTo>
                  <a:pt x="12131" y="7"/>
                  <a:pt x="12066" y="0"/>
                  <a:pt x="120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7" name="Google Shape;477;p35"/>
          <p:cNvGrpSpPr/>
          <p:nvPr/>
        </p:nvGrpSpPr>
        <p:grpSpPr>
          <a:xfrm flipH="1">
            <a:off x="8553471" y="74793"/>
            <a:ext cx="508385" cy="644675"/>
            <a:chOff x="4859771" y="3053445"/>
            <a:chExt cx="508385" cy="644675"/>
          </a:xfrm>
        </p:grpSpPr>
        <p:sp>
          <p:nvSpPr>
            <p:cNvPr id="478" name="Google Shape;478;p35"/>
            <p:cNvSpPr/>
            <p:nvPr/>
          </p:nvSpPr>
          <p:spPr>
            <a:xfrm>
              <a:off x="4859771" y="3053445"/>
              <a:ext cx="508385" cy="644675"/>
            </a:xfrm>
            <a:custGeom>
              <a:rect b="b" l="l" r="r" t="t"/>
              <a:pathLst>
                <a:path extrusionOk="0" h="18968" w="14958">
                  <a:moveTo>
                    <a:pt x="1216" y="1"/>
                  </a:moveTo>
                  <a:cubicBezTo>
                    <a:pt x="548" y="1"/>
                    <a:pt x="1" y="609"/>
                    <a:pt x="1" y="1346"/>
                  </a:cubicBezTo>
                  <a:lnTo>
                    <a:pt x="1" y="17622"/>
                  </a:lnTo>
                  <a:cubicBezTo>
                    <a:pt x="1" y="18368"/>
                    <a:pt x="548" y="18967"/>
                    <a:pt x="1216" y="18967"/>
                  </a:cubicBezTo>
                  <a:lnTo>
                    <a:pt x="13742" y="18967"/>
                  </a:lnTo>
                  <a:cubicBezTo>
                    <a:pt x="14410" y="18967"/>
                    <a:pt x="14957" y="18368"/>
                    <a:pt x="14957" y="17622"/>
                  </a:cubicBezTo>
                  <a:lnTo>
                    <a:pt x="14957" y="3820"/>
                  </a:lnTo>
                  <a:lnTo>
                    <a:pt x="1194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35"/>
            <p:cNvSpPr/>
            <p:nvPr/>
          </p:nvSpPr>
          <p:spPr>
            <a:xfrm>
              <a:off x="5265729" y="3053751"/>
              <a:ext cx="101827" cy="130444"/>
            </a:xfrm>
            <a:custGeom>
              <a:rect b="b" l="l" r="r" t="t"/>
              <a:pathLst>
                <a:path extrusionOk="0" h="3838" w="2996">
                  <a:moveTo>
                    <a:pt x="1" y="1"/>
                  </a:moveTo>
                  <a:lnTo>
                    <a:pt x="1" y="2856"/>
                  </a:lnTo>
                  <a:cubicBezTo>
                    <a:pt x="1" y="3395"/>
                    <a:pt x="409" y="3837"/>
                    <a:pt x="895" y="3837"/>
                  </a:cubicBezTo>
                  <a:lnTo>
                    <a:pt x="2996" y="382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35"/>
            <p:cNvSpPr/>
            <p:nvPr/>
          </p:nvSpPr>
          <p:spPr>
            <a:xfrm>
              <a:off x="4961567" y="3237560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0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35"/>
            <p:cNvSpPr/>
            <p:nvPr/>
          </p:nvSpPr>
          <p:spPr>
            <a:xfrm>
              <a:off x="4961567" y="3300099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35"/>
            <p:cNvSpPr/>
            <p:nvPr/>
          </p:nvSpPr>
          <p:spPr>
            <a:xfrm>
              <a:off x="4961567" y="3362943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35"/>
            <p:cNvSpPr/>
            <p:nvPr/>
          </p:nvSpPr>
          <p:spPr>
            <a:xfrm>
              <a:off x="4961567" y="3425482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35"/>
            <p:cNvSpPr/>
            <p:nvPr/>
          </p:nvSpPr>
          <p:spPr>
            <a:xfrm>
              <a:off x="4961567" y="3487748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0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5" name="Google Shape;485;p35"/>
          <p:cNvSpPr txBox="1"/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Preenchimento Automático</a:t>
            </a:r>
            <a:endParaRPr/>
          </a:p>
        </p:txBody>
      </p:sp>
      <p:sp>
        <p:nvSpPr>
          <p:cNvPr id="486" name="Google Shape;486;p35"/>
          <p:cNvSpPr txBox="1"/>
          <p:nvPr/>
        </p:nvSpPr>
        <p:spPr>
          <a:xfrm>
            <a:off x="831000" y="1308425"/>
            <a:ext cx="7482000" cy="20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chivo"/>
              <a:buChar char="●"/>
            </a:pP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O Google Sheets (e demais tabelas eletrônicas) possui uma funcionalidade de </a:t>
            </a:r>
            <a:r>
              <a:rPr b="1"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preenchimento automático</a:t>
            </a: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que pode ser utilizada em diversos contextos para se </a:t>
            </a:r>
            <a:r>
              <a:rPr b="1"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economizar tempo</a:t>
            </a: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 Essa tecnologia prevê e preenche valores com base nos padrões </a:t>
            </a:r>
            <a:r>
              <a:rPr b="1"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identificados nas células anteriores. 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chivo"/>
              <a:buChar char="●"/>
            </a:pP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Isso é muito útil quando se trabalha com </a:t>
            </a:r>
            <a:r>
              <a:rPr b="1"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sequências numéricas</a:t>
            </a: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</a:t>
            </a:r>
            <a:r>
              <a:rPr b="1"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datas</a:t>
            </a: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</a:t>
            </a:r>
            <a:r>
              <a:rPr b="1"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dias da semana</a:t>
            </a: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e </a:t>
            </a:r>
            <a:r>
              <a:rPr b="1"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meses</a:t>
            </a: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permitindo que uma linha ou coluna seja gerada rapidamente contendo as informações esperadas sem que o usuário tenha que digitá-las.</a:t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487" name="Google Shape;48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9387" y="4285950"/>
            <a:ext cx="973589" cy="64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35"/>
          <p:cNvPicPr preferRelativeResize="0"/>
          <p:nvPr/>
        </p:nvPicPr>
        <p:blipFill>
          <a:blip r:embed="rId4">
            <a:alphaModFix amt="77000"/>
          </a:blip>
          <a:stretch>
            <a:fillRect/>
          </a:stretch>
        </p:blipFill>
        <p:spPr>
          <a:xfrm>
            <a:off x="7736774" y="4362201"/>
            <a:ext cx="366675" cy="4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01075" y="4362211"/>
            <a:ext cx="398281" cy="48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35"/>
          <p:cNvPicPr preferRelativeResize="0"/>
          <p:nvPr/>
        </p:nvPicPr>
        <p:blipFill rotWithShape="1">
          <a:blip r:embed="rId6">
            <a:alphaModFix/>
          </a:blip>
          <a:srcRect b="20369" l="0" r="0" t="0"/>
          <a:stretch/>
        </p:blipFill>
        <p:spPr>
          <a:xfrm>
            <a:off x="3057938" y="3458500"/>
            <a:ext cx="1082375" cy="128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3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81750" y="3458500"/>
            <a:ext cx="1036200" cy="128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6"/>
          <p:cNvSpPr txBox="1"/>
          <p:nvPr>
            <p:ph type="ctrTitle"/>
          </p:nvPr>
        </p:nvSpPr>
        <p:spPr>
          <a:xfrm>
            <a:off x="4177050" y="1763300"/>
            <a:ext cx="4286400" cy="109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Dúvidas</a:t>
            </a:r>
            <a:endParaRPr/>
          </a:p>
        </p:txBody>
      </p:sp>
      <p:sp>
        <p:nvSpPr>
          <p:cNvPr id="497" name="Google Shape;497;p36"/>
          <p:cNvSpPr/>
          <p:nvPr/>
        </p:nvSpPr>
        <p:spPr>
          <a:xfrm flipH="1">
            <a:off x="828" y="984200"/>
            <a:ext cx="4800782" cy="3164929"/>
          </a:xfrm>
          <a:custGeom>
            <a:rect b="b" l="l" r="r" t="t"/>
            <a:pathLst>
              <a:path extrusionOk="0" h="98305" w="154814">
                <a:moveTo>
                  <a:pt x="16988" y="98305"/>
                </a:moveTo>
                <a:cubicBezTo>
                  <a:pt x="16988" y="98305"/>
                  <a:pt x="1" y="63514"/>
                  <a:pt x="12570" y="47247"/>
                </a:cubicBezTo>
                <a:cubicBezTo>
                  <a:pt x="25313" y="30764"/>
                  <a:pt x="33949" y="39157"/>
                  <a:pt x="46510" y="33324"/>
                </a:cubicBezTo>
                <a:cubicBezTo>
                  <a:pt x="59087" y="27482"/>
                  <a:pt x="60155" y="3264"/>
                  <a:pt x="85354" y="1624"/>
                </a:cubicBezTo>
                <a:cubicBezTo>
                  <a:pt x="110561" y="1"/>
                  <a:pt x="154813" y="19948"/>
                  <a:pt x="131290" y="97792"/>
                </a:cubicBezTo>
                <a:close/>
              </a:path>
            </a:pathLst>
          </a:custGeom>
          <a:solidFill>
            <a:srgbClr val="FFFFFF">
              <a:alpha val="215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36"/>
          <p:cNvSpPr/>
          <p:nvPr/>
        </p:nvSpPr>
        <p:spPr>
          <a:xfrm flipH="1">
            <a:off x="901738" y="1543700"/>
            <a:ext cx="1116965" cy="1116693"/>
          </a:xfrm>
          <a:custGeom>
            <a:rect b="b" l="l" r="r" t="t"/>
            <a:pathLst>
              <a:path extrusionOk="0" h="32856" w="32864">
                <a:moveTo>
                  <a:pt x="16332" y="8338"/>
                </a:moveTo>
                <a:cubicBezTo>
                  <a:pt x="20936" y="8338"/>
                  <a:pt x="24625" y="12290"/>
                  <a:pt x="24149" y="16997"/>
                </a:cubicBezTo>
                <a:cubicBezTo>
                  <a:pt x="23784" y="20686"/>
                  <a:pt x="20807" y="23654"/>
                  <a:pt x="17135" y="24019"/>
                </a:cubicBezTo>
                <a:cubicBezTo>
                  <a:pt x="16867" y="24045"/>
                  <a:pt x="16602" y="24058"/>
                  <a:pt x="16340" y="24058"/>
                </a:cubicBezTo>
                <a:cubicBezTo>
                  <a:pt x="11729" y="24058"/>
                  <a:pt x="8047" y="20106"/>
                  <a:pt x="8515" y="15399"/>
                </a:cubicBezTo>
                <a:cubicBezTo>
                  <a:pt x="8889" y="11719"/>
                  <a:pt x="11857" y="8750"/>
                  <a:pt x="15538" y="8377"/>
                </a:cubicBezTo>
                <a:cubicBezTo>
                  <a:pt x="15805" y="8351"/>
                  <a:pt x="16070" y="8338"/>
                  <a:pt x="16332" y="8338"/>
                </a:cubicBezTo>
                <a:close/>
                <a:moveTo>
                  <a:pt x="15546" y="1"/>
                </a:moveTo>
                <a:cubicBezTo>
                  <a:pt x="14748" y="1"/>
                  <a:pt x="14079" y="652"/>
                  <a:pt x="14079" y="1468"/>
                </a:cubicBezTo>
                <a:lnTo>
                  <a:pt x="14079" y="2796"/>
                </a:lnTo>
                <a:cubicBezTo>
                  <a:pt x="14079" y="3325"/>
                  <a:pt x="13715" y="3777"/>
                  <a:pt x="13203" y="3907"/>
                </a:cubicBezTo>
                <a:cubicBezTo>
                  <a:pt x="11935" y="4228"/>
                  <a:pt x="10755" y="4731"/>
                  <a:pt x="9670" y="5408"/>
                </a:cubicBezTo>
                <a:cubicBezTo>
                  <a:pt x="9479" y="5524"/>
                  <a:pt x="9265" y="5581"/>
                  <a:pt x="9052" y="5581"/>
                </a:cubicBezTo>
                <a:cubicBezTo>
                  <a:pt x="8752" y="5581"/>
                  <a:pt x="8456" y="5467"/>
                  <a:pt x="8238" y="5244"/>
                </a:cubicBezTo>
                <a:lnTo>
                  <a:pt x="7344" y="4349"/>
                </a:lnTo>
                <a:cubicBezTo>
                  <a:pt x="7057" y="4063"/>
                  <a:pt x="6684" y="3920"/>
                  <a:pt x="6312" y="3920"/>
                </a:cubicBezTo>
                <a:cubicBezTo>
                  <a:pt x="5940" y="3920"/>
                  <a:pt x="5569" y="4063"/>
                  <a:pt x="5286" y="4349"/>
                </a:cubicBezTo>
                <a:lnTo>
                  <a:pt x="4201" y="5434"/>
                </a:lnTo>
                <a:cubicBezTo>
                  <a:pt x="3620" y="6016"/>
                  <a:pt x="3620" y="6936"/>
                  <a:pt x="4201" y="7500"/>
                </a:cubicBezTo>
                <a:lnTo>
                  <a:pt x="5807" y="9106"/>
                </a:lnTo>
                <a:cubicBezTo>
                  <a:pt x="4939" y="10382"/>
                  <a:pt x="4297" y="11841"/>
                  <a:pt x="3950" y="13403"/>
                </a:cubicBezTo>
                <a:cubicBezTo>
                  <a:pt x="3828" y="13932"/>
                  <a:pt x="3359" y="14306"/>
                  <a:pt x="2821" y="14306"/>
                </a:cubicBezTo>
                <a:lnTo>
                  <a:pt x="1467" y="14306"/>
                </a:lnTo>
                <a:cubicBezTo>
                  <a:pt x="660" y="14306"/>
                  <a:pt x="0" y="14957"/>
                  <a:pt x="0" y="15764"/>
                </a:cubicBezTo>
                <a:lnTo>
                  <a:pt x="0" y="17300"/>
                </a:lnTo>
                <a:cubicBezTo>
                  <a:pt x="0" y="18099"/>
                  <a:pt x="651" y="18759"/>
                  <a:pt x="1467" y="18759"/>
                </a:cubicBezTo>
                <a:lnTo>
                  <a:pt x="2986" y="18759"/>
                </a:lnTo>
                <a:cubicBezTo>
                  <a:pt x="3507" y="18759"/>
                  <a:pt x="3958" y="19106"/>
                  <a:pt x="4089" y="19609"/>
                </a:cubicBezTo>
                <a:cubicBezTo>
                  <a:pt x="4427" y="20816"/>
                  <a:pt x="4939" y="21953"/>
                  <a:pt x="5590" y="22986"/>
                </a:cubicBezTo>
                <a:cubicBezTo>
                  <a:pt x="5877" y="23437"/>
                  <a:pt x="5816" y="24036"/>
                  <a:pt x="5434" y="24427"/>
                </a:cubicBezTo>
                <a:lnTo>
                  <a:pt x="4349" y="25512"/>
                </a:lnTo>
                <a:cubicBezTo>
                  <a:pt x="3776" y="26085"/>
                  <a:pt x="3776" y="27005"/>
                  <a:pt x="4349" y="27569"/>
                </a:cubicBezTo>
                <a:lnTo>
                  <a:pt x="5434" y="28654"/>
                </a:lnTo>
                <a:cubicBezTo>
                  <a:pt x="5720" y="28945"/>
                  <a:pt x="6096" y="29090"/>
                  <a:pt x="6470" y="29090"/>
                </a:cubicBezTo>
                <a:cubicBezTo>
                  <a:pt x="6845" y="29090"/>
                  <a:pt x="7218" y="28945"/>
                  <a:pt x="7500" y="28654"/>
                </a:cubicBezTo>
                <a:lnTo>
                  <a:pt x="8698" y="27456"/>
                </a:lnTo>
                <a:cubicBezTo>
                  <a:pt x="8924" y="27230"/>
                  <a:pt x="9220" y="27113"/>
                  <a:pt x="9518" y="27113"/>
                </a:cubicBezTo>
                <a:cubicBezTo>
                  <a:pt x="9713" y="27113"/>
                  <a:pt x="9908" y="27163"/>
                  <a:pt x="10087" y="27265"/>
                </a:cubicBezTo>
                <a:cubicBezTo>
                  <a:pt x="11120" y="27847"/>
                  <a:pt x="12231" y="28290"/>
                  <a:pt x="13411" y="28559"/>
                </a:cubicBezTo>
                <a:cubicBezTo>
                  <a:pt x="13932" y="28680"/>
                  <a:pt x="14305" y="29149"/>
                  <a:pt x="14305" y="29687"/>
                </a:cubicBezTo>
                <a:lnTo>
                  <a:pt x="14305" y="31388"/>
                </a:lnTo>
                <a:cubicBezTo>
                  <a:pt x="14305" y="32196"/>
                  <a:pt x="14956" y="32855"/>
                  <a:pt x="15772" y="32855"/>
                </a:cubicBezTo>
                <a:lnTo>
                  <a:pt x="17300" y="32855"/>
                </a:lnTo>
                <a:cubicBezTo>
                  <a:pt x="18107" y="32855"/>
                  <a:pt x="18767" y="32204"/>
                  <a:pt x="18767" y="31388"/>
                </a:cubicBezTo>
                <a:lnTo>
                  <a:pt x="18767" y="29583"/>
                </a:lnTo>
                <a:cubicBezTo>
                  <a:pt x="18767" y="29062"/>
                  <a:pt x="19114" y="28602"/>
                  <a:pt x="19626" y="28463"/>
                </a:cubicBezTo>
                <a:cubicBezTo>
                  <a:pt x="20772" y="28159"/>
                  <a:pt x="21848" y="27691"/>
                  <a:pt x="22847" y="27092"/>
                </a:cubicBezTo>
                <a:cubicBezTo>
                  <a:pt x="23033" y="26983"/>
                  <a:pt x="23240" y="26929"/>
                  <a:pt x="23445" y="26929"/>
                </a:cubicBezTo>
                <a:cubicBezTo>
                  <a:pt x="23746" y="26929"/>
                  <a:pt x="24043" y="27044"/>
                  <a:pt x="24270" y="27265"/>
                </a:cubicBezTo>
                <a:lnTo>
                  <a:pt x="25520" y="28515"/>
                </a:lnTo>
                <a:cubicBezTo>
                  <a:pt x="25807" y="28802"/>
                  <a:pt x="26180" y="28945"/>
                  <a:pt x="26552" y="28945"/>
                </a:cubicBezTo>
                <a:cubicBezTo>
                  <a:pt x="26924" y="28945"/>
                  <a:pt x="27295" y="28802"/>
                  <a:pt x="27577" y="28515"/>
                </a:cubicBezTo>
                <a:lnTo>
                  <a:pt x="28662" y="27430"/>
                </a:lnTo>
                <a:cubicBezTo>
                  <a:pt x="29235" y="26857"/>
                  <a:pt x="29235" y="25937"/>
                  <a:pt x="28662" y="25373"/>
                </a:cubicBezTo>
                <a:lnTo>
                  <a:pt x="27404" y="24114"/>
                </a:lnTo>
                <a:cubicBezTo>
                  <a:pt x="27022" y="23732"/>
                  <a:pt x="26961" y="23160"/>
                  <a:pt x="27230" y="22700"/>
                </a:cubicBezTo>
                <a:cubicBezTo>
                  <a:pt x="27829" y="21693"/>
                  <a:pt x="28298" y="20599"/>
                  <a:pt x="28602" y="19436"/>
                </a:cubicBezTo>
                <a:cubicBezTo>
                  <a:pt x="28732" y="18924"/>
                  <a:pt x="29183" y="18568"/>
                  <a:pt x="29713" y="18568"/>
                </a:cubicBezTo>
                <a:lnTo>
                  <a:pt x="31397" y="18568"/>
                </a:lnTo>
                <a:cubicBezTo>
                  <a:pt x="32213" y="18533"/>
                  <a:pt x="32864" y="17882"/>
                  <a:pt x="32864" y="17075"/>
                </a:cubicBezTo>
                <a:lnTo>
                  <a:pt x="32864" y="15538"/>
                </a:lnTo>
                <a:cubicBezTo>
                  <a:pt x="32864" y="14740"/>
                  <a:pt x="32213" y="14080"/>
                  <a:pt x="31397" y="14080"/>
                </a:cubicBezTo>
                <a:lnTo>
                  <a:pt x="29773" y="14080"/>
                </a:lnTo>
                <a:cubicBezTo>
                  <a:pt x="29244" y="14080"/>
                  <a:pt x="28775" y="13707"/>
                  <a:pt x="28654" y="13186"/>
                </a:cubicBezTo>
                <a:cubicBezTo>
                  <a:pt x="28359" y="11971"/>
                  <a:pt x="27898" y="10834"/>
                  <a:pt x="27273" y="9792"/>
                </a:cubicBezTo>
                <a:cubicBezTo>
                  <a:pt x="27004" y="9332"/>
                  <a:pt x="27083" y="8759"/>
                  <a:pt x="27447" y="8394"/>
                </a:cubicBezTo>
                <a:lnTo>
                  <a:pt x="28506" y="7335"/>
                </a:lnTo>
                <a:cubicBezTo>
                  <a:pt x="29079" y="6763"/>
                  <a:pt x="29079" y="5842"/>
                  <a:pt x="28506" y="5278"/>
                </a:cubicBezTo>
                <a:lnTo>
                  <a:pt x="27421" y="4193"/>
                </a:lnTo>
                <a:cubicBezTo>
                  <a:pt x="27130" y="3907"/>
                  <a:pt x="26755" y="3764"/>
                  <a:pt x="26382" y="3764"/>
                </a:cubicBezTo>
                <a:cubicBezTo>
                  <a:pt x="26008" y="3764"/>
                  <a:pt x="25637" y="3907"/>
                  <a:pt x="25355" y="4193"/>
                </a:cubicBezTo>
                <a:lnTo>
                  <a:pt x="24340" y="5209"/>
                </a:lnTo>
                <a:cubicBezTo>
                  <a:pt x="24115" y="5433"/>
                  <a:pt x="23819" y="5550"/>
                  <a:pt x="23522" y="5550"/>
                </a:cubicBezTo>
                <a:cubicBezTo>
                  <a:pt x="23312" y="5550"/>
                  <a:pt x="23102" y="5492"/>
                  <a:pt x="22916" y="5374"/>
                </a:cubicBezTo>
                <a:cubicBezTo>
                  <a:pt x="21840" y="4723"/>
                  <a:pt x="20668" y="4228"/>
                  <a:pt x="19409" y="3907"/>
                </a:cubicBezTo>
                <a:cubicBezTo>
                  <a:pt x="18897" y="3777"/>
                  <a:pt x="18541" y="3325"/>
                  <a:pt x="18541" y="2796"/>
                </a:cubicBezTo>
                <a:lnTo>
                  <a:pt x="18541" y="1468"/>
                </a:lnTo>
                <a:cubicBezTo>
                  <a:pt x="18541" y="669"/>
                  <a:pt x="17890" y="1"/>
                  <a:pt x="17074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36"/>
          <p:cNvSpPr/>
          <p:nvPr/>
        </p:nvSpPr>
        <p:spPr>
          <a:xfrm flipH="1">
            <a:off x="415217" y="2181530"/>
            <a:ext cx="719583" cy="713534"/>
          </a:xfrm>
          <a:custGeom>
            <a:rect b="b" l="l" r="r" t="t"/>
            <a:pathLst>
              <a:path extrusionOk="0" h="20994" w="21172">
                <a:moveTo>
                  <a:pt x="10557" y="5287"/>
                </a:moveTo>
                <a:cubicBezTo>
                  <a:pt x="10729" y="5287"/>
                  <a:pt x="10902" y="5296"/>
                  <a:pt x="11076" y="5315"/>
                </a:cubicBezTo>
                <a:cubicBezTo>
                  <a:pt x="14279" y="5662"/>
                  <a:pt x="16345" y="8822"/>
                  <a:pt x="15373" y="11877"/>
                </a:cubicBezTo>
                <a:cubicBezTo>
                  <a:pt x="14714" y="13983"/>
                  <a:pt x="12722" y="15412"/>
                  <a:pt x="10550" y="15412"/>
                </a:cubicBezTo>
                <a:cubicBezTo>
                  <a:pt x="10376" y="15412"/>
                  <a:pt x="10201" y="15403"/>
                  <a:pt x="10026" y="15384"/>
                </a:cubicBezTo>
                <a:cubicBezTo>
                  <a:pt x="6823" y="15037"/>
                  <a:pt x="4766" y="11877"/>
                  <a:pt x="5729" y="8822"/>
                </a:cubicBezTo>
                <a:cubicBezTo>
                  <a:pt x="6397" y="6723"/>
                  <a:pt x="8390" y="5287"/>
                  <a:pt x="10557" y="5287"/>
                </a:cubicBezTo>
                <a:close/>
                <a:moveTo>
                  <a:pt x="12003" y="0"/>
                </a:moveTo>
                <a:cubicBezTo>
                  <a:pt x="11564" y="0"/>
                  <a:pt x="11175" y="302"/>
                  <a:pt x="11076" y="749"/>
                </a:cubicBezTo>
                <a:lnTo>
                  <a:pt x="10903" y="1582"/>
                </a:lnTo>
                <a:cubicBezTo>
                  <a:pt x="10842" y="1921"/>
                  <a:pt x="10547" y="2155"/>
                  <a:pt x="10199" y="2181"/>
                </a:cubicBezTo>
                <a:cubicBezTo>
                  <a:pt x="9366" y="2216"/>
                  <a:pt x="8542" y="2372"/>
                  <a:pt x="7769" y="2659"/>
                </a:cubicBezTo>
                <a:cubicBezTo>
                  <a:pt x="7686" y="2690"/>
                  <a:pt x="7599" y="2705"/>
                  <a:pt x="7513" y="2705"/>
                </a:cubicBezTo>
                <a:cubicBezTo>
                  <a:pt x="7267" y="2705"/>
                  <a:pt x="7027" y="2582"/>
                  <a:pt x="6892" y="2364"/>
                </a:cubicBezTo>
                <a:lnTo>
                  <a:pt x="6450" y="1678"/>
                </a:lnTo>
                <a:cubicBezTo>
                  <a:pt x="6268" y="1403"/>
                  <a:pt x="5969" y="1257"/>
                  <a:pt x="5664" y="1257"/>
                </a:cubicBezTo>
                <a:cubicBezTo>
                  <a:pt x="5487" y="1257"/>
                  <a:pt x="5307" y="1307"/>
                  <a:pt x="5148" y="1409"/>
                </a:cubicBezTo>
                <a:lnTo>
                  <a:pt x="4323" y="1956"/>
                </a:lnTo>
                <a:cubicBezTo>
                  <a:pt x="3889" y="2233"/>
                  <a:pt x="3767" y="2824"/>
                  <a:pt x="4045" y="3258"/>
                </a:cubicBezTo>
                <a:lnTo>
                  <a:pt x="4852" y="4482"/>
                </a:lnTo>
                <a:cubicBezTo>
                  <a:pt x="4132" y="5176"/>
                  <a:pt x="3542" y="6009"/>
                  <a:pt x="3116" y="6947"/>
                </a:cubicBezTo>
                <a:cubicBezTo>
                  <a:pt x="2998" y="7213"/>
                  <a:pt x="2728" y="7379"/>
                  <a:pt x="2441" y="7379"/>
                </a:cubicBezTo>
                <a:cubicBezTo>
                  <a:pt x="2392" y="7379"/>
                  <a:pt x="2342" y="7374"/>
                  <a:pt x="2292" y="7363"/>
                </a:cubicBezTo>
                <a:lnTo>
                  <a:pt x="1432" y="7190"/>
                </a:lnTo>
                <a:cubicBezTo>
                  <a:pt x="1367" y="7177"/>
                  <a:pt x="1303" y="7170"/>
                  <a:pt x="1239" y="7170"/>
                </a:cubicBezTo>
                <a:cubicBezTo>
                  <a:pt x="801" y="7170"/>
                  <a:pt x="411" y="7472"/>
                  <a:pt x="313" y="7919"/>
                </a:cubicBezTo>
                <a:lnTo>
                  <a:pt x="113" y="8882"/>
                </a:lnTo>
                <a:cubicBezTo>
                  <a:pt x="0" y="9395"/>
                  <a:pt x="330" y="9898"/>
                  <a:pt x="833" y="10002"/>
                </a:cubicBezTo>
                <a:lnTo>
                  <a:pt x="1788" y="10202"/>
                </a:lnTo>
                <a:cubicBezTo>
                  <a:pt x="2118" y="10263"/>
                  <a:pt x="2353" y="10549"/>
                  <a:pt x="2379" y="10879"/>
                </a:cubicBezTo>
                <a:cubicBezTo>
                  <a:pt x="2431" y="11686"/>
                  <a:pt x="2604" y="12467"/>
                  <a:pt x="2873" y="13205"/>
                </a:cubicBezTo>
                <a:cubicBezTo>
                  <a:pt x="2995" y="13526"/>
                  <a:pt x="2873" y="13900"/>
                  <a:pt x="2587" y="14091"/>
                </a:cubicBezTo>
                <a:lnTo>
                  <a:pt x="1762" y="14637"/>
                </a:lnTo>
                <a:cubicBezTo>
                  <a:pt x="1328" y="14915"/>
                  <a:pt x="1207" y="15505"/>
                  <a:pt x="1484" y="15940"/>
                </a:cubicBezTo>
                <a:lnTo>
                  <a:pt x="2031" y="16764"/>
                </a:lnTo>
                <a:cubicBezTo>
                  <a:pt x="2207" y="17039"/>
                  <a:pt x="2508" y="17185"/>
                  <a:pt x="2815" y="17185"/>
                </a:cubicBezTo>
                <a:cubicBezTo>
                  <a:pt x="2993" y="17185"/>
                  <a:pt x="3174" y="17135"/>
                  <a:pt x="3333" y="17033"/>
                </a:cubicBezTo>
                <a:lnTo>
                  <a:pt x="4253" y="16426"/>
                </a:lnTo>
                <a:cubicBezTo>
                  <a:pt x="4378" y="16346"/>
                  <a:pt x="4518" y="16308"/>
                  <a:pt x="4656" y="16308"/>
                </a:cubicBezTo>
                <a:cubicBezTo>
                  <a:pt x="4836" y="16308"/>
                  <a:pt x="5014" y="16372"/>
                  <a:pt x="5156" y="16495"/>
                </a:cubicBezTo>
                <a:cubicBezTo>
                  <a:pt x="5729" y="16990"/>
                  <a:pt x="6371" y="17415"/>
                  <a:pt x="7075" y="17745"/>
                </a:cubicBezTo>
                <a:cubicBezTo>
                  <a:pt x="7387" y="17901"/>
                  <a:pt x="7561" y="18240"/>
                  <a:pt x="7491" y="18570"/>
                </a:cubicBezTo>
                <a:lnTo>
                  <a:pt x="7257" y="19646"/>
                </a:lnTo>
                <a:cubicBezTo>
                  <a:pt x="7153" y="20158"/>
                  <a:pt x="7474" y="20653"/>
                  <a:pt x="7986" y="20766"/>
                </a:cubicBezTo>
                <a:lnTo>
                  <a:pt x="8950" y="20974"/>
                </a:lnTo>
                <a:cubicBezTo>
                  <a:pt x="9014" y="20987"/>
                  <a:pt x="9079" y="20994"/>
                  <a:pt x="9143" y="20994"/>
                </a:cubicBezTo>
                <a:cubicBezTo>
                  <a:pt x="9583" y="20994"/>
                  <a:pt x="9978" y="20692"/>
                  <a:pt x="10069" y="20245"/>
                </a:cubicBezTo>
                <a:lnTo>
                  <a:pt x="10312" y="19108"/>
                </a:lnTo>
                <a:cubicBezTo>
                  <a:pt x="10373" y="18778"/>
                  <a:pt x="10660" y="18526"/>
                  <a:pt x="10989" y="18518"/>
                </a:cubicBezTo>
                <a:cubicBezTo>
                  <a:pt x="11753" y="18474"/>
                  <a:pt x="12500" y="18327"/>
                  <a:pt x="13203" y="18075"/>
                </a:cubicBezTo>
                <a:cubicBezTo>
                  <a:pt x="13285" y="18047"/>
                  <a:pt x="13369" y="18033"/>
                  <a:pt x="13452" y="18033"/>
                </a:cubicBezTo>
                <a:cubicBezTo>
                  <a:pt x="13700" y="18033"/>
                  <a:pt x="13934" y="18155"/>
                  <a:pt x="14071" y="18370"/>
                </a:cubicBezTo>
                <a:lnTo>
                  <a:pt x="14696" y="19325"/>
                </a:lnTo>
                <a:cubicBezTo>
                  <a:pt x="14872" y="19599"/>
                  <a:pt x="15172" y="19745"/>
                  <a:pt x="15479" y="19745"/>
                </a:cubicBezTo>
                <a:cubicBezTo>
                  <a:pt x="15658" y="19745"/>
                  <a:pt x="15838" y="19696"/>
                  <a:pt x="15998" y="19594"/>
                </a:cubicBezTo>
                <a:lnTo>
                  <a:pt x="16822" y="19047"/>
                </a:lnTo>
                <a:cubicBezTo>
                  <a:pt x="17257" y="18769"/>
                  <a:pt x="17369" y="18179"/>
                  <a:pt x="17092" y="17745"/>
                </a:cubicBezTo>
                <a:lnTo>
                  <a:pt x="16458" y="16790"/>
                </a:lnTo>
                <a:cubicBezTo>
                  <a:pt x="16276" y="16512"/>
                  <a:pt x="16310" y="16130"/>
                  <a:pt x="16536" y="15879"/>
                </a:cubicBezTo>
                <a:cubicBezTo>
                  <a:pt x="17048" y="15332"/>
                  <a:pt x="17482" y="14690"/>
                  <a:pt x="17829" y="13995"/>
                </a:cubicBezTo>
                <a:cubicBezTo>
                  <a:pt x="17954" y="13738"/>
                  <a:pt x="18216" y="13580"/>
                  <a:pt x="18494" y="13580"/>
                </a:cubicBezTo>
                <a:cubicBezTo>
                  <a:pt x="18544" y="13580"/>
                  <a:pt x="18595" y="13585"/>
                  <a:pt x="18645" y="13596"/>
                </a:cubicBezTo>
                <a:lnTo>
                  <a:pt x="19704" y="13813"/>
                </a:lnTo>
                <a:cubicBezTo>
                  <a:pt x="19770" y="13824"/>
                  <a:pt x="19835" y="13830"/>
                  <a:pt x="19899" y="13830"/>
                </a:cubicBezTo>
                <a:cubicBezTo>
                  <a:pt x="20372" y="13830"/>
                  <a:pt x="20767" y="13527"/>
                  <a:pt x="20859" y="13075"/>
                </a:cubicBezTo>
                <a:lnTo>
                  <a:pt x="21058" y="12103"/>
                </a:lnTo>
                <a:cubicBezTo>
                  <a:pt x="21171" y="11599"/>
                  <a:pt x="20841" y="11096"/>
                  <a:pt x="20338" y="10992"/>
                </a:cubicBezTo>
                <a:lnTo>
                  <a:pt x="19314" y="10775"/>
                </a:lnTo>
                <a:cubicBezTo>
                  <a:pt x="18975" y="10705"/>
                  <a:pt x="18741" y="10419"/>
                  <a:pt x="18732" y="10063"/>
                </a:cubicBezTo>
                <a:cubicBezTo>
                  <a:pt x="18706" y="9264"/>
                  <a:pt x="18559" y="8483"/>
                  <a:pt x="18307" y="7745"/>
                </a:cubicBezTo>
                <a:cubicBezTo>
                  <a:pt x="18194" y="7424"/>
                  <a:pt x="18315" y="7068"/>
                  <a:pt x="18593" y="6886"/>
                </a:cubicBezTo>
                <a:lnTo>
                  <a:pt x="19401" y="6357"/>
                </a:lnTo>
                <a:cubicBezTo>
                  <a:pt x="19835" y="6079"/>
                  <a:pt x="19956" y="5488"/>
                  <a:pt x="19670" y="5054"/>
                </a:cubicBezTo>
                <a:lnTo>
                  <a:pt x="19131" y="4230"/>
                </a:lnTo>
                <a:cubicBezTo>
                  <a:pt x="18950" y="3955"/>
                  <a:pt x="18650" y="3806"/>
                  <a:pt x="18345" y="3806"/>
                </a:cubicBezTo>
                <a:cubicBezTo>
                  <a:pt x="18168" y="3806"/>
                  <a:pt x="17989" y="3856"/>
                  <a:pt x="17829" y="3961"/>
                </a:cubicBezTo>
                <a:lnTo>
                  <a:pt x="17057" y="4473"/>
                </a:lnTo>
                <a:cubicBezTo>
                  <a:pt x="16930" y="4551"/>
                  <a:pt x="16789" y="4590"/>
                  <a:pt x="16650" y="4590"/>
                </a:cubicBezTo>
                <a:cubicBezTo>
                  <a:pt x="16467" y="4590"/>
                  <a:pt x="16285" y="4523"/>
                  <a:pt x="16137" y="4395"/>
                </a:cubicBezTo>
                <a:cubicBezTo>
                  <a:pt x="15546" y="3839"/>
                  <a:pt x="14869" y="3370"/>
                  <a:pt x="14114" y="3006"/>
                </a:cubicBezTo>
                <a:cubicBezTo>
                  <a:pt x="13810" y="2850"/>
                  <a:pt x="13637" y="2520"/>
                  <a:pt x="13715" y="2181"/>
                </a:cubicBezTo>
                <a:lnTo>
                  <a:pt x="13889" y="1348"/>
                </a:lnTo>
                <a:cubicBezTo>
                  <a:pt x="14001" y="836"/>
                  <a:pt x="13672" y="332"/>
                  <a:pt x="13159" y="228"/>
                </a:cubicBezTo>
                <a:lnTo>
                  <a:pt x="12196" y="20"/>
                </a:lnTo>
                <a:cubicBezTo>
                  <a:pt x="12131" y="7"/>
                  <a:pt x="12066" y="0"/>
                  <a:pt x="120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36"/>
          <p:cNvSpPr/>
          <p:nvPr/>
        </p:nvSpPr>
        <p:spPr>
          <a:xfrm flipH="1">
            <a:off x="1351107" y="931488"/>
            <a:ext cx="623977" cy="405403"/>
          </a:xfrm>
          <a:custGeom>
            <a:rect b="b" l="l" r="r" t="t"/>
            <a:pathLst>
              <a:path extrusionOk="0" fill="none" h="11928" w="18359">
                <a:moveTo>
                  <a:pt x="16423" y="5669"/>
                </a:moveTo>
                <a:cubicBezTo>
                  <a:pt x="16527" y="5296"/>
                  <a:pt x="16580" y="4905"/>
                  <a:pt x="16580" y="4506"/>
                </a:cubicBezTo>
                <a:cubicBezTo>
                  <a:pt x="16580" y="2023"/>
                  <a:pt x="14557" y="1"/>
                  <a:pt x="12074" y="1"/>
                </a:cubicBezTo>
                <a:cubicBezTo>
                  <a:pt x="10252" y="1"/>
                  <a:pt x="8680" y="1086"/>
                  <a:pt x="7977" y="2648"/>
                </a:cubicBezTo>
                <a:cubicBezTo>
                  <a:pt x="7387" y="2240"/>
                  <a:pt x="6675" y="1989"/>
                  <a:pt x="5894" y="1989"/>
                </a:cubicBezTo>
                <a:cubicBezTo>
                  <a:pt x="3924" y="1989"/>
                  <a:pt x="2318" y="3569"/>
                  <a:pt x="2292" y="5522"/>
                </a:cubicBezTo>
                <a:cubicBezTo>
                  <a:pt x="964" y="5938"/>
                  <a:pt x="0" y="7188"/>
                  <a:pt x="0" y="8647"/>
                </a:cubicBezTo>
                <a:cubicBezTo>
                  <a:pt x="0" y="10461"/>
                  <a:pt x="1467" y="11928"/>
                  <a:pt x="3273" y="11928"/>
                </a:cubicBezTo>
                <a:lnTo>
                  <a:pt x="15069" y="11928"/>
                </a:lnTo>
                <a:cubicBezTo>
                  <a:pt x="16883" y="11928"/>
                  <a:pt x="18350" y="10461"/>
                  <a:pt x="18350" y="8647"/>
                </a:cubicBezTo>
                <a:cubicBezTo>
                  <a:pt x="18359" y="7318"/>
                  <a:pt x="17569" y="6181"/>
                  <a:pt x="16423" y="5669"/>
                </a:cubicBezTo>
                <a:close/>
              </a:path>
            </a:pathLst>
          </a:custGeom>
          <a:noFill/>
          <a:ln cap="flat" cmpd="sng" w="28575">
            <a:solidFill>
              <a:schemeClr val="lt1"/>
            </a:solidFill>
            <a:prstDash val="solid"/>
            <a:miter lim="868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01" name="Google Shape;501;p36"/>
          <p:cNvGrpSpPr/>
          <p:nvPr/>
        </p:nvGrpSpPr>
        <p:grpSpPr>
          <a:xfrm>
            <a:off x="1386731" y="2093631"/>
            <a:ext cx="2538390" cy="2056394"/>
            <a:chOff x="3780013" y="1888393"/>
            <a:chExt cx="2538390" cy="2056394"/>
          </a:xfrm>
        </p:grpSpPr>
        <p:sp>
          <p:nvSpPr>
            <p:cNvPr id="502" name="Google Shape;502;p36"/>
            <p:cNvSpPr/>
            <p:nvPr/>
          </p:nvSpPr>
          <p:spPr>
            <a:xfrm>
              <a:off x="3780013" y="1888393"/>
              <a:ext cx="2538390" cy="1625894"/>
            </a:xfrm>
            <a:custGeom>
              <a:rect b="b" l="l" r="r" t="t"/>
              <a:pathLst>
                <a:path extrusionOk="0" h="47838" w="74686">
                  <a:moveTo>
                    <a:pt x="348" y="1"/>
                  </a:moveTo>
                  <a:cubicBezTo>
                    <a:pt x="165" y="1"/>
                    <a:pt x="1" y="157"/>
                    <a:pt x="1" y="348"/>
                  </a:cubicBezTo>
                  <a:lnTo>
                    <a:pt x="1" y="47838"/>
                  </a:lnTo>
                  <a:lnTo>
                    <a:pt x="74685" y="47838"/>
                  </a:lnTo>
                  <a:lnTo>
                    <a:pt x="74685" y="348"/>
                  </a:lnTo>
                  <a:cubicBezTo>
                    <a:pt x="74685" y="166"/>
                    <a:pt x="74529" y="1"/>
                    <a:pt x="743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36"/>
            <p:cNvSpPr/>
            <p:nvPr/>
          </p:nvSpPr>
          <p:spPr>
            <a:xfrm>
              <a:off x="3897715" y="1988693"/>
              <a:ext cx="2303265" cy="1399911"/>
            </a:xfrm>
            <a:custGeom>
              <a:rect b="b" l="l" r="r" t="t"/>
              <a:pathLst>
                <a:path extrusionOk="0" h="41189" w="67768">
                  <a:moveTo>
                    <a:pt x="348" y="1"/>
                  </a:moveTo>
                  <a:cubicBezTo>
                    <a:pt x="166" y="1"/>
                    <a:pt x="1" y="157"/>
                    <a:pt x="1" y="348"/>
                  </a:cubicBezTo>
                  <a:lnTo>
                    <a:pt x="1" y="40842"/>
                  </a:lnTo>
                  <a:cubicBezTo>
                    <a:pt x="1" y="41024"/>
                    <a:pt x="149" y="41189"/>
                    <a:pt x="348" y="41189"/>
                  </a:cubicBezTo>
                  <a:lnTo>
                    <a:pt x="67420" y="41189"/>
                  </a:lnTo>
                  <a:cubicBezTo>
                    <a:pt x="67620" y="41189"/>
                    <a:pt x="67768" y="41024"/>
                    <a:pt x="67768" y="40833"/>
                  </a:cubicBezTo>
                  <a:lnTo>
                    <a:pt x="67768" y="348"/>
                  </a:lnTo>
                  <a:cubicBezTo>
                    <a:pt x="67768" y="166"/>
                    <a:pt x="67620" y="1"/>
                    <a:pt x="674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36"/>
            <p:cNvSpPr/>
            <p:nvPr/>
          </p:nvSpPr>
          <p:spPr>
            <a:xfrm>
              <a:off x="3897443" y="1988693"/>
              <a:ext cx="2219180" cy="1399911"/>
            </a:xfrm>
            <a:custGeom>
              <a:rect b="b" l="l" r="r" t="t"/>
              <a:pathLst>
                <a:path extrusionOk="0" h="41189" w="65294">
                  <a:moveTo>
                    <a:pt x="938" y="1"/>
                  </a:moveTo>
                  <a:cubicBezTo>
                    <a:pt x="417" y="1"/>
                    <a:pt x="0" y="426"/>
                    <a:pt x="0" y="947"/>
                  </a:cubicBezTo>
                  <a:lnTo>
                    <a:pt x="0" y="40243"/>
                  </a:lnTo>
                  <a:cubicBezTo>
                    <a:pt x="0" y="40763"/>
                    <a:pt x="417" y="41189"/>
                    <a:pt x="938" y="41189"/>
                  </a:cubicBezTo>
                  <a:lnTo>
                    <a:pt x="15061" y="41189"/>
                  </a:lnTo>
                  <a:lnTo>
                    <a:pt x="6529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36"/>
            <p:cNvSpPr/>
            <p:nvPr/>
          </p:nvSpPr>
          <p:spPr>
            <a:xfrm>
              <a:off x="5033303" y="1920852"/>
              <a:ext cx="32492" cy="32492"/>
            </a:xfrm>
            <a:custGeom>
              <a:rect b="b" l="l" r="r" t="t"/>
              <a:pathLst>
                <a:path extrusionOk="0" h="956" w="956">
                  <a:moveTo>
                    <a:pt x="478" y="0"/>
                  </a:moveTo>
                  <a:cubicBezTo>
                    <a:pt x="217" y="0"/>
                    <a:pt x="0" y="217"/>
                    <a:pt x="0" y="478"/>
                  </a:cubicBezTo>
                  <a:cubicBezTo>
                    <a:pt x="0" y="738"/>
                    <a:pt x="217" y="955"/>
                    <a:pt x="478" y="955"/>
                  </a:cubicBezTo>
                  <a:cubicBezTo>
                    <a:pt x="738" y="955"/>
                    <a:pt x="955" y="738"/>
                    <a:pt x="955" y="478"/>
                  </a:cubicBezTo>
                  <a:cubicBezTo>
                    <a:pt x="955" y="217"/>
                    <a:pt x="738" y="0"/>
                    <a:pt x="47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36"/>
            <p:cNvSpPr/>
            <p:nvPr/>
          </p:nvSpPr>
          <p:spPr>
            <a:xfrm>
              <a:off x="4113100" y="2170157"/>
              <a:ext cx="839661" cy="42790"/>
            </a:xfrm>
            <a:custGeom>
              <a:rect b="b" l="l" r="r" t="t"/>
              <a:pathLst>
                <a:path extrusionOk="0" h="1259" w="24705">
                  <a:moveTo>
                    <a:pt x="1" y="0"/>
                  </a:moveTo>
                  <a:lnTo>
                    <a:pt x="1" y="1259"/>
                  </a:lnTo>
                  <a:lnTo>
                    <a:pt x="24705" y="1259"/>
                  </a:lnTo>
                  <a:lnTo>
                    <a:pt x="247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36"/>
            <p:cNvSpPr/>
            <p:nvPr/>
          </p:nvSpPr>
          <p:spPr>
            <a:xfrm>
              <a:off x="4113100" y="2397607"/>
              <a:ext cx="839661" cy="42824"/>
            </a:xfrm>
            <a:custGeom>
              <a:rect b="b" l="l" r="r" t="t"/>
              <a:pathLst>
                <a:path extrusionOk="0" h="1260" w="24705">
                  <a:moveTo>
                    <a:pt x="1" y="1"/>
                  </a:moveTo>
                  <a:lnTo>
                    <a:pt x="1" y="1259"/>
                  </a:lnTo>
                  <a:lnTo>
                    <a:pt x="24705" y="1259"/>
                  </a:lnTo>
                  <a:lnTo>
                    <a:pt x="2470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36"/>
            <p:cNvSpPr/>
            <p:nvPr/>
          </p:nvSpPr>
          <p:spPr>
            <a:xfrm>
              <a:off x="4113100" y="2246257"/>
              <a:ext cx="489760" cy="42824"/>
            </a:xfrm>
            <a:custGeom>
              <a:rect b="b" l="l" r="r" t="t"/>
              <a:pathLst>
                <a:path extrusionOk="0" h="1260" w="14410">
                  <a:moveTo>
                    <a:pt x="1" y="1"/>
                  </a:moveTo>
                  <a:lnTo>
                    <a:pt x="1" y="1259"/>
                  </a:lnTo>
                  <a:lnTo>
                    <a:pt x="14410" y="1259"/>
                  </a:lnTo>
                  <a:lnTo>
                    <a:pt x="1441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36"/>
            <p:cNvSpPr/>
            <p:nvPr/>
          </p:nvSpPr>
          <p:spPr>
            <a:xfrm>
              <a:off x="4113100" y="2322085"/>
              <a:ext cx="939958" cy="42824"/>
            </a:xfrm>
            <a:custGeom>
              <a:rect b="b" l="l" r="r" t="t"/>
              <a:pathLst>
                <a:path extrusionOk="0" h="1260" w="27656">
                  <a:moveTo>
                    <a:pt x="1" y="1"/>
                  </a:moveTo>
                  <a:lnTo>
                    <a:pt x="1" y="1259"/>
                  </a:lnTo>
                  <a:lnTo>
                    <a:pt x="27656" y="1259"/>
                  </a:lnTo>
                  <a:lnTo>
                    <a:pt x="2765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36"/>
            <p:cNvSpPr/>
            <p:nvPr/>
          </p:nvSpPr>
          <p:spPr>
            <a:xfrm>
              <a:off x="5068685" y="2322085"/>
              <a:ext cx="151992" cy="42824"/>
            </a:xfrm>
            <a:custGeom>
              <a:rect b="b" l="l" r="r" t="t"/>
              <a:pathLst>
                <a:path extrusionOk="0" h="1260" w="4472">
                  <a:moveTo>
                    <a:pt x="1" y="1"/>
                  </a:moveTo>
                  <a:lnTo>
                    <a:pt x="1" y="1259"/>
                  </a:lnTo>
                  <a:lnTo>
                    <a:pt x="4471" y="1259"/>
                  </a:lnTo>
                  <a:lnTo>
                    <a:pt x="447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36"/>
            <p:cNvSpPr/>
            <p:nvPr/>
          </p:nvSpPr>
          <p:spPr>
            <a:xfrm>
              <a:off x="5244541" y="2322085"/>
              <a:ext cx="82352" cy="42824"/>
            </a:xfrm>
            <a:custGeom>
              <a:rect b="b" l="l" r="r" t="t"/>
              <a:pathLst>
                <a:path extrusionOk="0" h="1260" w="2423">
                  <a:moveTo>
                    <a:pt x="0" y="1"/>
                  </a:moveTo>
                  <a:lnTo>
                    <a:pt x="0" y="1259"/>
                  </a:lnTo>
                  <a:lnTo>
                    <a:pt x="2422" y="1259"/>
                  </a:lnTo>
                  <a:lnTo>
                    <a:pt x="24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36"/>
            <p:cNvSpPr/>
            <p:nvPr/>
          </p:nvSpPr>
          <p:spPr>
            <a:xfrm>
              <a:off x="4113100" y="2473740"/>
              <a:ext cx="535779" cy="42790"/>
            </a:xfrm>
            <a:custGeom>
              <a:rect b="b" l="l" r="r" t="t"/>
              <a:pathLst>
                <a:path extrusionOk="0" h="1259" w="15764">
                  <a:moveTo>
                    <a:pt x="1" y="0"/>
                  </a:moveTo>
                  <a:lnTo>
                    <a:pt x="1" y="1259"/>
                  </a:lnTo>
                  <a:lnTo>
                    <a:pt x="15764" y="1259"/>
                  </a:lnTo>
                  <a:lnTo>
                    <a:pt x="157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36"/>
            <p:cNvSpPr/>
            <p:nvPr/>
          </p:nvSpPr>
          <p:spPr>
            <a:xfrm>
              <a:off x="4657425" y="2473740"/>
              <a:ext cx="86770" cy="42790"/>
            </a:xfrm>
            <a:custGeom>
              <a:rect b="b" l="l" r="r" t="t"/>
              <a:pathLst>
                <a:path extrusionOk="0" h="1259" w="2553">
                  <a:moveTo>
                    <a:pt x="1" y="0"/>
                  </a:moveTo>
                  <a:lnTo>
                    <a:pt x="1" y="1259"/>
                  </a:lnTo>
                  <a:lnTo>
                    <a:pt x="2553" y="1259"/>
                  </a:lnTo>
                  <a:lnTo>
                    <a:pt x="25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36"/>
            <p:cNvSpPr/>
            <p:nvPr/>
          </p:nvSpPr>
          <p:spPr>
            <a:xfrm>
              <a:off x="4757724" y="2473740"/>
              <a:ext cx="46971" cy="42790"/>
            </a:xfrm>
            <a:custGeom>
              <a:rect b="b" l="l" r="r" t="t"/>
              <a:pathLst>
                <a:path extrusionOk="0" h="1259" w="1382">
                  <a:moveTo>
                    <a:pt x="1" y="0"/>
                  </a:moveTo>
                  <a:lnTo>
                    <a:pt x="1" y="1259"/>
                  </a:lnTo>
                  <a:lnTo>
                    <a:pt x="1381" y="1259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36"/>
            <p:cNvSpPr/>
            <p:nvPr/>
          </p:nvSpPr>
          <p:spPr>
            <a:xfrm>
              <a:off x="4110755" y="3060821"/>
              <a:ext cx="308607" cy="42824"/>
            </a:xfrm>
            <a:custGeom>
              <a:rect b="b" l="l" r="r" t="t"/>
              <a:pathLst>
                <a:path extrusionOk="0" h="1260" w="9080">
                  <a:moveTo>
                    <a:pt x="0" y="1"/>
                  </a:moveTo>
                  <a:lnTo>
                    <a:pt x="0" y="1260"/>
                  </a:lnTo>
                  <a:lnTo>
                    <a:pt x="9080" y="1260"/>
                  </a:lnTo>
                  <a:lnTo>
                    <a:pt x="908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36"/>
            <p:cNvSpPr/>
            <p:nvPr/>
          </p:nvSpPr>
          <p:spPr>
            <a:xfrm>
              <a:off x="4110755" y="3136649"/>
              <a:ext cx="179998" cy="42824"/>
            </a:xfrm>
            <a:custGeom>
              <a:rect b="b" l="l" r="r" t="t"/>
              <a:pathLst>
                <a:path extrusionOk="0" h="1260" w="5296">
                  <a:moveTo>
                    <a:pt x="0" y="1"/>
                  </a:moveTo>
                  <a:lnTo>
                    <a:pt x="0" y="1259"/>
                  </a:lnTo>
                  <a:lnTo>
                    <a:pt x="5295" y="1259"/>
                  </a:lnTo>
                  <a:lnTo>
                    <a:pt x="5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36"/>
            <p:cNvSpPr/>
            <p:nvPr/>
          </p:nvSpPr>
          <p:spPr>
            <a:xfrm>
              <a:off x="5480250" y="3064390"/>
              <a:ext cx="576224" cy="42790"/>
            </a:xfrm>
            <a:custGeom>
              <a:rect b="b" l="l" r="r" t="t"/>
              <a:pathLst>
                <a:path extrusionOk="0" h="1259" w="16954">
                  <a:moveTo>
                    <a:pt x="1" y="0"/>
                  </a:moveTo>
                  <a:lnTo>
                    <a:pt x="1" y="1259"/>
                  </a:lnTo>
                  <a:lnTo>
                    <a:pt x="16953" y="1259"/>
                  </a:lnTo>
                  <a:lnTo>
                    <a:pt x="169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36"/>
            <p:cNvSpPr/>
            <p:nvPr/>
          </p:nvSpPr>
          <p:spPr>
            <a:xfrm>
              <a:off x="5720413" y="3140490"/>
              <a:ext cx="336068" cy="42824"/>
            </a:xfrm>
            <a:custGeom>
              <a:rect b="b" l="l" r="r" t="t"/>
              <a:pathLst>
                <a:path extrusionOk="0" h="1260" w="9888">
                  <a:moveTo>
                    <a:pt x="1" y="1"/>
                  </a:moveTo>
                  <a:lnTo>
                    <a:pt x="1" y="1259"/>
                  </a:lnTo>
                  <a:lnTo>
                    <a:pt x="9887" y="1259"/>
                  </a:lnTo>
                  <a:lnTo>
                    <a:pt x="98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36"/>
            <p:cNvSpPr/>
            <p:nvPr/>
          </p:nvSpPr>
          <p:spPr>
            <a:xfrm>
              <a:off x="5411220" y="3216318"/>
              <a:ext cx="645559" cy="42824"/>
            </a:xfrm>
            <a:custGeom>
              <a:rect b="b" l="l" r="r" t="t"/>
              <a:pathLst>
                <a:path extrusionOk="0" h="1260" w="18994">
                  <a:moveTo>
                    <a:pt x="1" y="0"/>
                  </a:moveTo>
                  <a:lnTo>
                    <a:pt x="1" y="1259"/>
                  </a:lnTo>
                  <a:lnTo>
                    <a:pt x="18993" y="1259"/>
                  </a:lnTo>
                  <a:lnTo>
                    <a:pt x="189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36"/>
            <p:cNvSpPr/>
            <p:nvPr/>
          </p:nvSpPr>
          <p:spPr>
            <a:xfrm>
              <a:off x="5296169" y="3216318"/>
              <a:ext cx="104478" cy="42824"/>
            </a:xfrm>
            <a:custGeom>
              <a:rect b="b" l="l" r="r" t="t"/>
              <a:pathLst>
                <a:path extrusionOk="0" h="1260" w="3074">
                  <a:moveTo>
                    <a:pt x="0" y="0"/>
                  </a:moveTo>
                  <a:lnTo>
                    <a:pt x="0" y="1259"/>
                  </a:lnTo>
                  <a:lnTo>
                    <a:pt x="3073" y="1259"/>
                  </a:lnTo>
                  <a:lnTo>
                    <a:pt x="30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36"/>
            <p:cNvSpPr/>
            <p:nvPr/>
          </p:nvSpPr>
          <p:spPr>
            <a:xfrm>
              <a:off x="5223298" y="3216318"/>
              <a:ext cx="56385" cy="42824"/>
            </a:xfrm>
            <a:custGeom>
              <a:rect b="b" l="l" r="r" t="t"/>
              <a:pathLst>
                <a:path extrusionOk="0" h="1260" w="1659">
                  <a:moveTo>
                    <a:pt x="0" y="0"/>
                  </a:moveTo>
                  <a:lnTo>
                    <a:pt x="0" y="1259"/>
                  </a:lnTo>
                  <a:lnTo>
                    <a:pt x="1658" y="1259"/>
                  </a:lnTo>
                  <a:lnTo>
                    <a:pt x="165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36"/>
            <p:cNvSpPr/>
            <p:nvPr/>
          </p:nvSpPr>
          <p:spPr>
            <a:xfrm>
              <a:off x="4113100" y="2563436"/>
              <a:ext cx="11556" cy="456418"/>
            </a:xfrm>
            <a:custGeom>
              <a:rect b="b" l="l" r="r" t="t"/>
              <a:pathLst>
                <a:path extrusionOk="0" h="13429" w="340">
                  <a:moveTo>
                    <a:pt x="1" y="0"/>
                  </a:moveTo>
                  <a:lnTo>
                    <a:pt x="1" y="13428"/>
                  </a:lnTo>
                  <a:lnTo>
                    <a:pt x="339" y="13428"/>
                  </a:lnTo>
                  <a:lnTo>
                    <a:pt x="3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36"/>
            <p:cNvSpPr/>
            <p:nvPr/>
          </p:nvSpPr>
          <p:spPr>
            <a:xfrm>
              <a:off x="3780013" y="3514293"/>
              <a:ext cx="2538390" cy="183532"/>
            </a:xfrm>
            <a:custGeom>
              <a:rect b="b" l="l" r="r" t="t"/>
              <a:pathLst>
                <a:path extrusionOk="0" h="5400" w="74686">
                  <a:moveTo>
                    <a:pt x="1" y="1"/>
                  </a:moveTo>
                  <a:lnTo>
                    <a:pt x="1" y="4323"/>
                  </a:lnTo>
                  <a:cubicBezTo>
                    <a:pt x="1" y="4922"/>
                    <a:pt x="478" y="5400"/>
                    <a:pt x="1077" y="5400"/>
                  </a:cubicBezTo>
                  <a:lnTo>
                    <a:pt x="73609" y="5400"/>
                  </a:lnTo>
                  <a:cubicBezTo>
                    <a:pt x="74208" y="5400"/>
                    <a:pt x="74685" y="4914"/>
                    <a:pt x="74685" y="4323"/>
                  </a:cubicBezTo>
                  <a:lnTo>
                    <a:pt x="7468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36"/>
            <p:cNvSpPr/>
            <p:nvPr/>
          </p:nvSpPr>
          <p:spPr>
            <a:xfrm>
              <a:off x="4518380" y="3697796"/>
              <a:ext cx="909302" cy="193865"/>
            </a:xfrm>
            <a:custGeom>
              <a:rect b="b" l="l" r="r" t="t"/>
              <a:pathLst>
                <a:path extrusionOk="0" h="5704" w="26754">
                  <a:moveTo>
                    <a:pt x="3247" y="1"/>
                  </a:moveTo>
                  <a:lnTo>
                    <a:pt x="1" y="5704"/>
                  </a:lnTo>
                  <a:lnTo>
                    <a:pt x="26753" y="5704"/>
                  </a:lnTo>
                  <a:lnTo>
                    <a:pt x="235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36"/>
            <p:cNvSpPr/>
            <p:nvPr/>
          </p:nvSpPr>
          <p:spPr>
            <a:xfrm>
              <a:off x="4364956" y="3874230"/>
              <a:ext cx="1216413" cy="70558"/>
            </a:xfrm>
            <a:custGeom>
              <a:rect b="b" l="l" r="r" t="t"/>
              <a:pathLst>
                <a:path extrusionOk="0" h="2076" w="35790">
                  <a:moveTo>
                    <a:pt x="583" y="0"/>
                  </a:moveTo>
                  <a:cubicBezTo>
                    <a:pt x="261" y="0"/>
                    <a:pt x="1" y="261"/>
                    <a:pt x="1" y="582"/>
                  </a:cubicBezTo>
                  <a:lnTo>
                    <a:pt x="1" y="2075"/>
                  </a:lnTo>
                  <a:lnTo>
                    <a:pt x="35790" y="2075"/>
                  </a:lnTo>
                  <a:lnTo>
                    <a:pt x="35790" y="582"/>
                  </a:lnTo>
                  <a:cubicBezTo>
                    <a:pt x="35790" y="261"/>
                    <a:pt x="35529" y="0"/>
                    <a:pt x="352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36"/>
            <p:cNvSpPr/>
            <p:nvPr/>
          </p:nvSpPr>
          <p:spPr>
            <a:xfrm>
              <a:off x="4573849" y="3697796"/>
              <a:ext cx="798672" cy="96796"/>
            </a:xfrm>
            <a:custGeom>
              <a:rect b="b" l="l" r="r" t="t"/>
              <a:pathLst>
                <a:path extrusionOk="0" h="2848" w="23499">
                  <a:moveTo>
                    <a:pt x="1615" y="1"/>
                  </a:moveTo>
                  <a:lnTo>
                    <a:pt x="1" y="2848"/>
                  </a:lnTo>
                  <a:lnTo>
                    <a:pt x="23498" y="2848"/>
                  </a:lnTo>
                  <a:lnTo>
                    <a:pt x="2187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7" name="Google Shape;527;p36"/>
          <p:cNvGrpSpPr/>
          <p:nvPr/>
        </p:nvGrpSpPr>
        <p:grpSpPr>
          <a:xfrm>
            <a:off x="810995" y="2456830"/>
            <a:ext cx="811927" cy="753197"/>
            <a:chOff x="4932662" y="2251593"/>
            <a:chExt cx="811927" cy="753197"/>
          </a:xfrm>
        </p:grpSpPr>
        <p:sp>
          <p:nvSpPr>
            <p:cNvPr id="528" name="Google Shape;528;p36"/>
            <p:cNvSpPr/>
            <p:nvPr/>
          </p:nvSpPr>
          <p:spPr>
            <a:xfrm>
              <a:off x="4932662" y="2251593"/>
              <a:ext cx="811927" cy="753197"/>
            </a:xfrm>
            <a:custGeom>
              <a:rect b="b" l="l" r="r" t="t"/>
              <a:pathLst>
                <a:path extrusionOk="0" h="22161" w="23889">
                  <a:moveTo>
                    <a:pt x="278" y="0"/>
                  </a:moveTo>
                  <a:cubicBezTo>
                    <a:pt x="130" y="0"/>
                    <a:pt x="0" y="122"/>
                    <a:pt x="0" y="286"/>
                  </a:cubicBezTo>
                  <a:lnTo>
                    <a:pt x="0" y="21874"/>
                  </a:lnTo>
                  <a:cubicBezTo>
                    <a:pt x="0" y="22031"/>
                    <a:pt x="122" y="22161"/>
                    <a:pt x="278" y="22161"/>
                  </a:cubicBezTo>
                  <a:lnTo>
                    <a:pt x="23610" y="22161"/>
                  </a:lnTo>
                  <a:cubicBezTo>
                    <a:pt x="23758" y="22161"/>
                    <a:pt x="23888" y="22031"/>
                    <a:pt x="23888" y="21874"/>
                  </a:cubicBezTo>
                  <a:lnTo>
                    <a:pt x="23888" y="286"/>
                  </a:lnTo>
                  <a:cubicBezTo>
                    <a:pt x="23888" y="130"/>
                    <a:pt x="23775" y="0"/>
                    <a:pt x="236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36"/>
            <p:cNvSpPr/>
            <p:nvPr/>
          </p:nvSpPr>
          <p:spPr>
            <a:xfrm>
              <a:off x="4968044" y="2360729"/>
              <a:ext cx="740826" cy="592436"/>
            </a:xfrm>
            <a:custGeom>
              <a:rect b="b" l="l" r="r" t="t"/>
              <a:pathLst>
                <a:path extrusionOk="0" h="17431" w="21797">
                  <a:moveTo>
                    <a:pt x="209" y="1"/>
                  </a:moveTo>
                  <a:cubicBezTo>
                    <a:pt x="96" y="1"/>
                    <a:pt x="1" y="88"/>
                    <a:pt x="1" y="209"/>
                  </a:cubicBezTo>
                  <a:lnTo>
                    <a:pt x="1" y="17222"/>
                  </a:lnTo>
                  <a:cubicBezTo>
                    <a:pt x="1" y="17335"/>
                    <a:pt x="88" y="17431"/>
                    <a:pt x="209" y="17431"/>
                  </a:cubicBezTo>
                  <a:lnTo>
                    <a:pt x="21588" y="17431"/>
                  </a:lnTo>
                  <a:cubicBezTo>
                    <a:pt x="21710" y="17431"/>
                    <a:pt x="21797" y="17335"/>
                    <a:pt x="21797" y="17222"/>
                  </a:cubicBezTo>
                  <a:lnTo>
                    <a:pt x="21797" y="209"/>
                  </a:lnTo>
                  <a:cubicBezTo>
                    <a:pt x="21797" y="105"/>
                    <a:pt x="21710" y="1"/>
                    <a:pt x="215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36"/>
            <p:cNvSpPr/>
            <p:nvPr/>
          </p:nvSpPr>
          <p:spPr>
            <a:xfrm>
              <a:off x="4981334" y="2284901"/>
              <a:ext cx="41907" cy="41941"/>
            </a:xfrm>
            <a:custGeom>
              <a:rect b="b" l="l" r="r" t="t"/>
              <a:pathLst>
                <a:path extrusionOk="0" h="1234" w="1233">
                  <a:moveTo>
                    <a:pt x="617" y="1"/>
                  </a:moveTo>
                  <a:cubicBezTo>
                    <a:pt x="278" y="1"/>
                    <a:pt x="0" y="270"/>
                    <a:pt x="0" y="617"/>
                  </a:cubicBezTo>
                  <a:cubicBezTo>
                    <a:pt x="0" y="956"/>
                    <a:pt x="269" y="1234"/>
                    <a:pt x="617" y="1234"/>
                  </a:cubicBezTo>
                  <a:cubicBezTo>
                    <a:pt x="955" y="1234"/>
                    <a:pt x="1233" y="964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36"/>
            <p:cNvSpPr/>
            <p:nvPr/>
          </p:nvSpPr>
          <p:spPr>
            <a:xfrm>
              <a:off x="5052709" y="2284901"/>
              <a:ext cx="42246" cy="41941"/>
            </a:xfrm>
            <a:custGeom>
              <a:rect b="b" l="l" r="r" t="t"/>
              <a:pathLst>
                <a:path extrusionOk="0" h="1234" w="1243">
                  <a:moveTo>
                    <a:pt x="617" y="1"/>
                  </a:moveTo>
                  <a:cubicBezTo>
                    <a:pt x="279" y="1"/>
                    <a:pt x="1" y="279"/>
                    <a:pt x="1" y="617"/>
                  </a:cubicBezTo>
                  <a:cubicBezTo>
                    <a:pt x="1" y="956"/>
                    <a:pt x="279" y="1234"/>
                    <a:pt x="617" y="1234"/>
                  </a:cubicBezTo>
                  <a:cubicBezTo>
                    <a:pt x="964" y="1234"/>
                    <a:pt x="1242" y="956"/>
                    <a:pt x="1242" y="617"/>
                  </a:cubicBezTo>
                  <a:cubicBezTo>
                    <a:pt x="1242" y="279"/>
                    <a:pt x="964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36"/>
            <p:cNvSpPr/>
            <p:nvPr/>
          </p:nvSpPr>
          <p:spPr>
            <a:xfrm>
              <a:off x="5124425" y="2284901"/>
              <a:ext cx="41907" cy="41941"/>
            </a:xfrm>
            <a:custGeom>
              <a:rect b="b" l="l" r="r" t="t"/>
              <a:pathLst>
                <a:path extrusionOk="0" h="1234" w="1233">
                  <a:moveTo>
                    <a:pt x="617" y="1"/>
                  </a:moveTo>
                  <a:cubicBezTo>
                    <a:pt x="278" y="1"/>
                    <a:pt x="0" y="279"/>
                    <a:pt x="0" y="617"/>
                  </a:cubicBezTo>
                  <a:cubicBezTo>
                    <a:pt x="0" y="956"/>
                    <a:pt x="278" y="1234"/>
                    <a:pt x="617" y="1234"/>
                  </a:cubicBezTo>
                  <a:cubicBezTo>
                    <a:pt x="955" y="1234"/>
                    <a:pt x="1233" y="956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3" name="Google Shape;533;p36"/>
          <p:cNvGrpSpPr/>
          <p:nvPr/>
        </p:nvGrpSpPr>
        <p:grpSpPr>
          <a:xfrm>
            <a:off x="2209097" y="1231279"/>
            <a:ext cx="914298" cy="753197"/>
            <a:chOff x="4810340" y="1026041"/>
            <a:chExt cx="914298" cy="753197"/>
          </a:xfrm>
        </p:grpSpPr>
        <p:sp>
          <p:nvSpPr>
            <p:cNvPr id="534" name="Google Shape;534;p36"/>
            <p:cNvSpPr/>
            <p:nvPr/>
          </p:nvSpPr>
          <p:spPr>
            <a:xfrm>
              <a:off x="4810340" y="1026041"/>
              <a:ext cx="914298" cy="753197"/>
            </a:xfrm>
            <a:custGeom>
              <a:rect b="b" l="l" r="r" t="t"/>
              <a:pathLst>
                <a:path extrusionOk="0" h="22161" w="26901">
                  <a:moveTo>
                    <a:pt x="287" y="0"/>
                  </a:moveTo>
                  <a:cubicBezTo>
                    <a:pt x="131" y="0"/>
                    <a:pt x="0" y="122"/>
                    <a:pt x="0" y="287"/>
                  </a:cubicBezTo>
                  <a:lnTo>
                    <a:pt x="0" y="21883"/>
                  </a:lnTo>
                  <a:cubicBezTo>
                    <a:pt x="0" y="22031"/>
                    <a:pt x="122" y="22161"/>
                    <a:pt x="287" y="22161"/>
                  </a:cubicBezTo>
                  <a:lnTo>
                    <a:pt x="26614" y="22161"/>
                  </a:lnTo>
                  <a:cubicBezTo>
                    <a:pt x="26770" y="22161"/>
                    <a:pt x="26901" y="22031"/>
                    <a:pt x="26901" y="21883"/>
                  </a:cubicBezTo>
                  <a:lnTo>
                    <a:pt x="26901" y="287"/>
                  </a:lnTo>
                  <a:cubicBezTo>
                    <a:pt x="26901" y="139"/>
                    <a:pt x="26779" y="0"/>
                    <a:pt x="266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36"/>
            <p:cNvSpPr/>
            <p:nvPr/>
          </p:nvSpPr>
          <p:spPr>
            <a:xfrm>
              <a:off x="4846028" y="1134906"/>
              <a:ext cx="843196" cy="592436"/>
            </a:xfrm>
            <a:custGeom>
              <a:rect b="b" l="l" r="r" t="t"/>
              <a:pathLst>
                <a:path extrusionOk="0" h="17431" w="24809">
                  <a:moveTo>
                    <a:pt x="209" y="0"/>
                  </a:moveTo>
                  <a:cubicBezTo>
                    <a:pt x="105" y="0"/>
                    <a:pt x="1" y="87"/>
                    <a:pt x="1" y="209"/>
                  </a:cubicBezTo>
                  <a:lnTo>
                    <a:pt x="1" y="17222"/>
                  </a:lnTo>
                  <a:cubicBezTo>
                    <a:pt x="1" y="17335"/>
                    <a:pt x="88" y="17430"/>
                    <a:pt x="209" y="17430"/>
                  </a:cubicBezTo>
                  <a:lnTo>
                    <a:pt x="24592" y="17430"/>
                  </a:lnTo>
                  <a:cubicBezTo>
                    <a:pt x="24713" y="17430"/>
                    <a:pt x="24800" y="17335"/>
                    <a:pt x="24809" y="17222"/>
                  </a:cubicBezTo>
                  <a:lnTo>
                    <a:pt x="24809" y="209"/>
                  </a:lnTo>
                  <a:cubicBezTo>
                    <a:pt x="24809" y="104"/>
                    <a:pt x="24722" y="0"/>
                    <a:pt x="246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36"/>
            <p:cNvSpPr/>
            <p:nvPr/>
          </p:nvSpPr>
          <p:spPr>
            <a:xfrm>
              <a:off x="4859011" y="1059350"/>
              <a:ext cx="42212" cy="42246"/>
            </a:xfrm>
            <a:custGeom>
              <a:rect b="b" l="l" r="r" t="t"/>
              <a:pathLst>
                <a:path extrusionOk="0" h="1243" w="1242">
                  <a:moveTo>
                    <a:pt x="632" y="1"/>
                  </a:moveTo>
                  <a:cubicBezTo>
                    <a:pt x="627" y="1"/>
                    <a:pt x="622" y="1"/>
                    <a:pt x="617" y="1"/>
                  </a:cubicBezTo>
                  <a:cubicBezTo>
                    <a:pt x="287" y="1"/>
                    <a:pt x="1" y="270"/>
                    <a:pt x="1" y="617"/>
                  </a:cubicBezTo>
                  <a:cubicBezTo>
                    <a:pt x="1" y="956"/>
                    <a:pt x="270" y="1242"/>
                    <a:pt x="617" y="1242"/>
                  </a:cubicBezTo>
                  <a:cubicBezTo>
                    <a:pt x="955" y="1242"/>
                    <a:pt x="1242" y="965"/>
                    <a:pt x="1242" y="617"/>
                  </a:cubicBezTo>
                  <a:cubicBezTo>
                    <a:pt x="1242" y="276"/>
                    <a:pt x="964" y="1"/>
                    <a:pt x="6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36"/>
            <p:cNvSpPr/>
            <p:nvPr/>
          </p:nvSpPr>
          <p:spPr>
            <a:xfrm>
              <a:off x="4930693" y="1059384"/>
              <a:ext cx="41941" cy="42212"/>
            </a:xfrm>
            <a:custGeom>
              <a:rect b="b" l="l" r="r" t="t"/>
              <a:pathLst>
                <a:path extrusionOk="0" h="1242" w="1234">
                  <a:moveTo>
                    <a:pt x="617" y="0"/>
                  </a:moveTo>
                  <a:cubicBezTo>
                    <a:pt x="270" y="0"/>
                    <a:pt x="1" y="278"/>
                    <a:pt x="1" y="616"/>
                  </a:cubicBezTo>
                  <a:cubicBezTo>
                    <a:pt x="1" y="964"/>
                    <a:pt x="270" y="1241"/>
                    <a:pt x="617" y="1241"/>
                  </a:cubicBezTo>
                  <a:cubicBezTo>
                    <a:pt x="956" y="1241"/>
                    <a:pt x="1234" y="964"/>
                    <a:pt x="1234" y="616"/>
                  </a:cubicBezTo>
                  <a:cubicBezTo>
                    <a:pt x="1234" y="278"/>
                    <a:pt x="956" y="0"/>
                    <a:pt x="6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36"/>
            <p:cNvSpPr/>
            <p:nvPr/>
          </p:nvSpPr>
          <p:spPr>
            <a:xfrm>
              <a:off x="5002408" y="1059384"/>
              <a:ext cx="42212" cy="42212"/>
            </a:xfrm>
            <a:custGeom>
              <a:rect b="b" l="l" r="r" t="t"/>
              <a:pathLst>
                <a:path extrusionOk="0" h="1242" w="1242">
                  <a:moveTo>
                    <a:pt x="625" y="0"/>
                  </a:moveTo>
                  <a:cubicBezTo>
                    <a:pt x="278" y="0"/>
                    <a:pt x="0" y="278"/>
                    <a:pt x="0" y="616"/>
                  </a:cubicBezTo>
                  <a:cubicBezTo>
                    <a:pt x="0" y="964"/>
                    <a:pt x="278" y="1241"/>
                    <a:pt x="625" y="1241"/>
                  </a:cubicBezTo>
                  <a:cubicBezTo>
                    <a:pt x="964" y="1241"/>
                    <a:pt x="1242" y="964"/>
                    <a:pt x="1242" y="616"/>
                  </a:cubicBezTo>
                  <a:cubicBezTo>
                    <a:pt x="1242" y="278"/>
                    <a:pt x="964" y="0"/>
                    <a:pt x="6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9" name="Google Shape;539;p36"/>
          <p:cNvGrpSpPr/>
          <p:nvPr/>
        </p:nvGrpSpPr>
        <p:grpSpPr>
          <a:xfrm flipH="1">
            <a:off x="810978" y="3258683"/>
            <a:ext cx="508385" cy="644675"/>
            <a:chOff x="4859771" y="3053445"/>
            <a:chExt cx="508385" cy="644675"/>
          </a:xfrm>
        </p:grpSpPr>
        <p:sp>
          <p:nvSpPr>
            <p:cNvPr id="540" name="Google Shape;540;p36"/>
            <p:cNvSpPr/>
            <p:nvPr/>
          </p:nvSpPr>
          <p:spPr>
            <a:xfrm>
              <a:off x="4859771" y="3053445"/>
              <a:ext cx="508385" cy="644675"/>
            </a:xfrm>
            <a:custGeom>
              <a:rect b="b" l="l" r="r" t="t"/>
              <a:pathLst>
                <a:path extrusionOk="0" h="18968" w="14958">
                  <a:moveTo>
                    <a:pt x="1216" y="1"/>
                  </a:moveTo>
                  <a:cubicBezTo>
                    <a:pt x="548" y="1"/>
                    <a:pt x="1" y="609"/>
                    <a:pt x="1" y="1346"/>
                  </a:cubicBezTo>
                  <a:lnTo>
                    <a:pt x="1" y="17622"/>
                  </a:lnTo>
                  <a:cubicBezTo>
                    <a:pt x="1" y="18368"/>
                    <a:pt x="548" y="18967"/>
                    <a:pt x="1216" y="18967"/>
                  </a:cubicBezTo>
                  <a:lnTo>
                    <a:pt x="13742" y="18967"/>
                  </a:lnTo>
                  <a:cubicBezTo>
                    <a:pt x="14410" y="18967"/>
                    <a:pt x="14957" y="18368"/>
                    <a:pt x="14957" y="17622"/>
                  </a:cubicBezTo>
                  <a:lnTo>
                    <a:pt x="14957" y="3820"/>
                  </a:lnTo>
                  <a:lnTo>
                    <a:pt x="1194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36"/>
            <p:cNvSpPr/>
            <p:nvPr/>
          </p:nvSpPr>
          <p:spPr>
            <a:xfrm>
              <a:off x="5265729" y="3053751"/>
              <a:ext cx="101827" cy="130444"/>
            </a:xfrm>
            <a:custGeom>
              <a:rect b="b" l="l" r="r" t="t"/>
              <a:pathLst>
                <a:path extrusionOk="0" h="3838" w="2996">
                  <a:moveTo>
                    <a:pt x="1" y="1"/>
                  </a:moveTo>
                  <a:lnTo>
                    <a:pt x="1" y="2856"/>
                  </a:lnTo>
                  <a:cubicBezTo>
                    <a:pt x="1" y="3395"/>
                    <a:pt x="409" y="3837"/>
                    <a:pt x="895" y="3837"/>
                  </a:cubicBezTo>
                  <a:lnTo>
                    <a:pt x="2996" y="382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36"/>
            <p:cNvSpPr/>
            <p:nvPr/>
          </p:nvSpPr>
          <p:spPr>
            <a:xfrm>
              <a:off x="4961567" y="3237560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0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36"/>
            <p:cNvSpPr/>
            <p:nvPr/>
          </p:nvSpPr>
          <p:spPr>
            <a:xfrm>
              <a:off x="4961567" y="3300099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36"/>
            <p:cNvSpPr/>
            <p:nvPr/>
          </p:nvSpPr>
          <p:spPr>
            <a:xfrm>
              <a:off x="4961567" y="3362943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36"/>
            <p:cNvSpPr/>
            <p:nvPr/>
          </p:nvSpPr>
          <p:spPr>
            <a:xfrm>
              <a:off x="4961567" y="3425482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36"/>
            <p:cNvSpPr/>
            <p:nvPr/>
          </p:nvSpPr>
          <p:spPr>
            <a:xfrm>
              <a:off x="4961567" y="3487748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0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7" name="Google Shape;547;p36"/>
          <p:cNvSpPr/>
          <p:nvPr/>
        </p:nvSpPr>
        <p:spPr>
          <a:xfrm flipH="1">
            <a:off x="3426966" y="1763296"/>
            <a:ext cx="746128" cy="1207406"/>
          </a:xfrm>
          <a:custGeom>
            <a:rect b="b" l="l" r="r" t="t"/>
            <a:pathLst>
              <a:path extrusionOk="0" h="35525" w="21953">
                <a:moveTo>
                  <a:pt x="3235" y="31102"/>
                </a:moveTo>
                <a:cubicBezTo>
                  <a:pt x="3267" y="31102"/>
                  <a:pt x="3298" y="31108"/>
                  <a:pt x="3325" y="31121"/>
                </a:cubicBezTo>
                <a:cubicBezTo>
                  <a:pt x="3759" y="31320"/>
                  <a:pt x="3360" y="33091"/>
                  <a:pt x="3160" y="33525"/>
                </a:cubicBezTo>
                <a:cubicBezTo>
                  <a:pt x="3027" y="33847"/>
                  <a:pt x="2716" y="34031"/>
                  <a:pt x="2389" y="34031"/>
                </a:cubicBezTo>
                <a:cubicBezTo>
                  <a:pt x="2266" y="34031"/>
                  <a:pt x="2141" y="34005"/>
                  <a:pt x="2023" y="33950"/>
                </a:cubicBezTo>
                <a:cubicBezTo>
                  <a:pt x="1589" y="33742"/>
                  <a:pt x="1406" y="33230"/>
                  <a:pt x="1597" y="32796"/>
                </a:cubicBezTo>
                <a:cubicBezTo>
                  <a:pt x="1792" y="32390"/>
                  <a:pt x="2763" y="31102"/>
                  <a:pt x="3235" y="31102"/>
                </a:cubicBezTo>
                <a:close/>
                <a:moveTo>
                  <a:pt x="13908" y="0"/>
                </a:moveTo>
                <a:cubicBezTo>
                  <a:pt x="13896" y="0"/>
                  <a:pt x="13884" y="1"/>
                  <a:pt x="13871" y="2"/>
                </a:cubicBezTo>
                <a:cubicBezTo>
                  <a:pt x="11701" y="149"/>
                  <a:pt x="9774" y="1304"/>
                  <a:pt x="8880" y="3231"/>
                </a:cubicBezTo>
                <a:cubicBezTo>
                  <a:pt x="7708" y="5757"/>
                  <a:pt x="8698" y="8786"/>
                  <a:pt x="11085" y="10601"/>
                </a:cubicBezTo>
                <a:cubicBezTo>
                  <a:pt x="11233" y="10713"/>
                  <a:pt x="11276" y="10922"/>
                  <a:pt x="11189" y="11087"/>
                </a:cubicBezTo>
                <a:lnTo>
                  <a:pt x="460" y="32787"/>
                </a:lnTo>
                <a:cubicBezTo>
                  <a:pt x="0" y="33742"/>
                  <a:pt x="417" y="34888"/>
                  <a:pt x="1380" y="35348"/>
                </a:cubicBezTo>
                <a:cubicBezTo>
                  <a:pt x="1641" y="35468"/>
                  <a:pt x="1915" y="35525"/>
                  <a:pt x="2185" y="35525"/>
                </a:cubicBezTo>
                <a:cubicBezTo>
                  <a:pt x="2912" y="35525"/>
                  <a:pt x="3610" y="35111"/>
                  <a:pt x="3932" y="34402"/>
                </a:cubicBezTo>
                <a:lnTo>
                  <a:pt x="13568" y="12206"/>
                </a:lnTo>
                <a:cubicBezTo>
                  <a:pt x="13634" y="12059"/>
                  <a:pt x="13775" y="11962"/>
                  <a:pt x="13927" y="11962"/>
                </a:cubicBezTo>
                <a:cubicBezTo>
                  <a:pt x="13954" y="11962"/>
                  <a:pt x="13982" y="11965"/>
                  <a:pt x="14010" y="11972"/>
                </a:cubicBezTo>
                <a:cubicBezTo>
                  <a:pt x="14528" y="12084"/>
                  <a:pt x="15047" y="12138"/>
                  <a:pt x="15556" y="12138"/>
                </a:cubicBezTo>
                <a:cubicBezTo>
                  <a:pt x="17931" y="12138"/>
                  <a:pt x="20102" y="10953"/>
                  <a:pt x="21067" y="8873"/>
                </a:cubicBezTo>
                <a:cubicBezTo>
                  <a:pt x="21953" y="6946"/>
                  <a:pt x="21597" y="4733"/>
                  <a:pt x="20303" y="2971"/>
                </a:cubicBezTo>
                <a:cubicBezTo>
                  <a:pt x="20222" y="2861"/>
                  <a:pt x="20100" y="2806"/>
                  <a:pt x="19980" y="2806"/>
                </a:cubicBezTo>
                <a:cubicBezTo>
                  <a:pt x="19844" y="2806"/>
                  <a:pt x="19709" y="2876"/>
                  <a:pt x="19635" y="3014"/>
                </a:cubicBezTo>
                <a:lnTo>
                  <a:pt x="17977" y="6130"/>
                </a:lnTo>
                <a:cubicBezTo>
                  <a:pt x="17652" y="6730"/>
                  <a:pt x="17035" y="7073"/>
                  <a:pt x="16395" y="7073"/>
                </a:cubicBezTo>
                <a:cubicBezTo>
                  <a:pt x="16145" y="7073"/>
                  <a:pt x="15892" y="7021"/>
                  <a:pt x="15651" y="6911"/>
                </a:cubicBezTo>
                <a:lnTo>
                  <a:pt x="13897" y="6095"/>
                </a:lnTo>
                <a:cubicBezTo>
                  <a:pt x="13038" y="5696"/>
                  <a:pt x="12639" y="4698"/>
                  <a:pt x="12986" y="3821"/>
                </a:cubicBezTo>
                <a:lnTo>
                  <a:pt x="14271" y="540"/>
                </a:lnTo>
                <a:cubicBezTo>
                  <a:pt x="14379" y="282"/>
                  <a:pt x="14184" y="0"/>
                  <a:pt x="1390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8" name="Google Shape;548;p36"/>
          <p:cNvGrpSpPr/>
          <p:nvPr/>
        </p:nvGrpSpPr>
        <p:grpSpPr>
          <a:xfrm>
            <a:off x="3260286" y="1150727"/>
            <a:ext cx="740520" cy="478869"/>
            <a:chOff x="3932929" y="945489"/>
            <a:chExt cx="740520" cy="478869"/>
          </a:xfrm>
        </p:grpSpPr>
        <p:grpSp>
          <p:nvGrpSpPr>
            <p:cNvPr id="549" name="Google Shape;549;p36"/>
            <p:cNvGrpSpPr/>
            <p:nvPr/>
          </p:nvGrpSpPr>
          <p:grpSpPr>
            <a:xfrm>
              <a:off x="3932929" y="945489"/>
              <a:ext cx="740520" cy="123069"/>
              <a:chOff x="3932929" y="945489"/>
              <a:chExt cx="740520" cy="123069"/>
            </a:xfrm>
          </p:grpSpPr>
          <p:sp>
            <p:nvSpPr>
              <p:cNvPr id="550" name="Google Shape;550;p36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1" name="Google Shape;551;p36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2" name="Google Shape;552;p36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53" name="Google Shape;553;p36"/>
            <p:cNvGrpSpPr/>
            <p:nvPr/>
          </p:nvGrpSpPr>
          <p:grpSpPr>
            <a:xfrm>
              <a:off x="3932929" y="1123389"/>
              <a:ext cx="740520" cy="123069"/>
              <a:chOff x="3932929" y="945489"/>
              <a:chExt cx="740520" cy="123069"/>
            </a:xfrm>
          </p:grpSpPr>
          <p:sp>
            <p:nvSpPr>
              <p:cNvPr id="554" name="Google Shape;554;p36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5" name="Google Shape;555;p36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6" name="Google Shape;556;p36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57" name="Google Shape;557;p36"/>
            <p:cNvGrpSpPr/>
            <p:nvPr/>
          </p:nvGrpSpPr>
          <p:grpSpPr>
            <a:xfrm>
              <a:off x="3932929" y="1301289"/>
              <a:ext cx="740520" cy="123069"/>
              <a:chOff x="3932929" y="945489"/>
              <a:chExt cx="740520" cy="123069"/>
            </a:xfrm>
          </p:grpSpPr>
          <p:sp>
            <p:nvSpPr>
              <p:cNvPr id="558" name="Google Shape;558;p36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9" name="Google Shape;559;p36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0" name="Google Shape;560;p36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61" name="Google Shape;561;p36"/>
          <p:cNvSpPr/>
          <p:nvPr/>
        </p:nvSpPr>
        <p:spPr>
          <a:xfrm>
            <a:off x="6748624" y="2810354"/>
            <a:ext cx="70704" cy="60822"/>
          </a:xfrm>
          <a:custGeom>
            <a:rect b="b" l="l" r="r" t="t"/>
            <a:pathLst>
              <a:path extrusionOk="0" h="1811" w="2109">
                <a:moveTo>
                  <a:pt x="1208" y="0"/>
                </a:moveTo>
                <a:cubicBezTo>
                  <a:pt x="987" y="0"/>
                  <a:pt x="761" y="83"/>
                  <a:pt x="578" y="266"/>
                </a:cubicBezTo>
                <a:cubicBezTo>
                  <a:pt x="1" y="829"/>
                  <a:pt x="405" y="1810"/>
                  <a:pt x="1214" y="1810"/>
                </a:cubicBezTo>
                <a:cubicBezTo>
                  <a:pt x="1704" y="1810"/>
                  <a:pt x="2109" y="1406"/>
                  <a:pt x="2109" y="901"/>
                </a:cubicBezTo>
                <a:cubicBezTo>
                  <a:pt x="2109" y="355"/>
                  <a:pt x="1668" y="0"/>
                  <a:pt x="120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37"/>
          <p:cNvSpPr/>
          <p:nvPr/>
        </p:nvSpPr>
        <p:spPr>
          <a:xfrm>
            <a:off x="8253375" y="428100"/>
            <a:ext cx="601973" cy="596912"/>
          </a:xfrm>
          <a:custGeom>
            <a:rect b="b" l="l" r="r" t="t"/>
            <a:pathLst>
              <a:path extrusionOk="0" h="20994" w="21172">
                <a:moveTo>
                  <a:pt x="10557" y="5287"/>
                </a:moveTo>
                <a:cubicBezTo>
                  <a:pt x="10729" y="5287"/>
                  <a:pt x="10902" y="5296"/>
                  <a:pt x="11076" y="5315"/>
                </a:cubicBezTo>
                <a:cubicBezTo>
                  <a:pt x="14279" y="5662"/>
                  <a:pt x="16345" y="8822"/>
                  <a:pt x="15373" y="11877"/>
                </a:cubicBezTo>
                <a:cubicBezTo>
                  <a:pt x="14714" y="13983"/>
                  <a:pt x="12722" y="15412"/>
                  <a:pt x="10550" y="15412"/>
                </a:cubicBezTo>
                <a:cubicBezTo>
                  <a:pt x="10376" y="15412"/>
                  <a:pt x="10201" y="15403"/>
                  <a:pt x="10026" y="15384"/>
                </a:cubicBezTo>
                <a:cubicBezTo>
                  <a:pt x="6823" y="15037"/>
                  <a:pt x="4766" y="11877"/>
                  <a:pt x="5729" y="8822"/>
                </a:cubicBezTo>
                <a:cubicBezTo>
                  <a:pt x="6397" y="6723"/>
                  <a:pt x="8390" y="5287"/>
                  <a:pt x="10557" y="5287"/>
                </a:cubicBezTo>
                <a:close/>
                <a:moveTo>
                  <a:pt x="12003" y="0"/>
                </a:moveTo>
                <a:cubicBezTo>
                  <a:pt x="11564" y="0"/>
                  <a:pt x="11175" y="302"/>
                  <a:pt x="11076" y="749"/>
                </a:cubicBezTo>
                <a:lnTo>
                  <a:pt x="10903" y="1582"/>
                </a:lnTo>
                <a:cubicBezTo>
                  <a:pt x="10842" y="1921"/>
                  <a:pt x="10547" y="2155"/>
                  <a:pt x="10199" y="2181"/>
                </a:cubicBezTo>
                <a:cubicBezTo>
                  <a:pt x="9366" y="2216"/>
                  <a:pt x="8542" y="2372"/>
                  <a:pt x="7769" y="2659"/>
                </a:cubicBezTo>
                <a:cubicBezTo>
                  <a:pt x="7686" y="2690"/>
                  <a:pt x="7599" y="2705"/>
                  <a:pt x="7513" y="2705"/>
                </a:cubicBezTo>
                <a:cubicBezTo>
                  <a:pt x="7267" y="2705"/>
                  <a:pt x="7027" y="2582"/>
                  <a:pt x="6892" y="2364"/>
                </a:cubicBezTo>
                <a:lnTo>
                  <a:pt x="6450" y="1678"/>
                </a:lnTo>
                <a:cubicBezTo>
                  <a:pt x="6268" y="1403"/>
                  <a:pt x="5969" y="1257"/>
                  <a:pt x="5664" y="1257"/>
                </a:cubicBezTo>
                <a:cubicBezTo>
                  <a:pt x="5487" y="1257"/>
                  <a:pt x="5307" y="1307"/>
                  <a:pt x="5148" y="1409"/>
                </a:cubicBezTo>
                <a:lnTo>
                  <a:pt x="4323" y="1956"/>
                </a:lnTo>
                <a:cubicBezTo>
                  <a:pt x="3889" y="2233"/>
                  <a:pt x="3767" y="2824"/>
                  <a:pt x="4045" y="3258"/>
                </a:cubicBezTo>
                <a:lnTo>
                  <a:pt x="4852" y="4482"/>
                </a:lnTo>
                <a:cubicBezTo>
                  <a:pt x="4132" y="5176"/>
                  <a:pt x="3542" y="6009"/>
                  <a:pt x="3116" y="6947"/>
                </a:cubicBezTo>
                <a:cubicBezTo>
                  <a:pt x="2998" y="7213"/>
                  <a:pt x="2728" y="7379"/>
                  <a:pt x="2441" y="7379"/>
                </a:cubicBezTo>
                <a:cubicBezTo>
                  <a:pt x="2392" y="7379"/>
                  <a:pt x="2342" y="7374"/>
                  <a:pt x="2292" y="7363"/>
                </a:cubicBezTo>
                <a:lnTo>
                  <a:pt x="1432" y="7190"/>
                </a:lnTo>
                <a:cubicBezTo>
                  <a:pt x="1367" y="7177"/>
                  <a:pt x="1303" y="7170"/>
                  <a:pt x="1239" y="7170"/>
                </a:cubicBezTo>
                <a:cubicBezTo>
                  <a:pt x="801" y="7170"/>
                  <a:pt x="411" y="7472"/>
                  <a:pt x="313" y="7919"/>
                </a:cubicBezTo>
                <a:lnTo>
                  <a:pt x="113" y="8882"/>
                </a:lnTo>
                <a:cubicBezTo>
                  <a:pt x="0" y="9395"/>
                  <a:pt x="330" y="9898"/>
                  <a:pt x="833" y="10002"/>
                </a:cubicBezTo>
                <a:lnTo>
                  <a:pt x="1788" y="10202"/>
                </a:lnTo>
                <a:cubicBezTo>
                  <a:pt x="2118" y="10263"/>
                  <a:pt x="2353" y="10549"/>
                  <a:pt x="2379" y="10879"/>
                </a:cubicBezTo>
                <a:cubicBezTo>
                  <a:pt x="2431" y="11686"/>
                  <a:pt x="2604" y="12467"/>
                  <a:pt x="2873" y="13205"/>
                </a:cubicBezTo>
                <a:cubicBezTo>
                  <a:pt x="2995" y="13526"/>
                  <a:pt x="2873" y="13900"/>
                  <a:pt x="2587" y="14091"/>
                </a:cubicBezTo>
                <a:lnTo>
                  <a:pt x="1762" y="14637"/>
                </a:lnTo>
                <a:cubicBezTo>
                  <a:pt x="1328" y="14915"/>
                  <a:pt x="1207" y="15505"/>
                  <a:pt x="1484" y="15940"/>
                </a:cubicBezTo>
                <a:lnTo>
                  <a:pt x="2031" y="16764"/>
                </a:lnTo>
                <a:cubicBezTo>
                  <a:pt x="2207" y="17039"/>
                  <a:pt x="2508" y="17185"/>
                  <a:pt x="2815" y="17185"/>
                </a:cubicBezTo>
                <a:cubicBezTo>
                  <a:pt x="2993" y="17185"/>
                  <a:pt x="3174" y="17135"/>
                  <a:pt x="3333" y="17033"/>
                </a:cubicBezTo>
                <a:lnTo>
                  <a:pt x="4253" y="16426"/>
                </a:lnTo>
                <a:cubicBezTo>
                  <a:pt x="4378" y="16346"/>
                  <a:pt x="4518" y="16308"/>
                  <a:pt x="4656" y="16308"/>
                </a:cubicBezTo>
                <a:cubicBezTo>
                  <a:pt x="4836" y="16308"/>
                  <a:pt x="5014" y="16372"/>
                  <a:pt x="5156" y="16495"/>
                </a:cubicBezTo>
                <a:cubicBezTo>
                  <a:pt x="5729" y="16990"/>
                  <a:pt x="6371" y="17415"/>
                  <a:pt x="7075" y="17745"/>
                </a:cubicBezTo>
                <a:cubicBezTo>
                  <a:pt x="7387" y="17901"/>
                  <a:pt x="7561" y="18240"/>
                  <a:pt x="7491" y="18570"/>
                </a:cubicBezTo>
                <a:lnTo>
                  <a:pt x="7257" y="19646"/>
                </a:lnTo>
                <a:cubicBezTo>
                  <a:pt x="7153" y="20158"/>
                  <a:pt x="7474" y="20653"/>
                  <a:pt x="7986" y="20766"/>
                </a:cubicBezTo>
                <a:lnTo>
                  <a:pt x="8950" y="20974"/>
                </a:lnTo>
                <a:cubicBezTo>
                  <a:pt x="9014" y="20987"/>
                  <a:pt x="9079" y="20994"/>
                  <a:pt x="9143" y="20994"/>
                </a:cubicBezTo>
                <a:cubicBezTo>
                  <a:pt x="9583" y="20994"/>
                  <a:pt x="9978" y="20692"/>
                  <a:pt x="10069" y="20245"/>
                </a:cubicBezTo>
                <a:lnTo>
                  <a:pt x="10312" y="19108"/>
                </a:lnTo>
                <a:cubicBezTo>
                  <a:pt x="10373" y="18778"/>
                  <a:pt x="10660" y="18526"/>
                  <a:pt x="10989" y="18518"/>
                </a:cubicBezTo>
                <a:cubicBezTo>
                  <a:pt x="11753" y="18474"/>
                  <a:pt x="12500" y="18327"/>
                  <a:pt x="13203" y="18075"/>
                </a:cubicBezTo>
                <a:cubicBezTo>
                  <a:pt x="13285" y="18047"/>
                  <a:pt x="13369" y="18033"/>
                  <a:pt x="13452" y="18033"/>
                </a:cubicBezTo>
                <a:cubicBezTo>
                  <a:pt x="13700" y="18033"/>
                  <a:pt x="13934" y="18155"/>
                  <a:pt x="14071" y="18370"/>
                </a:cubicBezTo>
                <a:lnTo>
                  <a:pt x="14696" y="19325"/>
                </a:lnTo>
                <a:cubicBezTo>
                  <a:pt x="14872" y="19599"/>
                  <a:pt x="15172" y="19745"/>
                  <a:pt x="15479" y="19745"/>
                </a:cubicBezTo>
                <a:cubicBezTo>
                  <a:pt x="15658" y="19745"/>
                  <a:pt x="15838" y="19696"/>
                  <a:pt x="15998" y="19594"/>
                </a:cubicBezTo>
                <a:lnTo>
                  <a:pt x="16822" y="19047"/>
                </a:lnTo>
                <a:cubicBezTo>
                  <a:pt x="17257" y="18769"/>
                  <a:pt x="17369" y="18179"/>
                  <a:pt x="17092" y="17745"/>
                </a:cubicBezTo>
                <a:lnTo>
                  <a:pt x="16458" y="16790"/>
                </a:lnTo>
                <a:cubicBezTo>
                  <a:pt x="16276" y="16512"/>
                  <a:pt x="16310" y="16130"/>
                  <a:pt x="16536" y="15879"/>
                </a:cubicBezTo>
                <a:cubicBezTo>
                  <a:pt x="17048" y="15332"/>
                  <a:pt x="17482" y="14690"/>
                  <a:pt x="17829" y="13995"/>
                </a:cubicBezTo>
                <a:cubicBezTo>
                  <a:pt x="17954" y="13738"/>
                  <a:pt x="18216" y="13580"/>
                  <a:pt x="18494" y="13580"/>
                </a:cubicBezTo>
                <a:cubicBezTo>
                  <a:pt x="18544" y="13580"/>
                  <a:pt x="18595" y="13585"/>
                  <a:pt x="18645" y="13596"/>
                </a:cubicBezTo>
                <a:lnTo>
                  <a:pt x="19704" y="13813"/>
                </a:lnTo>
                <a:cubicBezTo>
                  <a:pt x="19770" y="13824"/>
                  <a:pt x="19835" y="13830"/>
                  <a:pt x="19899" y="13830"/>
                </a:cubicBezTo>
                <a:cubicBezTo>
                  <a:pt x="20372" y="13830"/>
                  <a:pt x="20767" y="13527"/>
                  <a:pt x="20859" y="13075"/>
                </a:cubicBezTo>
                <a:lnTo>
                  <a:pt x="21058" y="12103"/>
                </a:lnTo>
                <a:cubicBezTo>
                  <a:pt x="21171" y="11599"/>
                  <a:pt x="20841" y="11096"/>
                  <a:pt x="20338" y="10992"/>
                </a:cubicBezTo>
                <a:lnTo>
                  <a:pt x="19314" y="10775"/>
                </a:lnTo>
                <a:cubicBezTo>
                  <a:pt x="18975" y="10705"/>
                  <a:pt x="18741" y="10419"/>
                  <a:pt x="18732" y="10063"/>
                </a:cubicBezTo>
                <a:cubicBezTo>
                  <a:pt x="18706" y="9264"/>
                  <a:pt x="18559" y="8483"/>
                  <a:pt x="18307" y="7745"/>
                </a:cubicBezTo>
                <a:cubicBezTo>
                  <a:pt x="18194" y="7424"/>
                  <a:pt x="18315" y="7068"/>
                  <a:pt x="18593" y="6886"/>
                </a:cubicBezTo>
                <a:lnTo>
                  <a:pt x="19401" y="6357"/>
                </a:lnTo>
                <a:cubicBezTo>
                  <a:pt x="19835" y="6079"/>
                  <a:pt x="19956" y="5488"/>
                  <a:pt x="19670" y="5054"/>
                </a:cubicBezTo>
                <a:lnTo>
                  <a:pt x="19131" y="4230"/>
                </a:lnTo>
                <a:cubicBezTo>
                  <a:pt x="18950" y="3955"/>
                  <a:pt x="18650" y="3806"/>
                  <a:pt x="18345" y="3806"/>
                </a:cubicBezTo>
                <a:cubicBezTo>
                  <a:pt x="18168" y="3806"/>
                  <a:pt x="17989" y="3856"/>
                  <a:pt x="17829" y="3961"/>
                </a:cubicBezTo>
                <a:lnTo>
                  <a:pt x="17057" y="4473"/>
                </a:lnTo>
                <a:cubicBezTo>
                  <a:pt x="16930" y="4551"/>
                  <a:pt x="16789" y="4590"/>
                  <a:pt x="16650" y="4590"/>
                </a:cubicBezTo>
                <a:cubicBezTo>
                  <a:pt x="16467" y="4590"/>
                  <a:pt x="16285" y="4523"/>
                  <a:pt x="16137" y="4395"/>
                </a:cubicBezTo>
                <a:cubicBezTo>
                  <a:pt x="15546" y="3839"/>
                  <a:pt x="14869" y="3370"/>
                  <a:pt x="14114" y="3006"/>
                </a:cubicBezTo>
                <a:cubicBezTo>
                  <a:pt x="13810" y="2850"/>
                  <a:pt x="13637" y="2520"/>
                  <a:pt x="13715" y="2181"/>
                </a:cubicBezTo>
                <a:lnTo>
                  <a:pt x="13889" y="1348"/>
                </a:lnTo>
                <a:cubicBezTo>
                  <a:pt x="14001" y="836"/>
                  <a:pt x="13672" y="332"/>
                  <a:pt x="13159" y="228"/>
                </a:cubicBezTo>
                <a:lnTo>
                  <a:pt x="12196" y="20"/>
                </a:lnTo>
                <a:cubicBezTo>
                  <a:pt x="12131" y="7"/>
                  <a:pt x="12066" y="0"/>
                  <a:pt x="120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7" name="Google Shape;567;p37"/>
          <p:cNvGrpSpPr/>
          <p:nvPr/>
        </p:nvGrpSpPr>
        <p:grpSpPr>
          <a:xfrm flipH="1">
            <a:off x="8553471" y="74793"/>
            <a:ext cx="508385" cy="644675"/>
            <a:chOff x="4859771" y="3053445"/>
            <a:chExt cx="508385" cy="644675"/>
          </a:xfrm>
        </p:grpSpPr>
        <p:sp>
          <p:nvSpPr>
            <p:cNvPr id="568" name="Google Shape;568;p37"/>
            <p:cNvSpPr/>
            <p:nvPr/>
          </p:nvSpPr>
          <p:spPr>
            <a:xfrm>
              <a:off x="4859771" y="3053445"/>
              <a:ext cx="508385" cy="644675"/>
            </a:xfrm>
            <a:custGeom>
              <a:rect b="b" l="l" r="r" t="t"/>
              <a:pathLst>
                <a:path extrusionOk="0" h="18968" w="14958">
                  <a:moveTo>
                    <a:pt x="1216" y="1"/>
                  </a:moveTo>
                  <a:cubicBezTo>
                    <a:pt x="548" y="1"/>
                    <a:pt x="1" y="609"/>
                    <a:pt x="1" y="1346"/>
                  </a:cubicBezTo>
                  <a:lnTo>
                    <a:pt x="1" y="17622"/>
                  </a:lnTo>
                  <a:cubicBezTo>
                    <a:pt x="1" y="18368"/>
                    <a:pt x="548" y="18967"/>
                    <a:pt x="1216" y="18967"/>
                  </a:cubicBezTo>
                  <a:lnTo>
                    <a:pt x="13742" y="18967"/>
                  </a:lnTo>
                  <a:cubicBezTo>
                    <a:pt x="14410" y="18967"/>
                    <a:pt x="14957" y="18368"/>
                    <a:pt x="14957" y="17622"/>
                  </a:cubicBezTo>
                  <a:lnTo>
                    <a:pt x="14957" y="3820"/>
                  </a:lnTo>
                  <a:lnTo>
                    <a:pt x="1194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37"/>
            <p:cNvSpPr/>
            <p:nvPr/>
          </p:nvSpPr>
          <p:spPr>
            <a:xfrm>
              <a:off x="5265729" y="3053751"/>
              <a:ext cx="101827" cy="130444"/>
            </a:xfrm>
            <a:custGeom>
              <a:rect b="b" l="l" r="r" t="t"/>
              <a:pathLst>
                <a:path extrusionOk="0" h="3838" w="2996">
                  <a:moveTo>
                    <a:pt x="1" y="1"/>
                  </a:moveTo>
                  <a:lnTo>
                    <a:pt x="1" y="2856"/>
                  </a:lnTo>
                  <a:cubicBezTo>
                    <a:pt x="1" y="3395"/>
                    <a:pt x="409" y="3837"/>
                    <a:pt x="895" y="3837"/>
                  </a:cubicBezTo>
                  <a:lnTo>
                    <a:pt x="2996" y="382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37"/>
            <p:cNvSpPr/>
            <p:nvPr/>
          </p:nvSpPr>
          <p:spPr>
            <a:xfrm>
              <a:off x="4961567" y="3237560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0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37"/>
            <p:cNvSpPr/>
            <p:nvPr/>
          </p:nvSpPr>
          <p:spPr>
            <a:xfrm>
              <a:off x="4961567" y="3300099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37"/>
            <p:cNvSpPr/>
            <p:nvPr/>
          </p:nvSpPr>
          <p:spPr>
            <a:xfrm>
              <a:off x="4961567" y="3362943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37"/>
            <p:cNvSpPr/>
            <p:nvPr/>
          </p:nvSpPr>
          <p:spPr>
            <a:xfrm>
              <a:off x="4961567" y="3425482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37"/>
            <p:cNvSpPr/>
            <p:nvPr/>
          </p:nvSpPr>
          <p:spPr>
            <a:xfrm>
              <a:off x="4961567" y="3487748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0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5" name="Google Shape;575;p37"/>
          <p:cNvSpPr txBox="1"/>
          <p:nvPr>
            <p:ph type="title"/>
          </p:nvPr>
        </p:nvSpPr>
        <p:spPr>
          <a:xfrm>
            <a:off x="720000" y="568895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00"/>
              <a:t>Prática 1: Relatórios de notas de uma turma</a:t>
            </a:r>
            <a:endParaRPr sz="2900"/>
          </a:p>
        </p:txBody>
      </p:sp>
      <p:sp>
        <p:nvSpPr>
          <p:cNvPr id="576" name="Google Shape;576;p37"/>
          <p:cNvSpPr txBox="1"/>
          <p:nvPr/>
        </p:nvSpPr>
        <p:spPr>
          <a:xfrm>
            <a:off x="1171050" y="1665925"/>
            <a:ext cx="6801900" cy="27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chivo"/>
              <a:buAutoNum type="arabicPeriod"/>
            </a:pPr>
            <a:r>
              <a:rPr lang="pt-BR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Acesse a tabela com as notas compartilhada via Google Drive;</a:t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pt-BR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Faça uma cópia</a:t>
            </a:r>
            <a:r>
              <a:rPr lang="pt-BR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do arquivo para poder manipular os dados;</a:t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chivo"/>
              <a:buAutoNum type="arabicPeriod"/>
            </a:pPr>
            <a:r>
              <a:rPr lang="pt-BR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Aplicação de algumas funções e aplicações interessantes:</a:t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chivo"/>
              <a:buAutoNum type="alphaLcPeriod"/>
            </a:pPr>
            <a:r>
              <a:rPr lang="pt-BR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Média da turma;</a:t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chivo"/>
              <a:buAutoNum type="alphaLcPeriod"/>
            </a:pPr>
            <a:r>
              <a:rPr lang="pt-BR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Ordenamento dos nomes (ordem alfabética);</a:t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chivo"/>
              <a:buAutoNum type="alphaLcPeriod"/>
            </a:pPr>
            <a:r>
              <a:rPr lang="pt-BR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Pintar as notas abaixo da média (vermelho);</a:t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chivo"/>
              <a:buAutoNum type="alphaLcPeriod"/>
            </a:pPr>
            <a:r>
              <a:rPr lang="pt-BR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Ordenamento das notas (crescente);</a:t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chivo"/>
              <a:buAutoNum type="alphaLcPeriod"/>
            </a:pPr>
            <a:r>
              <a:rPr lang="pt-BR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Número de alunos que tiraram acima e abaixo da média;</a:t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chivo"/>
              <a:buAutoNum type="alphaLcPeriod"/>
            </a:pPr>
            <a:r>
              <a:rPr lang="pt-BR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Histograma (gráfico) da distribuição das notas.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577" name="Google Shape;57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9387" y="4285950"/>
            <a:ext cx="973589" cy="64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78" name="Google Shape;578;p37"/>
          <p:cNvPicPr preferRelativeResize="0"/>
          <p:nvPr/>
        </p:nvPicPr>
        <p:blipFill>
          <a:blip r:embed="rId4">
            <a:alphaModFix amt="77000"/>
          </a:blip>
          <a:stretch>
            <a:fillRect/>
          </a:stretch>
        </p:blipFill>
        <p:spPr>
          <a:xfrm>
            <a:off x="7736774" y="4362201"/>
            <a:ext cx="366675" cy="4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79" name="Google Shape;579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01075" y="4362211"/>
            <a:ext cx="398281" cy="48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38"/>
          <p:cNvSpPr/>
          <p:nvPr/>
        </p:nvSpPr>
        <p:spPr>
          <a:xfrm>
            <a:off x="8253375" y="428100"/>
            <a:ext cx="601973" cy="596912"/>
          </a:xfrm>
          <a:custGeom>
            <a:rect b="b" l="l" r="r" t="t"/>
            <a:pathLst>
              <a:path extrusionOk="0" h="20994" w="21172">
                <a:moveTo>
                  <a:pt x="10557" y="5287"/>
                </a:moveTo>
                <a:cubicBezTo>
                  <a:pt x="10729" y="5287"/>
                  <a:pt x="10902" y="5296"/>
                  <a:pt x="11076" y="5315"/>
                </a:cubicBezTo>
                <a:cubicBezTo>
                  <a:pt x="14279" y="5662"/>
                  <a:pt x="16345" y="8822"/>
                  <a:pt x="15373" y="11877"/>
                </a:cubicBezTo>
                <a:cubicBezTo>
                  <a:pt x="14714" y="13983"/>
                  <a:pt x="12722" y="15412"/>
                  <a:pt x="10550" y="15412"/>
                </a:cubicBezTo>
                <a:cubicBezTo>
                  <a:pt x="10376" y="15412"/>
                  <a:pt x="10201" y="15403"/>
                  <a:pt x="10026" y="15384"/>
                </a:cubicBezTo>
                <a:cubicBezTo>
                  <a:pt x="6823" y="15037"/>
                  <a:pt x="4766" y="11877"/>
                  <a:pt x="5729" y="8822"/>
                </a:cubicBezTo>
                <a:cubicBezTo>
                  <a:pt x="6397" y="6723"/>
                  <a:pt x="8390" y="5287"/>
                  <a:pt x="10557" y="5287"/>
                </a:cubicBezTo>
                <a:close/>
                <a:moveTo>
                  <a:pt x="12003" y="0"/>
                </a:moveTo>
                <a:cubicBezTo>
                  <a:pt x="11564" y="0"/>
                  <a:pt x="11175" y="302"/>
                  <a:pt x="11076" y="749"/>
                </a:cubicBezTo>
                <a:lnTo>
                  <a:pt x="10903" y="1582"/>
                </a:lnTo>
                <a:cubicBezTo>
                  <a:pt x="10842" y="1921"/>
                  <a:pt x="10547" y="2155"/>
                  <a:pt x="10199" y="2181"/>
                </a:cubicBezTo>
                <a:cubicBezTo>
                  <a:pt x="9366" y="2216"/>
                  <a:pt x="8542" y="2372"/>
                  <a:pt x="7769" y="2659"/>
                </a:cubicBezTo>
                <a:cubicBezTo>
                  <a:pt x="7686" y="2690"/>
                  <a:pt x="7599" y="2705"/>
                  <a:pt x="7513" y="2705"/>
                </a:cubicBezTo>
                <a:cubicBezTo>
                  <a:pt x="7267" y="2705"/>
                  <a:pt x="7027" y="2582"/>
                  <a:pt x="6892" y="2364"/>
                </a:cubicBezTo>
                <a:lnTo>
                  <a:pt x="6450" y="1678"/>
                </a:lnTo>
                <a:cubicBezTo>
                  <a:pt x="6268" y="1403"/>
                  <a:pt x="5969" y="1257"/>
                  <a:pt x="5664" y="1257"/>
                </a:cubicBezTo>
                <a:cubicBezTo>
                  <a:pt x="5487" y="1257"/>
                  <a:pt x="5307" y="1307"/>
                  <a:pt x="5148" y="1409"/>
                </a:cubicBezTo>
                <a:lnTo>
                  <a:pt x="4323" y="1956"/>
                </a:lnTo>
                <a:cubicBezTo>
                  <a:pt x="3889" y="2233"/>
                  <a:pt x="3767" y="2824"/>
                  <a:pt x="4045" y="3258"/>
                </a:cubicBezTo>
                <a:lnTo>
                  <a:pt x="4852" y="4482"/>
                </a:lnTo>
                <a:cubicBezTo>
                  <a:pt x="4132" y="5176"/>
                  <a:pt x="3542" y="6009"/>
                  <a:pt x="3116" y="6947"/>
                </a:cubicBezTo>
                <a:cubicBezTo>
                  <a:pt x="2998" y="7213"/>
                  <a:pt x="2728" y="7379"/>
                  <a:pt x="2441" y="7379"/>
                </a:cubicBezTo>
                <a:cubicBezTo>
                  <a:pt x="2392" y="7379"/>
                  <a:pt x="2342" y="7374"/>
                  <a:pt x="2292" y="7363"/>
                </a:cubicBezTo>
                <a:lnTo>
                  <a:pt x="1432" y="7190"/>
                </a:lnTo>
                <a:cubicBezTo>
                  <a:pt x="1367" y="7177"/>
                  <a:pt x="1303" y="7170"/>
                  <a:pt x="1239" y="7170"/>
                </a:cubicBezTo>
                <a:cubicBezTo>
                  <a:pt x="801" y="7170"/>
                  <a:pt x="411" y="7472"/>
                  <a:pt x="313" y="7919"/>
                </a:cubicBezTo>
                <a:lnTo>
                  <a:pt x="113" y="8882"/>
                </a:lnTo>
                <a:cubicBezTo>
                  <a:pt x="0" y="9395"/>
                  <a:pt x="330" y="9898"/>
                  <a:pt x="833" y="10002"/>
                </a:cubicBezTo>
                <a:lnTo>
                  <a:pt x="1788" y="10202"/>
                </a:lnTo>
                <a:cubicBezTo>
                  <a:pt x="2118" y="10263"/>
                  <a:pt x="2353" y="10549"/>
                  <a:pt x="2379" y="10879"/>
                </a:cubicBezTo>
                <a:cubicBezTo>
                  <a:pt x="2431" y="11686"/>
                  <a:pt x="2604" y="12467"/>
                  <a:pt x="2873" y="13205"/>
                </a:cubicBezTo>
                <a:cubicBezTo>
                  <a:pt x="2995" y="13526"/>
                  <a:pt x="2873" y="13900"/>
                  <a:pt x="2587" y="14091"/>
                </a:cubicBezTo>
                <a:lnTo>
                  <a:pt x="1762" y="14637"/>
                </a:lnTo>
                <a:cubicBezTo>
                  <a:pt x="1328" y="14915"/>
                  <a:pt x="1207" y="15505"/>
                  <a:pt x="1484" y="15940"/>
                </a:cubicBezTo>
                <a:lnTo>
                  <a:pt x="2031" y="16764"/>
                </a:lnTo>
                <a:cubicBezTo>
                  <a:pt x="2207" y="17039"/>
                  <a:pt x="2508" y="17185"/>
                  <a:pt x="2815" y="17185"/>
                </a:cubicBezTo>
                <a:cubicBezTo>
                  <a:pt x="2993" y="17185"/>
                  <a:pt x="3174" y="17135"/>
                  <a:pt x="3333" y="17033"/>
                </a:cubicBezTo>
                <a:lnTo>
                  <a:pt x="4253" y="16426"/>
                </a:lnTo>
                <a:cubicBezTo>
                  <a:pt x="4378" y="16346"/>
                  <a:pt x="4518" y="16308"/>
                  <a:pt x="4656" y="16308"/>
                </a:cubicBezTo>
                <a:cubicBezTo>
                  <a:pt x="4836" y="16308"/>
                  <a:pt x="5014" y="16372"/>
                  <a:pt x="5156" y="16495"/>
                </a:cubicBezTo>
                <a:cubicBezTo>
                  <a:pt x="5729" y="16990"/>
                  <a:pt x="6371" y="17415"/>
                  <a:pt x="7075" y="17745"/>
                </a:cubicBezTo>
                <a:cubicBezTo>
                  <a:pt x="7387" y="17901"/>
                  <a:pt x="7561" y="18240"/>
                  <a:pt x="7491" y="18570"/>
                </a:cubicBezTo>
                <a:lnTo>
                  <a:pt x="7257" y="19646"/>
                </a:lnTo>
                <a:cubicBezTo>
                  <a:pt x="7153" y="20158"/>
                  <a:pt x="7474" y="20653"/>
                  <a:pt x="7986" y="20766"/>
                </a:cubicBezTo>
                <a:lnTo>
                  <a:pt x="8950" y="20974"/>
                </a:lnTo>
                <a:cubicBezTo>
                  <a:pt x="9014" y="20987"/>
                  <a:pt x="9079" y="20994"/>
                  <a:pt x="9143" y="20994"/>
                </a:cubicBezTo>
                <a:cubicBezTo>
                  <a:pt x="9583" y="20994"/>
                  <a:pt x="9978" y="20692"/>
                  <a:pt x="10069" y="20245"/>
                </a:cubicBezTo>
                <a:lnTo>
                  <a:pt x="10312" y="19108"/>
                </a:lnTo>
                <a:cubicBezTo>
                  <a:pt x="10373" y="18778"/>
                  <a:pt x="10660" y="18526"/>
                  <a:pt x="10989" y="18518"/>
                </a:cubicBezTo>
                <a:cubicBezTo>
                  <a:pt x="11753" y="18474"/>
                  <a:pt x="12500" y="18327"/>
                  <a:pt x="13203" y="18075"/>
                </a:cubicBezTo>
                <a:cubicBezTo>
                  <a:pt x="13285" y="18047"/>
                  <a:pt x="13369" y="18033"/>
                  <a:pt x="13452" y="18033"/>
                </a:cubicBezTo>
                <a:cubicBezTo>
                  <a:pt x="13700" y="18033"/>
                  <a:pt x="13934" y="18155"/>
                  <a:pt x="14071" y="18370"/>
                </a:cubicBezTo>
                <a:lnTo>
                  <a:pt x="14696" y="19325"/>
                </a:lnTo>
                <a:cubicBezTo>
                  <a:pt x="14872" y="19599"/>
                  <a:pt x="15172" y="19745"/>
                  <a:pt x="15479" y="19745"/>
                </a:cubicBezTo>
                <a:cubicBezTo>
                  <a:pt x="15658" y="19745"/>
                  <a:pt x="15838" y="19696"/>
                  <a:pt x="15998" y="19594"/>
                </a:cubicBezTo>
                <a:lnTo>
                  <a:pt x="16822" y="19047"/>
                </a:lnTo>
                <a:cubicBezTo>
                  <a:pt x="17257" y="18769"/>
                  <a:pt x="17369" y="18179"/>
                  <a:pt x="17092" y="17745"/>
                </a:cubicBezTo>
                <a:lnTo>
                  <a:pt x="16458" y="16790"/>
                </a:lnTo>
                <a:cubicBezTo>
                  <a:pt x="16276" y="16512"/>
                  <a:pt x="16310" y="16130"/>
                  <a:pt x="16536" y="15879"/>
                </a:cubicBezTo>
                <a:cubicBezTo>
                  <a:pt x="17048" y="15332"/>
                  <a:pt x="17482" y="14690"/>
                  <a:pt x="17829" y="13995"/>
                </a:cubicBezTo>
                <a:cubicBezTo>
                  <a:pt x="17954" y="13738"/>
                  <a:pt x="18216" y="13580"/>
                  <a:pt x="18494" y="13580"/>
                </a:cubicBezTo>
                <a:cubicBezTo>
                  <a:pt x="18544" y="13580"/>
                  <a:pt x="18595" y="13585"/>
                  <a:pt x="18645" y="13596"/>
                </a:cubicBezTo>
                <a:lnTo>
                  <a:pt x="19704" y="13813"/>
                </a:lnTo>
                <a:cubicBezTo>
                  <a:pt x="19770" y="13824"/>
                  <a:pt x="19835" y="13830"/>
                  <a:pt x="19899" y="13830"/>
                </a:cubicBezTo>
                <a:cubicBezTo>
                  <a:pt x="20372" y="13830"/>
                  <a:pt x="20767" y="13527"/>
                  <a:pt x="20859" y="13075"/>
                </a:cubicBezTo>
                <a:lnTo>
                  <a:pt x="21058" y="12103"/>
                </a:lnTo>
                <a:cubicBezTo>
                  <a:pt x="21171" y="11599"/>
                  <a:pt x="20841" y="11096"/>
                  <a:pt x="20338" y="10992"/>
                </a:cubicBezTo>
                <a:lnTo>
                  <a:pt x="19314" y="10775"/>
                </a:lnTo>
                <a:cubicBezTo>
                  <a:pt x="18975" y="10705"/>
                  <a:pt x="18741" y="10419"/>
                  <a:pt x="18732" y="10063"/>
                </a:cubicBezTo>
                <a:cubicBezTo>
                  <a:pt x="18706" y="9264"/>
                  <a:pt x="18559" y="8483"/>
                  <a:pt x="18307" y="7745"/>
                </a:cubicBezTo>
                <a:cubicBezTo>
                  <a:pt x="18194" y="7424"/>
                  <a:pt x="18315" y="7068"/>
                  <a:pt x="18593" y="6886"/>
                </a:cubicBezTo>
                <a:lnTo>
                  <a:pt x="19401" y="6357"/>
                </a:lnTo>
                <a:cubicBezTo>
                  <a:pt x="19835" y="6079"/>
                  <a:pt x="19956" y="5488"/>
                  <a:pt x="19670" y="5054"/>
                </a:cubicBezTo>
                <a:lnTo>
                  <a:pt x="19131" y="4230"/>
                </a:lnTo>
                <a:cubicBezTo>
                  <a:pt x="18950" y="3955"/>
                  <a:pt x="18650" y="3806"/>
                  <a:pt x="18345" y="3806"/>
                </a:cubicBezTo>
                <a:cubicBezTo>
                  <a:pt x="18168" y="3806"/>
                  <a:pt x="17989" y="3856"/>
                  <a:pt x="17829" y="3961"/>
                </a:cubicBezTo>
                <a:lnTo>
                  <a:pt x="17057" y="4473"/>
                </a:lnTo>
                <a:cubicBezTo>
                  <a:pt x="16930" y="4551"/>
                  <a:pt x="16789" y="4590"/>
                  <a:pt x="16650" y="4590"/>
                </a:cubicBezTo>
                <a:cubicBezTo>
                  <a:pt x="16467" y="4590"/>
                  <a:pt x="16285" y="4523"/>
                  <a:pt x="16137" y="4395"/>
                </a:cubicBezTo>
                <a:cubicBezTo>
                  <a:pt x="15546" y="3839"/>
                  <a:pt x="14869" y="3370"/>
                  <a:pt x="14114" y="3006"/>
                </a:cubicBezTo>
                <a:cubicBezTo>
                  <a:pt x="13810" y="2850"/>
                  <a:pt x="13637" y="2520"/>
                  <a:pt x="13715" y="2181"/>
                </a:cubicBezTo>
                <a:lnTo>
                  <a:pt x="13889" y="1348"/>
                </a:lnTo>
                <a:cubicBezTo>
                  <a:pt x="14001" y="836"/>
                  <a:pt x="13672" y="332"/>
                  <a:pt x="13159" y="228"/>
                </a:cubicBezTo>
                <a:lnTo>
                  <a:pt x="12196" y="20"/>
                </a:lnTo>
                <a:cubicBezTo>
                  <a:pt x="12131" y="7"/>
                  <a:pt x="12066" y="0"/>
                  <a:pt x="120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85" name="Google Shape;585;p38"/>
          <p:cNvGrpSpPr/>
          <p:nvPr/>
        </p:nvGrpSpPr>
        <p:grpSpPr>
          <a:xfrm flipH="1">
            <a:off x="8553471" y="74793"/>
            <a:ext cx="508385" cy="644675"/>
            <a:chOff x="4859771" y="3053445"/>
            <a:chExt cx="508385" cy="644675"/>
          </a:xfrm>
        </p:grpSpPr>
        <p:sp>
          <p:nvSpPr>
            <p:cNvPr id="586" name="Google Shape;586;p38"/>
            <p:cNvSpPr/>
            <p:nvPr/>
          </p:nvSpPr>
          <p:spPr>
            <a:xfrm>
              <a:off x="4859771" y="3053445"/>
              <a:ext cx="508385" cy="644675"/>
            </a:xfrm>
            <a:custGeom>
              <a:rect b="b" l="l" r="r" t="t"/>
              <a:pathLst>
                <a:path extrusionOk="0" h="18968" w="14958">
                  <a:moveTo>
                    <a:pt x="1216" y="1"/>
                  </a:moveTo>
                  <a:cubicBezTo>
                    <a:pt x="548" y="1"/>
                    <a:pt x="1" y="609"/>
                    <a:pt x="1" y="1346"/>
                  </a:cubicBezTo>
                  <a:lnTo>
                    <a:pt x="1" y="17622"/>
                  </a:lnTo>
                  <a:cubicBezTo>
                    <a:pt x="1" y="18368"/>
                    <a:pt x="548" y="18967"/>
                    <a:pt x="1216" y="18967"/>
                  </a:cubicBezTo>
                  <a:lnTo>
                    <a:pt x="13742" y="18967"/>
                  </a:lnTo>
                  <a:cubicBezTo>
                    <a:pt x="14410" y="18967"/>
                    <a:pt x="14957" y="18368"/>
                    <a:pt x="14957" y="17622"/>
                  </a:cubicBezTo>
                  <a:lnTo>
                    <a:pt x="14957" y="3820"/>
                  </a:lnTo>
                  <a:lnTo>
                    <a:pt x="1194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38"/>
            <p:cNvSpPr/>
            <p:nvPr/>
          </p:nvSpPr>
          <p:spPr>
            <a:xfrm>
              <a:off x="5265729" y="3053751"/>
              <a:ext cx="101827" cy="130444"/>
            </a:xfrm>
            <a:custGeom>
              <a:rect b="b" l="l" r="r" t="t"/>
              <a:pathLst>
                <a:path extrusionOk="0" h="3838" w="2996">
                  <a:moveTo>
                    <a:pt x="1" y="1"/>
                  </a:moveTo>
                  <a:lnTo>
                    <a:pt x="1" y="2856"/>
                  </a:lnTo>
                  <a:cubicBezTo>
                    <a:pt x="1" y="3395"/>
                    <a:pt x="409" y="3837"/>
                    <a:pt x="895" y="3837"/>
                  </a:cubicBezTo>
                  <a:lnTo>
                    <a:pt x="2996" y="382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38"/>
            <p:cNvSpPr/>
            <p:nvPr/>
          </p:nvSpPr>
          <p:spPr>
            <a:xfrm>
              <a:off x="4961567" y="3237560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0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38"/>
            <p:cNvSpPr/>
            <p:nvPr/>
          </p:nvSpPr>
          <p:spPr>
            <a:xfrm>
              <a:off x="4961567" y="3300099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38"/>
            <p:cNvSpPr/>
            <p:nvPr/>
          </p:nvSpPr>
          <p:spPr>
            <a:xfrm>
              <a:off x="4961567" y="3362943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38"/>
            <p:cNvSpPr/>
            <p:nvPr/>
          </p:nvSpPr>
          <p:spPr>
            <a:xfrm>
              <a:off x="4961567" y="3425482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38"/>
            <p:cNvSpPr/>
            <p:nvPr/>
          </p:nvSpPr>
          <p:spPr>
            <a:xfrm>
              <a:off x="4961567" y="3487748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0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3" name="Google Shape;593;p38"/>
          <p:cNvSpPr txBox="1"/>
          <p:nvPr>
            <p:ph type="title"/>
          </p:nvPr>
        </p:nvSpPr>
        <p:spPr>
          <a:xfrm>
            <a:off x="720000" y="568895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00"/>
              <a:t>Exemplo Histograma:</a:t>
            </a:r>
            <a:endParaRPr sz="2900"/>
          </a:p>
        </p:txBody>
      </p:sp>
      <p:pic>
        <p:nvPicPr>
          <p:cNvPr id="594" name="Google Shape;59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9387" y="4285950"/>
            <a:ext cx="973589" cy="64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p38"/>
          <p:cNvPicPr preferRelativeResize="0"/>
          <p:nvPr/>
        </p:nvPicPr>
        <p:blipFill>
          <a:blip r:embed="rId4">
            <a:alphaModFix amt="77000"/>
          </a:blip>
          <a:stretch>
            <a:fillRect/>
          </a:stretch>
        </p:blipFill>
        <p:spPr>
          <a:xfrm>
            <a:off x="7736774" y="4362201"/>
            <a:ext cx="366675" cy="4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01075" y="4362211"/>
            <a:ext cx="398281" cy="48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94513" y="1339282"/>
            <a:ext cx="4554972" cy="28164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39"/>
          <p:cNvSpPr/>
          <p:nvPr/>
        </p:nvSpPr>
        <p:spPr>
          <a:xfrm>
            <a:off x="8253375" y="428100"/>
            <a:ext cx="601973" cy="596912"/>
          </a:xfrm>
          <a:custGeom>
            <a:rect b="b" l="l" r="r" t="t"/>
            <a:pathLst>
              <a:path extrusionOk="0" h="20994" w="21172">
                <a:moveTo>
                  <a:pt x="10557" y="5287"/>
                </a:moveTo>
                <a:cubicBezTo>
                  <a:pt x="10729" y="5287"/>
                  <a:pt x="10902" y="5296"/>
                  <a:pt x="11076" y="5315"/>
                </a:cubicBezTo>
                <a:cubicBezTo>
                  <a:pt x="14279" y="5662"/>
                  <a:pt x="16345" y="8822"/>
                  <a:pt x="15373" y="11877"/>
                </a:cubicBezTo>
                <a:cubicBezTo>
                  <a:pt x="14714" y="13983"/>
                  <a:pt x="12722" y="15412"/>
                  <a:pt x="10550" y="15412"/>
                </a:cubicBezTo>
                <a:cubicBezTo>
                  <a:pt x="10376" y="15412"/>
                  <a:pt x="10201" y="15403"/>
                  <a:pt x="10026" y="15384"/>
                </a:cubicBezTo>
                <a:cubicBezTo>
                  <a:pt x="6823" y="15037"/>
                  <a:pt x="4766" y="11877"/>
                  <a:pt x="5729" y="8822"/>
                </a:cubicBezTo>
                <a:cubicBezTo>
                  <a:pt x="6397" y="6723"/>
                  <a:pt x="8390" y="5287"/>
                  <a:pt x="10557" y="5287"/>
                </a:cubicBezTo>
                <a:close/>
                <a:moveTo>
                  <a:pt x="12003" y="0"/>
                </a:moveTo>
                <a:cubicBezTo>
                  <a:pt x="11564" y="0"/>
                  <a:pt x="11175" y="302"/>
                  <a:pt x="11076" y="749"/>
                </a:cubicBezTo>
                <a:lnTo>
                  <a:pt x="10903" y="1582"/>
                </a:lnTo>
                <a:cubicBezTo>
                  <a:pt x="10842" y="1921"/>
                  <a:pt x="10547" y="2155"/>
                  <a:pt x="10199" y="2181"/>
                </a:cubicBezTo>
                <a:cubicBezTo>
                  <a:pt x="9366" y="2216"/>
                  <a:pt x="8542" y="2372"/>
                  <a:pt x="7769" y="2659"/>
                </a:cubicBezTo>
                <a:cubicBezTo>
                  <a:pt x="7686" y="2690"/>
                  <a:pt x="7599" y="2705"/>
                  <a:pt x="7513" y="2705"/>
                </a:cubicBezTo>
                <a:cubicBezTo>
                  <a:pt x="7267" y="2705"/>
                  <a:pt x="7027" y="2582"/>
                  <a:pt x="6892" y="2364"/>
                </a:cubicBezTo>
                <a:lnTo>
                  <a:pt x="6450" y="1678"/>
                </a:lnTo>
                <a:cubicBezTo>
                  <a:pt x="6268" y="1403"/>
                  <a:pt x="5969" y="1257"/>
                  <a:pt x="5664" y="1257"/>
                </a:cubicBezTo>
                <a:cubicBezTo>
                  <a:pt x="5487" y="1257"/>
                  <a:pt x="5307" y="1307"/>
                  <a:pt x="5148" y="1409"/>
                </a:cubicBezTo>
                <a:lnTo>
                  <a:pt x="4323" y="1956"/>
                </a:lnTo>
                <a:cubicBezTo>
                  <a:pt x="3889" y="2233"/>
                  <a:pt x="3767" y="2824"/>
                  <a:pt x="4045" y="3258"/>
                </a:cubicBezTo>
                <a:lnTo>
                  <a:pt x="4852" y="4482"/>
                </a:lnTo>
                <a:cubicBezTo>
                  <a:pt x="4132" y="5176"/>
                  <a:pt x="3542" y="6009"/>
                  <a:pt x="3116" y="6947"/>
                </a:cubicBezTo>
                <a:cubicBezTo>
                  <a:pt x="2998" y="7213"/>
                  <a:pt x="2728" y="7379"/>
                  <a:pt x="2441" y="7379"/>
                </a:cubicBezTo>
                <a:cubicBezTo>
                  <a:pt x="2392" y="7379"/>
                  <a:pt x="2342" y="7374"/>
                  <a:pt x="2292" y="7363"/>
                </a:cubicBezTo>
                <a:lnTo>
                  <a:pt x="1432" y="7190"/>
                </a:lnTo>
                <a:cubicBezTo>
                  <a:pt x="1367" y="7177"/>
                  <a:pt x="1303" y="7170"/>
                  <a:pt x="1239" y="7170"/>
                </a:cubicBezTo>
                <a:cubicBezTo>
                  <a:pt x="801" y="7170"/>
                  <a:pt x="411" y="7472"/>
                  <a:pt x="313" y="7919"/>
                </a:cubicBezTo>
                <a:lnTo>
                  <a:pt x="113" y="8882"/>
                </a:lnTo>
                <a:cubicBezTo>
                  <a:pt x="0" y="9395"/>
                  <a:pt x="330" y="9898"/>
                  <a:pt x="833" y="10002"/>
                </a:cubicBezTo>
                <a:lnTo>
                  <a:pt x="1788" y="10202"/>
                </a:lnTo>
                <a:cubicBezTo>
                  <a:pt x="2118" y="10263"/>
                  <a:pt x="2353" y="10549"/>
                  <a:pt x="2379" y="10879"/>
                </a:cubicBezTo>
                <a:cubicBezTo>
                  <a:pt x="2431" y="11686"/>
                  <a:pt x="2604" y="12467"/>
                  <a:pt x="2873" y="13205"/>
                </a:cubicBezTo>
                <a:cubicBezTo>
                  <a:pt x="2995" y="13526"/>
                  <a:pt x="2873" y="13900"/>
                  <a:pt x="2587" y="14091"/>
                </a:cubicBezTo>
                <a:lnTo>
                  <a:pt x="1762" y="14637"/>
                </a:lnTo>
                <a:cubicBezTo>
                  <a:pt x="1328" y="14915"/>
                  <a:pt x="1207" y="15505"/>
                  <a:pt x="1484" y="15940"/>
                </a:cubicBezTo>
                <a:lnTo>
                  <a:pt x="2031" y="16764"/>
                </a:lnTo>
                <a:cubicBezTo>
                  <a:pt x="2207" y="17039"/>
                  <a:pt x="2508" y="17185"/>
                  <a:pt x="2815" y="17185"/>
                </a:cubicBezTo>
                <a:cubicBezTo>
                  <a:pt x="2993" y="17185"/>
                  <a:pt x="3174" y="17135"/>
                  <a:pt x="3333" y="17033"/>
                </a:cubicBezTo>
                <a:lnTo>
                  <a:pt x="4253" y="16426"/>
                </a:lnTo>
                <a:cubicBezTo>
                  <a:pt x="4378" y="16346"/>
                  <a:pt x="4518" y="16308"/>
                  <a:pt x="4656" y="16308"/>
                </a:cubicBezTo>
                <a:cubicBezTo>
                  <a:pt x="4836" y="16308"/>
                  <a:pt x="5014" y="16372"/>
                  <a:pt x="5156" y="16495"/>
                </a:cubicBezTo>
                <a:cubicBezTo>
                  <a:pt x="5729" y="16990"/>
                  <a:pt x="6371" y="17415"/>
                  <a:pt x="7075" y="17745"/>
                </a:cubicBezTo>
                <a:cubicBezTo>
                  <a:pt x="7387" y="17901"/>
                  <a:pt x="7561" y="18240"/>
                  <a:pt x="7491" y="18570"/>
                </a:cubicBezTo>
                <a:lnTo>
                  <a:pt x="7257" y="19646"/>
                </a:lnTo>
                <a:cubicBezTo>
                  <a:pt x="7153" y="20158"/>
                  <a:pt x="7474" y="20653"/>
                  <a:pt x="7986" y="20766"/>
                </a:cubicBezTo>
                <a:lnTo>
                  <a:pt x="8950" y="20974"/>
                </a:lnTo>
                <a:cubicBezTo>
                  <a:pt x="9014" y="20987"/>
                  <a:pt x="9079" y="20994"/>
                  <a:pt x="9143" y="20994"/>
                </a:cubicBezTo>
                <a:cubicBezTo>
                  <a:pt x="9583" y="20994"/>
                  <a:pt x="9978" y="20692"/>
                  <a:pt x="10069" y="20245"/>
                </a:cubicBezTo>
                <a:lnTo>
                  <a:pt x="10312" y="19108"/>
                </a:lnTo>
                <a:cubicBezTo>
                  <a:pt x="10373" y="18778"/>
                  <a:pt x="10660" y="18526"/>
                  <a:pt x="10989" y="18518"/>
                </a:cubicBezTo>
                <a:cubicBezTo>
                  <a:pt x="11753" y="18474"/>
                  <a:pt x="12500" y="18327"/>
                  <a:pt x="13203" y="18075"/>
                </a:cubicBezTo>
                <a:cubicBezTo>
                  <a:pt x="13285" y="18047"/>
                  <a:pt x="13369" y="18033"/>
                  <a:pt x="13452" y="18033"/>
                </a:cubicBezTo>
                <a:cubicBezTo>
                  <a:pt x="13700" y="18033"/>
                  <a:pt x="13934" y="18155"/>
                  <a:pt x="14071" y="18370"/>
                </a:cubicBezTo>
                <a:lnTo>
                  <a:pt x="14696" y="19325"/>
                </a:lnTo>
                <a:cubicBezTo>
                  <a:pt x="14872" y="19599"/>
                  <a:pt x="15172" y="19745"/>
                  <a:pt x="15479" y="19745"/>
                </a:cubicBezTo>
                <a:cubicBezTo>
                  <a:pt x="15658" y="19745"/>
                  <a:pt x="15838" y="19696"/>
                  <a:pt x="15998" y="19594"/>
                </a:cubicBezTo>
                <a:lnTo>
                  <a:pt x="16822" y="19047"/>
                </a:lnTo>
                <a:cubicBezTo>
                  <a:pt x="17257" y="18769"/>
                  <a:pt x="17369" y="18179"/>
                  <a:pt x="17092" y="17745"/>
                </a:cubicBezTo>
                <a:lnTo>
                  <a:pt x="16458" y="16790"/>
                </a:lnTo>
                <a:cubicBezTo>
                  <a:pt x="16276" y="16512"/>
                  <a:pt x="16310" y="16130"/>
                  <a:pt x="16536" y="15879"/>
                </a:cubicBezTo>
                <a:cubicBezTo>
                  <a:pt x="17048" y="15332"/>
                  <a:pt x="17482" y="14690"/>
                  <a:pt x="17829" y="13995"/>
                </a:cubicBezTo>
                <a:cubicBezTo>
                  <a:pt x="17954" y="13738"/>
                  <a:pt x="18216" y="13580"/>
                  <a:pt x="18494" y="13580"/>
                </a:cubicBezTo>
                <a:cubicBezTo>
                  <a:pt x="18544" y="13580"/>
                  <a:pt x="18595" y="13585"/>
                  <a:pt x="18645" y="13596"/>
                </a:cubicBezTo>
                <a:lnTo>
                  <a:pt x="19704" y="13813"/>
                </a:lnTo>
                <a:cubicBezTo>
                  <a:pt x="19770" y="13824"/>
                  <a:pt x="19835" y="13830"/>
                  <a:pt x="19899" y="13830"/>
                </a:cubicBezTo>
                <a:cubicBezTo>
                  <a:pt x="20372" y="13830"/>
                  <a:pt x="20767" y="13527"/>
                  <a:pt x="20859" y="13075"/>
                </a:cubicBezTo>
                <a:lnTo>
                  <a:pt x="21058" y="12103"/>
                </a:lnTo>
                <a:cubicBezTo>
                  <a:pt x="21171" y="11599"/>
                  <a:pt x="20841" y="11096"/>
                  <a:pt x="20338" y="10992"/>
                </a:cubicBezTo>
                <a:lnTo>
                  <a:pt x="19314" y="10775"/>
                </a:lnTo>
                <a:cubicBezTo>
                  <a:pt x="18975" y="10705"/>
                  <a:pt x="18741" y="10419"/>
                  <a:pt x="18732" y="10063"/>
                </a:cubicBezTo>
                <a:cubicBezTo>
                  <a:pt x="18706" y="9264"/>
                  <a:pt x="18559" y="8483"/>
                  <a:pt x="18307" y="7745"/>
                </a:cubicBezTo>
                <a:cubicBezTo>
                  <a:pt x="18194" y="7424"/>
                  <a:pt x="18315" y="7068"/>
                  <a:pt x="18593" y="6886"/>
                </a:cubicBezTo>
                <a:lnTo>
                  <a:pt x="19401" y="6357"/>
                </a:lnTo>
                <a:cubicBezTo>
                  <a:pt x="19835" y="6079"/>
                  <a:pt x="19956" y="5488"/>
                  <a:pt x="19670" y="5054"/>
                </a:cubicBezTo>
                <a:lnTo>
                  <a:pt x="19131" y="4230"/>
                </a:lnTo>
                <a:cubicBezTo>
                  <a:pt x="18950" y="3955"/>
                  <a:pt x="18650" y="3806"/>
                  <a:pt x="18345" y="3806"/>
                </a:cubicBezTo>
                <a:cubicBezTo>
                  <a:pt x="18168" y="3806"/>
                  <a:pt x="17989" y="3856"/>
                  <a:pt x="17829" y="3961"/>
                </a:cubicBezTo>
                <a:lnTo>
                  <a:pt x="17057" y="4473"/>
                </a:lnTo>
                <a:cubicBezTo>
                  <a:pt x="16930" y="4551"/>
                  <a:pt x="16789" y="4590"/>
                  <a:pt x="16650" y="4590"/>
                </a:cubicBezTo>
                <a:cubicBezTo>
                  <a:pt x="16467" y="4590"/>
                  <a:pt x="16285" y="4523"/>
                  <a:pt x="16137" y="4395"/>
                </a:cubicBezTo>
                <a:cubicBezTo>
                  <a:pt x="15546" y="3839"/>
                  <a:pt x="14869" y="3370"/>
                  <a:pt x="14114" y="3006"/>
                </a:cubicBezTo>
                <a:cubicBezTo>
                  <a:pt x="13810" y="2850"/>
                  <a:pt x="13637" y="2520"/>
                  <a:pt x="13715" y="2181"/>
                </a:cubicBezTo>
                <a:lnTo>
                  <a:pt x="13889" y="1348"/>
                </a:lnTo>
                <a:cubicBezTo>
                  <a:pt x="14001" y="836"/>
                  <a:pt x="13672" y="332"/>
                  <a:pt x="13159" y="228"/>
                </a:cubicBezTo>
                <a:lnTo>
                  <a:pt x="12196" y="20"/>
                </a:lnTo>
                <a:cubicBezTo>
                  <a:pt x="12131" y="7"/>
                  <a:pt x="12066" y="0"/>
                  <a:pt x="120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3" name="Google Shape;603;p39"/>
          <p:cNvGrpSpPr/>
          <p:nvPr/>
        </p:nvGrpSpPr>
        <p:grpSpPr>
          <a:xfrm flipH="1">
            <a:off x="8553471" y="74793"/>
            <a:ext cx="508385" cy="644675"/>
            <a:chOff x="4859771" y="3053445"/>
            <a:chExt cx="508385" cy="644675"/>
          </a:xfrm>
        </p:grpSpPr>
        <p:sp>
          <p:nvSpPr>
            <p:cNvPr id="604" name="Google Shape;604;p39"/>
            <p:cNvSpPr/>
            <p:nvPr/>
          </p:nvSpPr>
          <p:spPr>
            <a:xfrm>
              <a:off x="4859771" y="3053445"/>
              <a:ext cx="508385" cy="644675"/>
            </a:xfrm>
            <a:custGeom>
              <a:rect b="b" l="l" r="r" t="t"/>
              <a:pathLst>
                <a:path extrusionOk="0" h="18968" w="14958">
                  <a:moveTo>
                    <a:pt x="1216" y="1"/>
                  </a:moveTo>
                  <a:cubicBezTo>
                    <a:pt x="548" y="1"/>
                    <a:pt x="1" y="609"/>
                    <a:pt x="1" y="1346"/>
                  </a:cubicBezTo>
                  <a:lnTo>
                    <a:pt x="1" y="17622"/>
                  </a:lnTo>
                  <a:cubicBezTo>
                    <a:pt x="1" y="18368"/>
                    <a:pt x="548" y="18967"/>
                    <a:pt x="1216" y="18967"/>
                  </a:cubicBezTo>
                  <a:lnTo>
                    <a:pt x="13742" y="18967"/>
                  </a:lnTo>
                  <a:cubicBezTo>
                    <a:pt x="14410" y="18967"/>
                    <a:pt x="14957" y="18368"/>
                    <a:pt x="14957" y="17622"/>
                  </a:cubicBezTo>
                  <a:lnTo>
                    <a:pt x="14957" y="3820"/>
                  </a:lnTo>
                  <a:lnTo>
                    <a:pt x="1194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39"/>
            <p:cNvSpPr/>
            <p:nvPr/>
          </p:nvSpPr>
          <p:spPr>
            <a:xfrm>
              <a:off x="5265729" y="3053751"/>
              <a:ext cx="101827" cy="130444"/>
            </a:xfrm>
            <a:custGeom>
              <a:rect b="b" l="l" r="r" t="t"/>
              <a:pathLst>
                <a:path extrusionOk="0" h="3838" w="2996">
                  <a:moveTo>
                    <a:pt x="1" y="1"/>
                  </a:moveTo>
                  <a:lnTo>
                    <a:pt x="1" y="2856"/>
                  </a:lnTo>
                  <a:cubicBezTo>
                    <a:pt x="1" y="3395"/>
                    <a:pt x="409" y="3837"/>
                    <a:pt x="895" y="3837"/>
                  </a:cubicBezTo>
                  <a:lnTo>
                    <a:pt x="2996" y="382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39"/>
            <p:cNvSpPr/>
            <p:nvPr/>
          </p:nvSpPr>
          <p:spPr>
            <a:xfrm>
              <a:off x="4961567" y="3237560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0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39"/>
            <p:cNvSpPr/>
            <p:nvPr/>
          </p:nvSpPr>
          <p:spPr>
            <a:xfrm>
              <a:off x="4961567" y="3300099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39"/>
            <p:cNvSpPr/>
            <p:nvPr/>
          </p:nvSpPr>
          <p:spPr>
            <a:xfrm>
              <a:off x="4961567" y="3362943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39"/>
            <p:cNvSpPr/>
            <p:nvPr/>
          </p:nvSpPr>
          <p:spPr>
            <a:xfrm>
              <a:off x="4961567" y="3425482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39"/>
            <p:cNvSpPr/>
            <p:nvPr/>
          </p:nvSpPr>
          <p:spPr>
            <a:xfrm>
              <a:off x="4961567" y="3487748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0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1" name="Google Shape;611;p39"/>
          <p:cNvSpPr txBox="1"/>
          <p:nvPr>
            <p:ph type="title"/>
          </p:nvPr>
        </p:nvSpPr>
        <p:spPr>
          <a:xfrm>
            <a:off x="720000" y="568895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/>
              <a:t>Prática 2: Organização de uma Grade Horária</a:t>
            </a:r>
            <a:endParaRPr sz="2800"/>
          </a:p>
        </p:txBody>
      </p:sp>
      <p:sp>
        <p:nvSpPr>
          <p:cNvPr id="612" name="Google Shape;612;p39"/>
          <p:cNvSpPr txBox="1"/>
          <p:nvPr/>
        </p:nvSpPr>
        <p:spPr>
          <a:xfrm>
            <a:off x="1171050" y="1665925"/>
            <a:ext cx="6801900" cy="20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chivo"/>
              <a:buAutoNum type="arabicPeriod"/>
            </a:pPr>
            <a:r>
              <a:rPr lang="pt-BR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Nomeie a tabela com o contexto da atividade;</a:t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chivo"/>
              <a:buAutoNum type="arabicPeriod"/>
            </a:pPr>
            <a:r>
              <a:rPr lang="pt-BR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Defina os dias e horários (segunda a sexta, 7h às 17h);</a:t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chivo"/>
              <a:buAutoNum type="alphaLcPeriod"/>
            </a:pPr>
            <a:r>
              <a:rPr lang="pt-BR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Lembre de utilizar o preenchimento automático!</a:t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chivo"/>
              <a:buAutoNum type="arabicPeriod"/>
            </a:pPr>
            <a:r>
              <a:rPr lang="pt-BR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Insira as disciplinas/atividades em cada um dos dias/horários;</a:t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chivo"/>
              <a:buAutoNum type="alphaLcPeriod"/>
            </a:pPr>
            <a:r>
              <a:rPr lang="pt-BR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Utilize o preenchimento automático para o caso de atividades repetidas</a:t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chivo"/>
              <a:buAutoNum type="arabicPeriod"/>
            </a:pPr>
            <a:r>
              <a:rPr lang="pt-BR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Estilize os textos, números e células para uma melhor organização.</a:t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613" name="Google Shape;61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9387" y="4285950"/>
            <a:ext cx="973589" cy="64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p39"/>
          <p:cNvPicPr preferRelativeResize="0"/>
          <p:nvPr/>
        </p:nvPicPr>
        <p:blipFill>
          <a:blip r:embed="rId4">
            <a:alphaModFix amt="77000"/>
          </a:blip>
          <a:stretch>
            <a:fillRect/>
          </a:stretch>
        </p:blipFill>
        <p:spPr>
          <a:xfrm>
            <a:off x="7736774" y="4362201"/>
            <a:ext cx="366675" cy="4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" name="Google Shape;615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01075" y="4362211"/>
            <a:ext cx="398281" cy="48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ntro to Recursion by Slidesgo">
  <a:themeElements>
    <a:clrScheme name="Simple Light">
      <a:dk1>
        <a:srgbClr val="041E52"/>
      </a:dk1>
      <a:lt1>
        <a:srgbClr val="FFFFFF"/>
      </a:lt1>
      <a:dk2>
        <a:srgbClr val="073899"/>
      </a:dk2>
      <a:lt2>
        <a:srgbClr val="4F7BC8"/>
      </a:lt2>
      <a:accent1>
        <a:srgbClr val="80B2F1"/>
      </a:accent1>
      <a:accent2>
        <a:srgbClr val="F4F6F8"/>
      </a:accent2>
      <a:accent3>
        <a:srgbClr val="DBE8F1"/>
      </a:accent3>
      <a:accent4>
        <a:srgbClr val="FFFFFF"/>
      </a:accent4>
      <a:accent5>
        <a:srgbClr val="FFFFFF"/>
      </a:accent5>
      <a:accent6>
        <a:srgbClr val="FFFFFF"/>
      </a:accent6>
      <a:hlink>
        <a:srgbClr val="041E5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