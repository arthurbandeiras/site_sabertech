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Arimo"/>
      <p:regular r:id="rId18"/>
      <p:bold r:id="rId19"/>
      <p:italic r:id="rId20"/>
      <p:boldItalic r:id="rId21"/>
    </p:embeddedFont>
    <p:embeddedFont>
      <p:font typeface="Alata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italic.fntdata"/><Relationship Id="rId11" Type="http://schemas.openxmlformats.org/officeDocument/2006/relationships/slide" Target="slides/slide6.xml"/><Relationship Id="rId22" Type="http://schemas.openxmlformats.org/officeDocument/2006/relationships/font" Target="fonts/Alata-regular.fntdata"/><Relationship Id="rId10" Type="http://schemas.openxmlformats.org/officeDocument/2006/relationships/slide" Target="slides/slide5.xml"/><Relationship Id="rId21" Type="http://schemas.openxmlformats.org/officeDocument/2006/relationships/font" Target="fonts/Arim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mo-bold.fntdata"/><Relationship Id="rId6" Type="http://schemas.openxmlformats.org/officeDocument/2006/relationships/slide" Target="slides/slide1.xml"/><Relationship Id="rId18" Type="http://schemas.openxmlformats.org/officeDocument/2006/relationships/font" Target="fonts/Arim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1" name="Google Shape;111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2" name="Google Shape;112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5" name="Google Shape;115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7" name="Google Shape;127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8" name="Google Shape;128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1" name="Google Shape;131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1" name="Google Shape;141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2" name="Google Shape;142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5" name="Google Shape;145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1" name="Google Shape;161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2" name="Google Shape;162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4" name="Google Shape;184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5" name="Google Shape;185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8" name="Google Shape;188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5" name="Google Shape;205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6" name="Google Shape;206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9" name="Google Shape;209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4" name="Google Shape;224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5" name="Google Shape;225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8" name="Google Shape;228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3" name="Google Shape;243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4" name="Google Shape;244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7" name="Google Shape;247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3" name="Google Shape;263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4" name="Google Shape;264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7" name="Google Shape;267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9" name="Google Shape;279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0" name="Google Shape;280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3" name="Google Shape;283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1" name="Google Shape;301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2" name="Google Shape;302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5" name="Google Shape;305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5.png"/><Relationship Id="rId13" Type="http://schemas.openxmlformats.org/officeDocument/2006/relationships/image" Target="../media/image18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2.png"/><Relationship Id="rId1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hyperlink" Target="https://www.canva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Relationship Id="rId7" Type="http://schemas.openxmlformats.org/officeDocument/2006/relationships/image" Target="../media/image34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28.jpg"/><Relationship Id="rId7" Type="http://schemas.openxmlformats.org/officeDocument/2006/relationships/image" Target="../media/image23.png"/><Relationship Id="rId8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31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Relationship Id="rId7" Type="http://schemas.openxmlformats.org/officeDocument/2006/relationships/image" Target="../media/image25.png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38.png"/><Relationship Id="rId7" Type="http://schemas.openxmlformats.org/officeDocument/2006/relationships/image" Target="../media/image40.png"/><Relationship Id="rId8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hyperlink" Target="https://www.canva.com/design/DAGfrigibDU/MZewCA5kIJAfudPUm3lS2Q/edit" TargetMode="External"/><Relationship Id="rId13" Type="http://schemas.openxmlformats.org/officeDocument/2006/relationships/hyperlink" Target="https://www.canva.com/design/DAGfrkGR-yY/AaGLh4mCKcLuSQVTPQ3p_g/edit" TargetMode="External"/><Relationship Id="rId12" Type="http://schemas.openxmlformats.org/officeDocument/2006/relationships/hyperlink" Target="https://www.canva.com/design/DAGfrr2etPU/tYKFVVvtlQd5PbPRR-iNKQ/edit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hyperlink" Target="https://www.canva.com/design/DAGfripJdL0/HPvB4qXZk_DvKmbeVlgabA/edit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49.png"/><Relationship Id="rId7" Type="http://schemas.openxmlformats.org/officeDocument/2006/relationships/hyperlink" Target="https://www.canva.com/design/DAGfrpkocs0/fdy_nYXJwFsyXgoM6ivt6Q/edit" TargetMode="External"/><Relationship Id="rId8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image" Target="../media/image47.png"/><Relationship Id="rId5" Type="http://schemas.openxmlformats.org/officeDocument/2006/relationships/image" Target="../media/image46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B2F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467200" y="404700"/>
            <a:ext cx="11413236" cy="9477566"/>
          </a:xfrm>
          <a:custGeom>
            <a:rect b="b" l="l" r="r" t="t"/>
            <a:pathLst>
              <a:path extrusionOk="0" h="12636754" w="15217648">
                <a:moveTo>
                  <a:pt x="0" y="0"/>
                </a:moveTo>
                <a:lnTo>
                  <a:pt x="15217648" y="0"/>
                </a:lnTo>
                <a:lnTo>
                  <a:pt x="15217648" y="12636754"/>
                </a:lnTo>
                <a:lnTo>
                  <a:pt x="0" y="12636754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>
            <a:off x="8686750" y="1968495"/>
            <a:ext cx="9601486" cy="6329743"/>
          </a:xfrm>
          <a:custGeom>
            <a:rect b="b" l="l" r="r" t="t"/>
            <a:pathLst>
              <a:path extrusionOk="0" h="8439658" w="12801981">
                <a:moveTo>
                  <a:pt x="1404747" y="8439658"/>
                </a:moveTo>
                <a:cubicBezTo>
                  <a:pt x="1404747" y="8439658"/>
                  <a:pt x="0" y="5452745"/>
                  <a:pt x="1039368" y="4056126"/>
                </a:cubicBezTo>
                <a:cubicBezTo>
                  <a:pt x="2093087" y="2640965"/>
                  <a:pt x="2807208" y="3361563"/>
                  <a:pt x="3845941" y="2860802"/>
                </a:cubicBezTo>
                <a:cubicBezTo>
                  <a:pt x="4885944" y="2359279"/>
                  <a:pt x="4974336" y="280035"/>
                  <a:pt x="7058025" y="139192"/>
                </a:cubicBezTo>
                <a:cubicBezTo>
                  <a:pt x="9142603" y="0"/>
                  <a:pt x="12801981" y="1712468"/>
                  <a:pt x="10856849" y="8395589"/>
                </a:cubicBezTo>
                <a:close/>
              </a:path>
            </a:pathLst>
          </a:custGeom>
          <a:solidFill>
            <a:srgbClr val="FFFFFF">
              <a:alpha val="431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3"/>
          <p:cNvGrpSpPr/>
          <p:nvPr/>
        </p:nvGrpSpPr>
        <p:grpSpPr>
          <a:xfrm>
            <a:off x="1414800" y="1802352"/>
            <a:ext cx="8046600" cy="5381849"/>
            <a:chOff x="0" y="0"/>
            <a:chExt cx="10728800" cy="7175798"/>
          </a:xfrm>
        </p:grpSpPr>
        <p:sp>
          <p:nvSpPr>
            <p:cNvPr id="95" name="Google Shape;95;p13"/>
            <p:cNvSpPr/>
            <p:nvPr/>
          </p:nvSpPr>
          <p:spPr>
            <a:xfrm>
              <a:off x="0" y="0"/>
              <a:ext cx="10728800" cy="7175798"/>
            </a:xfrm>
            <a:custGeom>
              <a:rect b="b" l="l" r="r" t="t"/>
              <a:pathLst>
                <a:path extrusionOk="0" h="7175798" w="10728800">
                  <a:moveTo>
                    <a:pt x="0" y="0"/>
                  </a:moveTo>
                  <a:lnTo>
                    <a:pt x="10728800" y="0"/>
                  </a:lnTo>
                  <a:lnTo>
                    <a:pt x="10728800" y="7175798"/>
                  </a:lnTo>
                  <a:lnTo>
                    <a:pt x="0" y="71757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6" name="Google Shape;96;p13"/>
            <p:cNvSpPr txBox="1"/>
            <p:nvPr/>
          </p:nvSpPr>
          <p:spPr>
            <a:xfrm>
              <a:off x="0" y="0"/>
              <a:ext cx="10728800" cy="7175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999" u="none" cap="none" strike="noStrike">
                  <a:solidFill>
                    <a:srgbClr val="041E52"/>
                  </a:solidFill>
                  <a:latin typeface="Alata"/>
                  <a:ea typeface="Alata"/>
                  <a:cs typeface="Alata"/>
                  <a:sym typeface="Alata"/>
                </a:rPr>
                <a:t>Aprendendo a usar o Canva</a:t>
              </a:r>
              <a:endParaRPr/>
            </a:p>
          </p:txBody>
        </p:sp>
      </p:grpSp>
      <p:sp>
        <p:nvSpPr>
          <p:cNvPr id="97" name="Google Shape;97;p13"/>
          <p:cNvSpPr/>
          <p:nvPr/>
        </p:nvSpPr>
        <p:spPr>
          <a:xfrm>
            <a:off x="14252562" y="3087400"/>
            <a:ext cx="2233930" cy="2233386"/>
          </a:xfrm>
          <a:custGeom>
            <a:rect b="b" l="l" r="r" t="t"/>
            <a:pathLst>
              <a:path extrusionOk="0" h="2233386" w="2233930">
                <a:moveTo>
                  <a:pt x="0" y="0"/>
                </a:moveTo>
                <a:lnTo>
                  <a:pt x="2233930" y="0"/>
                </a:lnTo>
                <a:lnTo>
                  <a:pt x="2233930" y="2233386"/>
                </a:lnTo>
                <a:lnTo>
                  <a:pt x="0" y="2233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3"/>
          <p:cNvSpPr/>
          <p:nvPr/>
        </p:nvSpPr>
        <p:spPr>
          <a:xfrm>
            <a:off x="16020370" y="4363060"/>
            <a:ext cx="1439166" cy="1427068"/>
          </a:xfrm>
          <a:custGeom>
            <a:rect b="b" l="l" r="r" t="t"/>
            <a:pathLst>
              <a:path extrusionOk="0" h="1427068" w="1439166">
                <a:moveTo>
                  <a:pt x="0" y="0"/>
                </a:moveTo>
                <a:lnTo>
                  <a:pt x="1439166" y="0"/>
                </a:lnTo>
                <a:lnTo>
                  <a:pt x="1439166" y="1427068"/>
                </a:lnTo>
                <a:lnTo>
                  <a:pt x="0" y="1427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3"/>
          <p:cNvSpPr/>
          <p:nvPr/>
        </p:nvSpPr>
        <p:spPr>
          <a:xfrm>
            <a:off x="14311227" y="1834401"/>
            <a:ext cx="1305104" cy="867956"/>
          </a:xfrm>
          <a:custGeom>
            <a:rect b="b" l="l" r="r" t="t"/>
            <a:pathLst>
              <a:path extrusionOk="0" h="867956" w="1305104">
                <a:moveTo>
                  <a:pt x="0" y="0"/>
                </a:moveTo>
                <a:lnTo>
                  <a:pt x="1305104" y="0"/>
                </a:lnTo>
                <a:lnTo>
                  <a:pt x="1305104" y="867956"/>
                </a:lnTo>
                <a:lnTo>
                  <a:pt x="0" y="8679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3"/>
          <p:cNvSpPr/>
          <p:nvPr/>
        </p:nvSpPr>
        <p:spPr>
          <a:xfrm>
            <a:off x="10439726" y="4187262"/>
            <a:ext cx="5076780" cy="4112790"/>
          </a:xfrm>
          <a:custGeom>
            <a:rect b="b" l="l" r="r" t="t"/>
            <a:pathLst>
              <a:path extrusionOk="0" h="4112790" w="5076780">
                <a:moveTo>
                  <a:pt x="0" y="0"/>
                </a:moveTo>
                <a:lnTo>
                  <a:pt x="5076780" y="0"/>
                </a:lnTo>
                <a:lnTo>
                  <a:pt x="5076780" y="4112790"/>
                </a:lnTo>
                <a:lnTo>
                  <a:pt x="0" y="41127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/>
          <p:nvPr/>
        </p:nvSpPr>
        <p:spPr>
          <a:xfrm>
            <a:off x="15044124" y="4913660"/>
            <a:ext cx="1623854" cy="1506394"/>
          </a:xfrm>
          <a:custGeom>
            <a:rect b="b" l="l" r="r" t="t"/>
            <a:pathLst>
              <a:path extrusionOk="0" h="1506394" w="1623854">
                <a:moveTo>
                  <a:pt x="0" y="0"/>
                </a:moveTo>
                <a:lnTo>
                  <a:pt x="1623854" y="0"/>
                </a:lnTo>
                <a:lnTo>
                  <a:pt x="1623854" y="1506394"/>
                </a:lnTo>
                <a:lnTo>
                  <a:pt x="0" y="1506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3"/>
          <p:cNvSpPr/>
          <p:nvPr/>
        </p:nvSpPr>
        <p:spPr>
          <a:xfrm>
            <a:off x="12043180" y="2462558"/>
            <a:ext cx="1828596" cy="1506394"/>
          </a:xfrm>
          <a:custGeom>
            <a:rect b="b" l="l" r="r" t="t"/>
            <a:pathLst>
              <a:path extrusionOk="0" h="1506394" w="1828596">
                <a:moveTo>
                  <a:pt x="0" y="0"/>
                </a:moveTo>
                <a:lnTo>
                  <a:pt x="1828596" y="0"/>
                </a:lnTo>
                <a:lnTo>
                  <a:pt x="1828596" y="1506394"/>
                </a:lnTo>
                <a:lnTo>
                  <a:pt x="0" y="1506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3"/>
          <p:cNvSpPr/>
          <p:nvPr/>
        </p:nvSpPr>
        <p:spPr>
          <a:xfrm>
            <a:off x="15651242" y="6517366"/>
            <a:ext cx="1016770" cy="1289350"/>
          </a:xfrm>
          <a:custGeom>
            <a:rect b="b" l="l" r="r" t="t"/>
            <a:pathLst>
              <a:path extrusionOk="0" h="1289350" w="1016770">
                <a:moveTo>
                  <a:pt x="0" y="0"/>
                </a:moveTo>
                <a:lnTo>
                  <a:pt x="1016770" y="0"/>
                </a:lnTo>
                <a:lnTo>
                  <a:pt x="1016770" y="1289350"/>
                </a:lnTo>
                <a:lnTo>
                  <a:pt x="0" y="1289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13"/>
          <p:cNvSpPr/>
          <p:nvPr/>
        </p:nvSpPr>
        <p:spPr>
          <a:xfrm>
            <a:off x="9943782" y="3526592"/>
            <a:ext cx="1492256" cy="2414812"/>
          </a:xfrm>
          <a:custGeom>
            <a:rect b="b" l="l" r="r" t="t"/>
            <a:pathLst>
              <a:path extrusionOk="0" h="2414812" w="1492256">
                <a:moveTo>
                  <a:pt x="0" y="0"/>
                </a:moveTo>
                <a:lnTo>
                  <a:pt x="1492256" y="0"/>
                </a:lnTo>
                <a:lnTo>
                  <a:pt x="1492256" y="2414812"/>
                </a:lnTo>
                <a:lnTo>
                  <a:pt x="0" y="24148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3"/>
          <p:cNvSpPr/>
          <p:nvPr/>
        </p:nvSpPr>
        <p:spPr>
          <a:xfrm>
            <a:off x="10288358" y="2301454"/>
            <a:ext cx="1481040" cy="957738"/>
          </a:xfrm>
          <a:custGeom>
            <a:rect b="b" l="l" r="r" t="t"/>
            <a:pathLst>
              <a:path extrusionOk="0" h="957738" w="1481040">
                <a:moveTo>
                  <a:pt x="0" y="0"/>
                </a:moveTo>
                <a:lnTo>
                  <a:pt x="1481040" y="0"/>
                </a:lnTo>
                <a:lnTo>
                  <a:pt x="1481040" y="957738"/>
                </a:lnTo>
                <a:lnTo>
                  <a:pt x="0" y="957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3"/>
          <p:cNvSpPr/>
          <p:nvPr/>
        </p:nvSpPr>
        <p:spPr>
          <a:xfrm>
            <a:off x="565650" y="375250"/>
            <a:ext cx="2170250" cy="1427102"/>
          </a:xfrm>
          <a:custGeom>
            <a:rect b="b" l="l" r="r" t="t"/>
            <a:pathLst>
              <a:path extrusionOk="0" h="1427102" w="2170250">
                <a:moveTo>
                  <a:pt x="0" y="0"/>
                </a:moveTo>
                <a:lnTo>
                  <a:pt x="2170250" y="0"/>
                </a:lnTo>
                <a:lnTo>
                  <a:pt x="2170250" y="1427102"/>
                </a:lnTo>
                <a:lnTo>
                  <a:pt x="0" y="14271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3"/>
          <p:cNvSpPr/>
          <p:nvPr/>
        </p:nvSpPr>
        <p:spPr>
          <a:xfrm>
            <a:off x="10636100" y="505950"/>
            <a:ext cx="1016750" cy="1244998"/>
          </a:xfrm>
          <a:custGeom>
            <a:rect b="b" l="l" r="r" t="t"/>
            <a:pathLst>
              <a:path extrusionOk="0" h="1244998" w="1016750">
                <a:moveTo>
                  <a:pt x="0" y="0"/>
                </a:moveTo>
                <a:lnTo>
                  <a:pt x="1016750" y="0"/>
                </a:lnTo>
                <a:lnTo>
                  <a:pt x="1016750" y="1244998"/>
                </a:lnTo>
                <a:lnTo>
                  <a:pt x="0" y="1244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13"/>
          <p:cNvSpPr/>
          <p:nvPr/>
        </p:nvSpPr>
        <p:spPr>
          <a:xfrm>
            <a:off x="869146" y="8580954"/>
            <a:ext cx="805506" cy="1071346"/>
          </a:xfrm>
          <a:custGeom>
            <a:rect b="b" l="l" r="r" t="t"/>
            <a:pathLst>
              <a:path extrusionOk="0" h="1071346" w="805506">
                <a:moveTo>
                  <a:pt x="0" y="0"/>
                </a:moveTo>
                <a:lnTo>
                  <a:pt x="805506" y="0"/>
                </a:lnTo>
                <a:lnTo>
                  <a:pt x="805506" y="1071346"/>
                </a:lnTo>
                <a:lnTo>
                  <a:pt x="0" y="1071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 amt="62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B2F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/>
          <p:nvPr/>
        </p:nvSpPr>
        <p:spPr>
          <a:xfrm>
            <a:off x="467200" y="404700"/>
            <a:ext cx="17353789" cy="9477566"/>
          </a:xfrm>
          <a:custGeom>
            <a:rect b="b" l="l" r="r" t="t"/>
            <a:pathLst>
              <a:path extrusionOk="0" h="12636754" w="23138385">
                <a:moveTo>
                  <a:pt x="0" y="0"/>
                </a:moveTo>
                <a:lnTo>
                  <a:pt x="23138385" y="0"/>
                </a:lnTo>
                <a:lnTo>
                  <a:pt x="23138385" y="12636754"/>
                </a:lnTo>
                <a:lnTo>
                  <a:pt x="0" y="12636754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</p:sp>
      <p:sp>
        <p:nvSpPr>
          <p:cNvPr id="118" name="Google Shape;118;p14"/>
          <p:cNvSpPr/>
          <p:nvPr/>
        </p:nvSpPr>
        <p:spPr>
          <a:xfrm>
            <a:off x="13226524" y="8499774"/>
            <a:ext cx="1947178" cy="1280398"/>
          </a:xfrm>
          <a:custGeom>
            <a:rect b="b" l="l" r="r" t="t"/>
            <a:pathLst>
              <a:path extrusionOk="0" h="1280398" w="1947178">
                <a:moveTo>
                  <a:pt x="0" y="0"/>
                </a:moveTo>
                <a:lnTo>
                  <a:pt x="1947178" y="0"/>
                </a:lnTo>
                <a:lnTo>
                  <a:pt x="1947178" y="1280398"/>
                </a:lnTo>
                <a:lnTo>
                  <a:pt x="0" y="1280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4"/>
          <p:cNvSpPr/>
          <p:nvPr/>
        </p:nvSpPr>
        <p:spPr>
          <a:xfrm>
            <a:off x="15337548" y="8652302"/>
            <a:ext cx="733350" cy="975348"/>
          </a:xfrm>
          <a:custGeom>
            <a:rect b="b" l="l" r="r" t="t"/>
            <a:pathLst>
              <a:path extrusionOk="0" h="975348" w="733350">
                <a:moveTo>
                  <a:pt x="0" y="0"/>
                </a:moveTo>
                <a:lnTo>
                  <a:pt x="733350" y="0"/>
                </a:lnTo>
                <a:lnTo>
                  <a:pt x="733350" y="975348"/>
                </a:lnTo>
                <a:lnTo>
                  <a:pt x="0" y="975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14"/>
          <p:cNvSpPr/>
          <p:nvPr/>
        </p:nvSpPr>
        <p:spPr>
          <a:xfrm>
            <a:off x="16486850" y="8652296"/>
            <a:ext cx="796562" cy="975350"/>
          </a:xfrm>
          <a:custGeom>
            <a:rect b="b" l="l" r="r" t="t"/>
            <a:pathLst>
              <a:path extrusionOk="0" h="975350" w="796562">
                <a:moveTo>
                  <a:pt x="0" y="0"/>
                </a:moveTo>
                <a:lnTo>
                  <a:pt x="796562" y="0"/>
                </a:lnTo>
                <a:lnTo>
                  <a:pt x="796562" y="975350"/>
                </a:lnTo>
                <a:lnTo>
                  <a:pt x="0" y="975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14"/>
          <p:cNvSpPr txBox="1"/>
          <p:nvPr/>
        </p:nvSpPr>
        <p:spPr>
          <a:xfrm>
            <a:off x="1028700" y="930200"/>
            <a:ext cx="168583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3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O que é o Canva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393975" y="2092250"/>
            <a:ext cx="11838150" cy="2396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7520" lvl="1" marL="955040" marR="0" rtl="0" algn="l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Clr>
                <a:srgbClr val="7E9CD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Ferramenta online e com diversas ferramentas de apresentação gratuitas.</a:t>
            </a:r>
            <a:endParaRPr/>
          </a:p>
          <a:p>
            <a:pPr indent="-477520" lvl="1" marL="955040" marR="0" rtl="0" algn="l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Clr>
                <a:srgbClr val="7E9CD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Precisa apenas de Internet e você consegue acessar todas suas apresentações com poucos clicks.</a:t>
            </a:r>
            <a:endParaRPr/>
          </a:p>
          <a:p>
            <a:pPr indent="-477520" lvl="1" marL="95504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7E9CD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1028700" y="5114925"/>
            <a:ext cx="16858350" cy="99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3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Benefícios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393975" y="6427000"/>
            <a:ext cx="11838150" cy="1911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7520" lvl="1" marL="955040" marR="0" rtl="0" algn="l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Clr>
                <a:srgbClr val="7E9CD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Compartilhamento fácil;</a:t>
            </a:r>
            <a:endParaRPr/>
          </a:p>
          <a:p>
            <a:pPr indent="-477393" lvl="1" marL="954785" marR="0" rtl="0" algn="l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Clr>
                <a:srgbClr val="7E9CD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Colaboração em tempo real com várias pessoas;</a:t>
            </a:r>
            <a:endParaRPr/>
          </a:p>
          <a:p>
            <a:pPr indent="-477520" lvl="1" marL="955040" marR="0" rtl="0" algn="l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Clr>
                <a:srgbClr val="7E9CD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Modelos prontos que facilitam as construções.</a:t>
            </a:r>
            <a:endParaRPr/>
          </a:p>
          <a:p>
            <a:pPr indent="-477520" lvl="1" marL="95504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7E9CD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B2F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467200" y="404700"/>
            <a:ext cx="17353789" cy="9477566"/>
          </a:xfrm>
          <a:custGeom>
            <a:rect b="b" l="l" r="r" t="t"/>
            <a:pathLst>
              <a:path extrusionOk="0" h="12636754" w="23138385">
                <a:moveTo>
                  <a:pt x="0" y="0"/>
                </a:moveTo>
                <a:lnTo>
                  <a:pt x="23138385" y="0"/>
                </a:lnTo>
                <a:lnTo>
                  <a:pt x="23138385" y="12636754"/>
                </a:lnTo>
                <a:lnTo>
                  <a:pt x="0" y="12636754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</p:sp>
      <p:sp>
        <p:nvSpPr>
          <p:cNvPr id="134" name="Google Shape;134;p15"/>
          <p:cNvSpPr/>
          <p:nvPr/>
        </p:nvSpPr>
        <p:spPr>
          <a:xfrm>
            <a:off x="13226524" y="8499774"/>
            <a:ext cx="1947178" cy="1280398"/>
          </a:xfrm>
          <a:custGeom>
            <a:rect b="b" l="l" r="r" t="t"/>
            <a:pathLst>
              <a:path extrusionOk="0" h="1280398" w="1947178">
                <a:moveTo>
                  <a:pt x="0" y="0"/>
                </a:moveTo>
                <a:lnTo>
                  <a:pt x="1947178" y="0"/>
                </a:lnTo>
                <a:lnTo>
                  <a:pt x="1947178" y="1280398"/>
                </a:lnTo>
                <a:lnTo>
                  <a:pt x="0" y="1280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5"/>
          <p:cNvSpPr/>
          <p:nvPr/>
        </p:nvSpPr>
        <p:spPr>
          <a:xfrm>
            <a:off x="15337548" y="8652302"/>
            <a:ext cx="733350" cy="975348"/>
          </a:xfrm>
          <a:custGeom>
            <a:rect b="b" l="l" r="r" t="t"/>
            <a:pathLst>
              <a:path extrusionOk="0" h="975348" w="733350">
                <a:moveTo>
                  <a:pt x="0" y="0"/>
                </a:moveTo>
                <a:lnTo>
                  <a:pt x="733350" y="0"/>
                </a:lnTo>
                <a:lnTo>
                  <a:pt x="733350" y="975348"/>
                </a:lnTo>
                <a:lnTo>
                  <a:pt x="0" y="975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15"/>
          <p:cNvSpPr/>
          <p:nvPr/>
        </p:nvSpPr>
        <p:spPr>
          <a:xfrm>
            <a:off x="16486850" y="8652296"/>
            <a:ext cx="796562" cy="975350"/>
          </a:xfrm>
          <a:custGeom>
            <a:rect b="b" l="l" r="r" t="t"/>
            <a:pathLst>
              <a:path extrusionOk="0" h="975350" w="796562">
                <a:moveTo>
                  <a:pt x="0" y="0"/>
                </a:moveTo>
                <a:lnTo>
                  <a:pt x="796562" y="0"/>
                </a:lnTo>
                <a:lnTo>
                  <a:pt x="796562" y="975350"/>
                </a:lnTo>
                <a:lnTo>
                  <a:pt x="0" y="975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15"/>
          <p:cNvSpPr txBox="1"/>
          <p:nvPr/>
        </p:nvSpPr>
        <p:spPr>
          <a:xfrm>
            <a:off x="962650" y="2391896"/>
            <a:ext cx="168583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3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Como acessar: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467200" y="5057775"/>
            <a:ext cx="11838150" cy="2726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81990" lvl="1" marL="1363979" marR="0" rtl="0" algn="l">
              <a:lnSpc>
                <a:spcPct val="138009"/>
              </a:lnSpc>
              <a:spcBef>
                <a:spcPts val="0"/>
              </a:spcBef>
              <a:spcAft>
                <a:spcPts val="0"/>
              </a:spcAft>
              <a:buClr>
                <a:srgbClr val="7E9CD0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Seguir o link para o </a:t>
            </a:r>
            <a:r>
              <a:rPr b="0" i="0" lang="en-US" sz="3999" u="sng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site</a:t>
            </a:r>
            <a:r>
              <a:rPr b="0" i="0" lang="en-US" sz="39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;</a:t>
            </a:r>
            <a:endParaRPr/>
          </a:p>
          <a:p>
            <a:pPr indent="-682171" lvl="1" marL="1364342" marR="0" rtl="0" algn="l">
              <a:lnSpc>
                <a:spcPct val="138009"/>
              </a:lnSpc>
              <a:spcBef>
                <a:spcPts val="0"/>
              </a:spcBef>
              <a:spcAft>
                <a:spcPts val="0"/>
              </a:spcAft>
              <a:buClr>
                <a:srgbClr val="7E9CD0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Criar uma conta, ou entrar em uma conta de e-mail já cadastrada no seu computador.</a:t>
            </a:r>
            <a:endParaRPr/>
          </a:p>
          <a:p>
            <a:pPr indent="-682171" lvl="1" marL="1364342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99" u="none" cap="none" strike="noStrike">
              <a:solidFill>
                <a:srgbClr val="7E9CD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B2F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/>
          <p:nvPr/>
        </p:nvSpPr>
        <p:spPr>
          <a:xfrm>
            <a:off x="467200" y="404700"/>
            <a:ext cx="17353789" cy="9477566"/>
          </a:xfrm>
          <a:custGeom>
            <a:rect b="b" l="l" r="r" t="t"/>
            <a:pathLst>
              <a:path extrusionOk="0" h="12636754" w="23138385">
                <a:moveTo>
                  <a:pt x="0" y="0"/>
                </a:moveTo>
                <a:lnTo>
                  <a:pt x="23138385" y="0"/>
                </a:lnTo>
                <a:lnTo>
                  <a:pt x="23138385" y="12636754"/>
                </a:lnTo>
                <a:lnTo>
                  <a:pt x="0" y="12636754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</p:sp>
      <p:sp>
        <p:nvSpPr>
          <p:cNvPr id="148" name="Google Shape;148;p16"/>
          <p:cNvSpPr/>
          <p:nvPr/>
        </p:nvSpPr>
        <p:spPr>
          <a:xfrm>
            <a:off x="197798" y="8859946"/>
            <a:ext cx="1439166" cy="1427068"/>
          </a:xfrm>
          <a:custGeom>
            <a:rect b="b" l="l" r="r" t="t"/>
            <a:pathLst>
              <a:path extrusionOk="0" h="1427068" w="1439166">
                <a:moveTo>
                  <a:pt x="0" y="0"/>
                </a:moveTo>
                <a:lnTo>
                  <a:pt x="1439166" y="0"/>
                </a:lnTo>
                <a:lnTo>
                  <a:pt x="1439166" y="1427068"/>
                </a:lnTo>
                <a:lnTo>
                  <a:pt x="0" y="1427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16"/>
          <p:cNvSpPr/>
          <p:nvPr/>
        </p:nvSpPr>
        <p:spPr>
          <a:xfrm>
            <a:off x="834724" y="8273736"/>
            <a:ext cx="1623854" cy="1506394"/>
          </a:xfrm>
          <a:custGeom>
            <a:rect b="b" l="l" r="r" t="t"/>
            <a:pathLst>
              <a:path extrusionOk="0" h="1506394" w="1623854">
                <a:moveTo>
                  <a:pt x="0" y="0"/>
                </a:moveTo>
                <a:lnTo>
                  <a:pt x="1623854" y="0"/>
                </a:lnTo>
                <a:lnTo>
                  <a:pt x="1623854" y="1506394"/>
                </a:lnTo>
                <a:lnTo>
                  <a:pt x="0" y="1506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16"/>
          <p:cNvSpPr/>
          <p:nvPr/>
        </p:nvSpPr>
        <p:spPr>
          <a:xfrm>
            <a:off x="16486850" y="8652296"/>
            <a:ext cx="796562" cy="975350"/>
          </a:xfrm>
          <a:custGeom>
            <a:rect b="b" l="l" r="r" t="t"/>
            <a:pathLst>
              <a:path extrusionOk="0" h="975350" w="796562">
                <a:moveTo>
                  <a:pt x="0" y="0"/>
                </a:moveTo>
                <a:lnTo>
                  <a:pt x="796562" y="0"/>
                </a:lnTo>
                <a:lnTo>
                  <a:pt x="796562" y="975350"/>
                </a:lnTo>
                <a:lnTo>
                  <a:pt x="0" y="975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16"/>
          <p:cNvSpPr/>
          <p:nvPr/>
        </p:nvSpPr>
        <p:spPr>
          <a:xfrm>
            <a:off x="15337548" y="8652302"/>
            <a:ext cx="733350" cy="975348"/>
          </a:xfrm>
          <a:custGeom>
            <a:rect b="b" l="l" r="r" t="t"/>
            <a:pathLst>
              <a:path extrusionOk="0" h="975348" w="733350">
                <a:moveTo>
                  <a:pt x="0" y="0"/>
                </a:moveTo>
                <a:lnTo>
                  <a:pt x="733350" y="0"/>
                </a:lnTo>
                <a:lnTo>
                  <a:pt x="733350" y="975348"/>
                </a:lnTo>
                <a:lnTo>
                  <a:pt x="0" y="975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16"/>
          <p:cNvSpPr/>
          <p:nvPr/>
        </p:nvSpPr>
        <p:spPr>
          <a:xfrm>
            <a:off x="13226524" y="8499774"/>
            <a:ext cx="1947178" cy="1280398"/>
          </a:xfrm>
          <a:custGeom>
            <a:rect b="b" l="l" r="r" t="t"/>
            <a:pathLst>
              <a:path extrusionOk="0" h="1280398" w="1947178">
                <a:moveTo>
                  <a:pt x="0" y="0"/>
                </a:moveTo>
                <a:lnTo>
                  <a:pt x="1947178" y="0"/>
                </a:lnTo>
                <a:lnTo>
                  <a:pt x="1947178" y="1280398"/>
                </a:lnTo>
                <a:lnTo>
                  <a:pt x="0" y="1280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16"/>
          <p:cNvSpPr txBox="1"/>
          <p:nvPr/>
        </p:nvSpPr>
        <p:spPr>
          <a:xfrm>
            <a:off x="0" y="2519077"/>
            <a:ext cx="1828800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46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Criando uma apresentação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0" y="3638963"/>
            <a:ext cx="18318849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Você pode iniciar uma apresentação em branco ou selecionar um modelo já existente</a:t>
            </a:r>
            <a:endParaRPr/>
          </a:p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99" u="none" cap="none" strike="noStrike">
              <a:solidFill>
                <a:srgbClr val="7E9CD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99" u="none" cap="none" strike="noStrike">
              <a:solidFill>
                <a:srgbClr val="7E9CD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55" name="Google Shape;155;p16"/>
          <p:cNvGrpSpPr/>
          <p:nvPr/>
        </p:nvGrpSpPr>
        <p:grpSpPr>
          <a:xfrm>
            <a:off x="0" y="656146"/>
            <a:ext cx="18318849" cy="3756819"/>
            <a:chOff x="0" y="-9525"/>
            <a:chExt cx="24425132" cy="5009092"/>
          </a:xfrm>
        </p:grpSpPr>
        <p:sp>
          <p:nvSpPr>
            <p:cNvPr id="156" name="Google Shape;156;p16"/>
            <p:cNvSpPr/>
            <p:nvPr/>
          </p:nvSpPr>
          <p:spPr>
            <a:xfrm>
              <a:off x="0" y="0"/>
              <a:ext cx="24425132" cy="4999567"/>
            </a:xfrm>
            <a:custGeom>
              <a:rect b="b" l="l" r="r" t="t"/>
              <a:pathLst>
                <a:path extrusionOk="0" h="4999567" w="24425132">
                  <a:moveTo>
                    <a:pt x="0" y="0"/>
                  </a:moveTo>
                  <a:lnTo>
                    <a:pt x="24425132" y="0"/>
                  </a:lnTo>
                  <a:lnTo>
                    <a:pt x="24425132" y="4999567"/>
                  </a:lnTo>
                  <a:lnTo>
                    <a:pt x="0" y="49995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7" name="Google Shape;157;p16"/>
            <p:cNvSpPr txBox="1"/>
            <p:nvPr/>
          </p:nvSpPr>
          <p:spPr>
            <a:xfrm>
              <a:off x="0" y="-9525"/>
              <a:ext cx="24425132" cy="5009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000" u="none" cap="none" strike="noStrike">
                  <a:solidFill>
                    <a:srgbClr val="041E52"/>
                  </a:solidFill>
                  <a:latin typeface="Alata"/>
                  <a:ea typeface="Alata"/>
                  <a:cs typeface="Alata"/>
                  <a:sym typeface="Alata"/>
                </a:rPr>
                <a:t>A Estrutura do Canva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000" u="none" cap="none" strike="noStrike">
                <a:solidFill>
                  <a:srgbClr val="041E52"/>
                </a:solidFill>
                <a:latin typeface="Alata"/>
                <a:ea typeface="Alata"/>
                <a:cs typeface="Alata"/>
                <a:sym typeface="Alata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000" u="none" cap="none" strike="noStrike">
                <a:solidFill>
                  <a:srgbClr val="041E52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  <p:sp>
        <p:nvSpPr>
          <p:cNvPr id="158" name="Google Shape;158;p16"/>
          <p:cNvSpPr/>
          <p:nvPr/>
        </p:nvSpPr>
        <p:spPr>
          <a:xfrm>
            <a:off x="4601145" y="4253288"/>
            <a:ext cx="9116559" cy="4246486"/>
          </a:xfrm>
          <a:custGeom>
            <a:rect b="b" l="l" r="r" t="t"/>
            <a:pathLst>
              <a:path extrusionOk="0" h="4246486" w="9116559">
                <a:moveTo>
                  <a:pt x="0" y="0"/>
                </a:moveTo>
                <a:lnTo>
                  <a:pt x="9116559" y="0"/>
                </a:lnTo>
                <a:lnTo>
                  <a:pt x="9116559" y="4246486"/>
                </a:lnTo>
                <a:lnTo>
                  <a:pt x="0" y="42464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8480" l="-657" r="-657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B2F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/>
          <p:nvPr/>
        </p:nvSpPr>
        <p:spPr>
          <a:xfrm>
            <a:off x="467200" y="404700"/>
            <a:ext cx="17353789" cy="9477566"/>
          </a:xfrm>
          <a:custGeom>
            <a:rect b="b" l="l" r="r" t="t"/>
            <a:pathLst>
              <a:path extrusionOk="0" h="12636754" w="23138385">
                <a:moveTo>
                  <a:pt x="0" y="0"/>
                </a:moveTo>
                <a:lnTo>
                  <a:pt x="23138385" y="0"/>
                </a:lnTo>
                <a:lnTo>
                  <a:pt x="23138385" y="12636754"/>
                </a:lnTo>
                <a:lnTo>
                  <a:pt x="0" y="12636754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</p:sp>
      <p:sp>
        <p:nvSpPr>
          <p:cNvPr id="168" name="Google Shape;168;p17"/>
          <p:cNvSpPr/>
          <p:nvPr/>
        </p:nvSpPr>
        <p:spPr>
          <a:xfrm>
            <a:off x="13226524" y="8499774"/>
            <a:ext cx="1947178" cy="1280398"/>
          </a:xfrm>
          <a:custGeom>
            <a:rect b="b" l="l" r="r" t="t"/>
            <a:pathLst>
              <a:path extrusionOk="0" h="1280398" w="1947178">
                <a:moveTo>
                  <a:pt x="0" y="0"/>
                </a:moveTo>
                <a:lnTo>
                  <a:pt x="1947178" y="0"/>
                </a:lnTo>
                <a:lnTo>
                  <a:pt x="1947178" y="1280398"/>
                </a:lnTo>
                <a:lnTo>
                  <a:pt x="0" y="1280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7"/>
          <p:cNvSpPr/>
          <p:nvPr/>
        </p:nvSpPr>
        <p:spPr>
          <a:xfrm>
            <a:off x="15337548" y="8652302"/>
            <a:ext cx="733350" cy="975348"/>
          </a:xfrm>
          <a:custGeom>
            <a:rect b="b" l="l" r="r" t="t"/>
            <a:pathLst>
              <a:path extrusionOk="0" h="975348" w="733350">
                <a:moveTo>
                  <a:pt x="0" y="0"/>
                </a:moveTo>
                <a:lnTo>
                  <a:pt x="733350" y="0"/>
                </a:lnTo>
                <a:lnTo>
                  <a:pt x="733350" y="975348"/>
                </a:lnTo>
                <a:lnTo>
                  <a:pt x="0" y="975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17"/>
          <p:cNvSpPr/>
          <p:nvPr/>
        </p:nvSpPr>
        <p:spPr>
          <a:xfrm>
            <a:off x="16486850" y="8652296"/>
            <a:ext cx="796562" cy="975350"/>
          </a:xfrm>
          <a:custGeom>
            <a:rect b="b" l="l" r="r" t="t"/>
            <a:pathLst>
              <a:path extrusionOk="0" h="975350" w="796562">
                <a:moveTo>
                  <a:pt x="0" y="0"/>
                </a:moveTo>
                <a:lnTo>
                  <a:pt x="796562" y="0"/>
                </a:lnTo>
                <a:lnTo>
                  <a:pt x="796562" y="975350"/>
                </a:lnTo>
                <a:lnTo>
                  <a:pt x="0" y="975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1" name="Google Shape;171;p17"/>
          <p:cNvGrpSpPr/>
          <p:nvPr/>
        </p:nvGrpSpPr>
        <p:grpSpPr>
          <a:xfrm>
            <a:off x="100" y="-7144"/>
            <a:ext cx="18288000" cy="2699544"/>
            <a:chOff x="0" y="-9525"/>
            <a:chExt cx="24384000" cy="3599392"/>
          </a:xfrm>
        </p:grpSpPr>
        <p:sp>
          <p:nvSpPr>
            <p:cNvPr id="172" name="Google Shape;172;p17"/>
            <p:cNvSpPr/>
            <p:nvPr/>
          </p:nvSpPr>
          <p:spPr>
            <a:xfrm>
              <a:off x="0" y="0"/>
              <a:ext cx="24384000" cy="3589867"/>
            </a:xfrm>
            <a:custGeom>
              <a:rect b="b" l="l" r="r" t="t"/>
              <a:pathLst>
                <a:path extrusionOk="0" h="358986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589867"/>
                  </a:lnTo>
                  <a:lnTo>
                    <a:pt x="0" y="35898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3" name="Google Shape;173;p17"/>
            <p:cNvSpPr txBox="1"/>
            <p:nvPr/>
          </p:nvSpPr>
          <p:spPr>
            <a:xfrm>
              <a:off x="0" y="-9525"/>
              <a:ext cx="24384000" cy="3599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000" u="none" cap="none" strike="noStrike">
                  <a:solidFill>
                    <a:srgbClr val="041E52"/>
                  </a:solidFill>
                  <a:latin typeface="Alata"/>
                  <a:ea typeface="Alata"/>
                  <a:cs typeface="Alata"/>
                  <a:sym typeface="Alata"/>
                </a:rPr>
                <a:t>A Estrutura do Canva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000" u="none" cap="none" strike="noStrike">
                <a:solidFill>
                  <a:srgbClr val="041E52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  <p:sp>
        <p:nvSpPr>
          <p:cNvPr id="174" name="Google Shape;174;p17"/>
          <p:cNvSpPr/>
          <p:nvPr/>
        </p:nvSpPr>
        <p:spPr>
          <a:xfrm>
            <a:off x="8888124" y="2466598"/>
            <a:ext cx="8676800" cy="495811"/>
          </a:xfrm>
          <a:custGeom>
            <a:rect b="b" l="l" r="r" t="t"/>
            <a:pathLst>
              <a:path extrusionOk="0" h="495811" w="8676800">
                <a:moveTo>
                  <a:pt x="0" y="0"/>
                </a:moveTo>
                <a:lnTo>
                  <a:pt x="8676800" y="0"/>
                </a:lnTo>
                <a:lnTo>
                  <a:pt x="8676800" y="495811"/>
                </a:lnTo>
                <a:lnTo>
                  <a:pt x="0" y="4958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7226" r="-17226" t="0"/>
            </a:stretch>
          </a:blipFill>
          <a:ln>
            <a:noFill/>
          </a:ln>
        </p:spPr>
      </p:sp>
      <p:sp>
        <p:nvSpPr>
          <p:cNvPr id="175" name="Google Shape;175;p17"/>
          <p:cNvSpPr/>
          <p:nvPr/>
        </p:nvSpPr>
        <p:spPr>
          <a:xfrm>
            <a:off x="11428094" y="3675858"/>
            <a:ext cx="2772019" cy="2772019"/>
          </a:xfrm>
          <a:custGeom>
            <a:rect b="b" l="l" r="r" t="t"/>
            <a:pathLst>
              <a:path extrusionOk="0" h="2772019" w="2772019">
                <a:moveTo>
                  <a:pt x="0" y="0"/>
                </a:moveTo>
                <a:lnTo>
                  <a:pt x="2772019" y="0"/>
                </a:lnTo>
                <a:lnTo>
                  <a:pt x="2772019" y="2772020"/>
                </a:lnTo>
                <a:lnTo>
                  <a:pt x="0" y="2772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17"/>
          <p:cNvSpPr/>
          <p:nvPr/>
        </p:nvSpPr>
        <p:spPr>
          <a:xfrm>
            <a:off x="9144000" y="3675858"/>
            <a:ext cx="1560943" cy="2772019"/>
          </a:xfrm>
          <a:custGeom>
            <a:rect b="b" l="l" r="r" t="t"/>
            <a:pathLst>
              <a:path extrusionOk="0" h="2772019" w="1560943">
                <a:moveTo>
                  <a:pt x="0" y="0"/>
                </a:moveTo>
                <a:lnTo>
                  <a:pt x="1560943" y="0"/>
                </a:lnTo>
                <a:lnTo>
                  <a:pt x="1560943" y="2772020"/>
                </a:lnTo>
                <a:lnTo>
                  <a:pt x="0" y="2772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7"/>
          <p:cNvSpPr/>
          <p:nvPr/>
        </p:nvSpPr>
        <p:spPr>
          <a:xfrm>
            <a:off x="8888124" y="6620682"/>
            <a:ext cx="7664943" cy="1141587"/>
          </a:xfrm>
          <a:custGeom>
            <a:rect b="b" l="l" r="r" t="t"/>
            <a:pathLst>
              <a:path extrusionOk="0" h="1141587" w="7664943">
                <a:moveTo>
                  <a:pt x="0" y="0"/>
                </a:moveTo>
                <a:lnTo>
                  <a:pt x="7664943" y="0"/>
                </a:lnTo>
                <a:lnTo>
                  <a:pt x="7664943" y="1141587"/>
                </a:lnTo>
                <a:lnTo>
                  <a:pt x="0" y="1141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7"/>
          <p:cNvSpPr txBox="1"/>
          <p:nvPr/>
        </p:nvSpPr>
        <p:spPr>
          <a:xfrm>
            <a:off x="1028700" y="1980408"/>
            <a:ext cx="7478189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Ao se adicionar um elemento de texto usando a ferramenta da barra lateral, é possível fazer edições utilizando-se as opções que aparecem na barra de menu acima.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125227" y="4055647"/>
            <a:ext cx="7030208" cy="1945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Ao se adicionar uma imagem, ela pode ser editada clicando-se com o botão direito do mouse. As opções de edição aparecem em um menu ao lado.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1125227" y="6302277"/>
            <a:ext cx="7030208" cy="1459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Tanto para o texto, quanto para imagem, a barra superior também permite adicionar efeitos de transição e de animação.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125227" y="8401050"/>
            <a:ext cx="680987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Quando nenhum item está selecionado habilita a cor e posição do seu slide.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B2F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467200" y="404700"/>
            <a:ext cx="17353789" cy="9477566"/>
          </a:xfrm>
          <a:custGeom>
            <a:rect b="b" l="l" r="r" t="t"/>
            <a:pathLst>
              <a:path extrusionOk="0" h="12636754" w="23138385">
                <a:moveTo>
                  <a:pt x="0" y="0"/>
                </a:moveTo>
                <a:lnTo>
                  <a:pt x="23138385" y="0"/>
                </a:lnTo>
                <a:lnTo>
                  <a:pt x="23138385" y="12636754"/>
                </a:lnTo>
                <a:lnTo>
                  <a:pt x="0" y="12636754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</p:sp>
      <p:sp>
        <p:nvSpPr>
          <p:cNvPr id="191" name="Google Shape;191;p18"/>
          <p:cNvSpPr/>
          <p:nvPr/>
        </p:nvSpPr>
        <p:spPr>
          <a:xfrm>
            <a:off x="13226524" y="8499774"/>
            <a:ext cx="1947178" cy="1280398"/>
          </a:xfrm>
          <a:custGeom>
            <a:rect b="b" l="l" r="r" t="t"/>
            <a:pathLst>
              <a:path extrusionOk="0" h="1280398" w="1947178">
                <a:moveTo>
                  <a:pt x="0" y="0"/>
                </a:moveTo>
                <a:lnTo>
                  <a:pt x="1947178" y="0"/>
                </a:lnTo>
                <a:lnTo>
                  <a:pt x="1947178" y="1280398"/>
                </a:lnTo>
                <a:lnTo>
                  <a:pt x="0" y="1280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8"/>
          <p:cNvSpPr/>
          <p:nvPr/>
        </p:nvSpPr>
        <p:spPr>
          <a:xfrm>
            <a:off x="15337548" y="8652302"/>
            <a:ext cx="733350" cy="975348"/>
          </a:xfrm>
          <a:custGeom>
            <a:rect b="b" l="l" r="r" t="t"/>
            <a:pathLst>
              <a:path extrusionOk="0" h="975348" w="733350">
                <a:moveTo>
                  <a:pt x="0" y="0"/>
                </a:moveTo>
                <a:lnTo>
                  <a:pt x="733350" y="0"/>
                </a:lnTo>
                <a:lnTo>
                  <a:pt x="733350" y="975348"/>
                </a:lnTo>
                <a:lnTo>
                  <a:pt x="0" y="975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8"/>
          <p:cNvSpPr/>
          <p:nvPr/>
        </p:nvSpPr>
        <p:spPr>
          <a:xfrm>
            <a:off x="16486850" y="8652296"/>
            <a:ext cx="796562" cy="975350"/>
          </a:xfrm>
          <a:custGeom>
            <a:rect b="b" l="l" r="r" t="t"/>
            <a:pathLst>
              <a:path extrusionOk="0" h="975350" w="796562">
                <a:moveTo>
                  <a:pt x="0" y="0"/>
                </a:moveTo>
                <a:lnTo>
                  <a:pt x="796562" y="0"/>
                </a:lnTo>
                <a:lnTo>
                  <a:pt x="796562" y="975350"/>
                </a:lnTo>
                <a:lnTo>
                  <a:pt x="0" y="975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4" name="Google Shape;194;p18"/>
          <p:cNvGrpSpPr/>
          <p:nvPr/>
        </p:nvGrpSpPr>
        <p:grpSpPr>
          <a:xfrm>
            <a:off x="100" y="-7144"/>
            <a:ext cx="18288000" cy="2699544"/>
            <a:chOff x="0" y="-9525"/>
            <a:chExt cx="24384000" cy="3599392"/>
          </a:xfrm>
        </p:grpSpPr>
        <p:sp>
          <p:nvSpPr>
            <p:cNvPr id="195" name="Google Shape;195;p18"/>
            <p:cNvSpPr/>
            <p:nvPr/>
          </p:nvSpPr>
          <p:spPr>
            <a:xfrm>
              <a:off x="0" y="0"/>
              <a:ext cx="24384000" cy="3589867"/>
            </a:xfrm>
            <a:custGeom>
              <a:rect b="b" l="l" r="r" t="t"/>
              <a:pathLst>
                <a:path extrusionOk="0" h="358986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589867"/>
                  </a:lnTo>
                  <a:lnTo>
                    <a:pt x="0" y="35898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6" name="Google Shape;196;p18"/>
            <p:cNvSpPr txBox="1"/>
            <p:nvPr/>
          </p:nvSpPr>
          <p:spPr>
            <a:xfrm>
              <a:off x="0" y="-9525"/>
              <a:ext cx="24384000" cy="3599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000" u="none" cap="none" strike="noStrike">
                  <a:solidFill>
                    <a:srgbClr val="041E52"/>
                  </a:solidFill>
                  <a:latin typeface="Alata"/>
                  <a:ea typeface="Alata"/>
                  <a:cs typeface="Alata"/>
                  <a:sym typeface="Alata"/>
                </a:rPr>
                <a:t>A Estrutura do Canva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000" u="none" cap="none" strike="noStrike">
                <a:solidFill>
                  <a:srgbClr val="041E52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  <p:sp>
        <p:nvSpPr>
          <p:cNvPr id="197" name="Google Shape;197;p18"/>
          <p:cNvSpPr/>
          <p:nvPr/>
        </p:nvSpPr>
        <p:spPr>
          <a:xfrm>
            <a:off x="10803948" y="3247984"/>
            <a:ext cx="1545410" cy="5005283"/>
          </a:xfrm>
          <a:custGeom>
            <a:rect b="b" l="l" r="r" t="t"/>
            <a:pathLst>
              <a:path extrusionOk="0" h="5005283" w="1545410">
                <a:moveTo>
                  <a:pt x="0" y="0"/>
                </a:moveTo>
                <a:lnTo>
                  <a:pt x="1545410" y="0"/>
                </a:lnTo>
                <a:lnTo>
                  <a:pt x="1545410" y="5005283"/>
                </a:lnTo>
                <a:lnTo>
                  <a:pt x="0" y="5005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8"/>
          <p:cNvSpPr/>
          <p:nvPr/>
        </p:nvSpPr>
        <p:spPr>
          <a:xfrm>
            <a:off x="12675551" y="3229996"/>
            <a:ext cx="1523744" cy="4993191"/>
          </a:xfrm>
          <a:custGeom>
            <a:rect b="b" l="l" r="r" t="t"/>
            <a:pathLst>
              <a:path extrusionOk="0" h="4993191" w="1523744">
                <a:moveTo>
                  <a:pt x="0" y="0"/>
                </a:moveTo>
                <a:lnTo>
                  <a:pt x="1523744" y="0"/>
                </a:lnTo>
                <a:lnTo>
                  <a:pt x="1523744" y="4993191"/>
                </a:lnTo>
                <a:lnTo>
                  <a:pt x="0" y="4993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8"/>
          <p:cNvSpPr/>
          <p:nvPr/>
        </p:nvSpPr>
        <p:spPr>
          <a:xfrm>
            <a:off x="14617959" y="3229996"/>
            <a:ext cx="1452939" cy="5041259"/>
          </a:xfrm>
          <a:custGeom>
            <a:rect b="b" l="l" r="r" t="t"/>
            <a:pathLst>
              <a:path extrusionOk="0" h="5041259" w="1452939">
                <a:moveTo>
                  <a:pt x="0" y="0"/>
                </a:moveTo>
                <a:lnTo>
                  <a:pt x="1452939" y="0"/>
                </a:lnTo>
                <a:lnTo>
                  <a:pt x="1452939" y="5041259"/>
                </a:lnTo>
                <a:lnTo>
                  <a:pt x="0" y="50412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8"/>
          <p:cNvSpPr/>
          <p:nvPr/>
        </p:nvSpPr>
        <p:spPr>
          <a:xfrm>
            <a:off x="2670354" y="2968460"/>
            <a:ext cx="3801820" cy="6659190"/>
          </a:xfrm>
          <a:custGeom>
            <a:rect b="b" l="l" r="r" t="t"/>
            <a:pathLst>
              <a:path extrusionOk="0" h="6659190" w="3801820">
                <a:moveTo>
                  <a:pt x="0" y="0"/>
                </a:moveTo>
                <a:lnTo>
                  <a:pt x="3801820" y="0"/>
                </a:lnTo>
                <a:lnTo>
                  <a:pt x="3801820" y="6659190"/>
                </a:lnTo>
                <a:lnTo>
                  <a:pt x="0" y="66591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4613" r="-4613" t="0"/>
            </a:stretch>
          </a:blipFill>
          <a:ln>
            <a:noFill/>
          </a:ln>
        </p:spPr>
      </p:sp>
      <p:sp>
        <p:nvSpPr>
          <p:cNvPr id="201" name="Google Shape;201;p18"/>
          <p:cNvSpPr txBox="1"/>
          <p:nvPr/>
        </p:nvSpPr>
        <p:spPr>
          <a:xfrm>
            <a:off x="2738489" y="1789517"/>
            <a:ext cx="366555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Seguindo a barra inferior de slides e clicando com o botão direito temos: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10316587" y="1741892"/>
            <a:ext cx="6241673" cy="1259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Na barra lateral você pode adicionar arquivos, vídeos, texto, imagem, gerar imagens com Inteligência Artificial, entre outros.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B2F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/>
          <p:nvPr/>
        </p:nvSpPr>
        <p:spPr>
          <a:xfrm>
            <a:off x="467100" y="404700"/>
            <a:ext cx="17353789" cy="9477566"/>
          </a:xfrm>
          <a:custGeom>
            <a:rect b="b" l="l" r="r" t="t"/>
            <a:pathLst>
              <a:path extrusionOk="0" h="12636754" w="23138385">
                <a:moveTo>
                  <a:pt x="0" y="0"/>
                </a:moveTo>
                <a:lnTo>
                  <a:pt x="23138385" y="0"/>
                </a:lnTo>
                <a:lnTo>
                  <a:pt x="23138385" y="12636754"/>
                </a:lnTo>
                <a:lnTo>
                  <a:pt x="0" y="12636754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</p:sp>
      <p:sp>
        <p:nvSpPr>
          <p:cNvPr id="212" name="Google Shape;212;p19"/>
          <p:cNvSpPr/>
          <p:nvPr/>
        </p:nvSpPr>
        <p:spPr>
          <a:xfrm>
            <a:off x="13226524" y="8499774"/>
            <a:ext cx="1947178" cy="1280398"/>
          </a:xfrm>
          <a:custGeom>
            <a:rect b="b" l="l" r="r" t="t"/>
            <a:pathLst>
              <a:path extrusionOk="0" h="1280398" w="1947178">
                <a:moveTo>
                  <a:pt x="0" y="0"/>
                </a:moveTo>
                <a:lnTo>
                  <a:pt x="1947178" y="0"/>
                </a:lnTo>
                <a:lnTo>
                  <a:pt x="1947178" y="1280398"/>
                </a:lnTo>
                <a:lnTo>
                  <a:pt x="0" y="1280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9"/>
          <p:cNvSpPr/>
          <p:nvPr/>
        </p:nvSpPr>
        <p:spPr>
          <a:xfrm>
            <a:off x="15337548" y="8652302"/>
            <a:ext cx="733350" cy="975348"/>
          </a:xfrm>
          <a:custGeom>
            <a:rect b="b" l="l" r="r" t="t"/>
            <a:pathLst>
              <a:path extrusionOk="0" h="975348" w="733350">
                <a:moveTo>
                  <a:pt x="0" y="0"/>
                </a:moveTo>
                <a:lnTo>
                  <a:pt x="733350" y="0"/>
                </a:lnTo>
                <a:lnTo>
                  <a:pt x="733350" y="975348"/>
                </a:lnTo>
                <a:lnTo>
                  <a:pt x="0" y="975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19"/>
          <p:cNvSpPr/>
          <p:nvPr/>
        </p:nvSpPr>
        <p:spPr>
          <a:xfrm>
            <a:off x="16486850" y="8652296"/>
            <a:ext cx="796562" cy="975350"/>
          </a:xfrm>
          <a:custGeom>
            <a:rect b="b" l="l" r="r" t="t"/>
            <a:pathLst>
              <a:path extrusionOk="0" h="975350" w="796562">
                <a:moveTo>
                  <a:pt x="0" y="0"/>
                </a:moveTo>
                <a:lnTo>
                  <a:pt x="796562" y="0"/>
                </a:lnTo>
                <a:lnTo>
                  <a:pt x="796562" y="975350"/>
                </a:lnTo>
                <a:lnTo>
                  <a:pt x="0" y="975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5" name="Google Shape;215;p19"/>
          <p:cNvPicPr preferRelativeResize="0"/>
          <p:nvPr/>
        </p:nvPicPr>
        <p:blipFill rotWithShape="1">
          <a:blip r:embed="rId6">
            <a:alphaModFix/>
          </a:blip>
          <a:srcRect b="4687" l="0" r="0" t="4687"/>
          <a:stretch/>
        </p:blipFill>
        <p:spPr>
          <a:xfrm>
            <a:off x="10874344" y="1610392"/>
            <a:ext cx="5436000" cy="280801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/>
          <p:nvPr/>
        </p:nvSpPr>
        <p:spPr>
          <a:xfrm>
            <a:off x="1028700" y="3836719"/>
            <a:ext cx="4755975" cy="5422701"/>
          </a:xfrm>
          <a:custGeom>
            <a:rect b="b" l="l" r="r" t="t"/>
            <a:pathLst>
              <a:path extrusionOk="0" h="5422701" w="4755975">
                <a:moveTo>
                  <a:pt x="0" y="0"/>
                </a:moveTo>
                <a:lnTo>
                  <a:pt x="4755975" y="0"/>
                </a:lnTo>
                <a:lnTo>
                  <a:pt x="4755975" y="5422701"/>
                </a:lnTo>
                <a:lnTo>
                  <a:pt x="0" y="5422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9"/>
          <p:cNvSpPr txBox="1"/>
          <p:nvPr/>
        </p:nvSpPr>
        <p:spPr>
          <a:xfrm>
            <a:off x="1028700" y="2500052"/>
            <a:ext cx="7048422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Toda mídia utilizada nesse slide foi gerada diretamente com Canva.</a:t>
            </a:r>
            <a:endParaRPr/>
          </a:p>
        </p:txBody>
      </p:sp>
      <p:pic>
        <p:nvPicPr>
          <p:cNvPr id="218" name="Google Shape;21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76799" y="4164349"/>
            <a:ext cx="6631088" cy="4895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19"/>
          <p:cNvGrpSpPr/>
          <p:nvPr/>
        </p:nvGrpSpPr>
        <p:grpSpPr>
          <a:xfrm>
            <a:off x="-220533" y="-7144"/>
            <a:ext cx="18508633" cy="2699544"/>
            <a:chOff x="0" y="-9525"/>
            <a:chExt cx="24678178" cy="3599392"/>
          </a:xfrm>
        </p:grpSpPr>
        <p:sp>
          <p:nvSpPr>
            <p:cNvPr id="220" name="Google Shape;220;p19"/>
            <p:cNvSpPr/>
            <p:nvPr/>
          </p:nvSpPr>
          <p:spPr>
            <a:xfrm>
              <a:off x="0" y="0"/>
              <a:ext cx="24678177" cy="3589867"/>
            </a:xfrm>
            <a:custGeom>
              <a:rect b="b" l="l" r="r" t="t"/>
              <a:pathLst>
                <a:path extrusionOk="0" h="3589867" w="24678177">
                  <a:moveTo>
                    <a:pt x="0" y="0"/>
                  </a:moveTo>
                  <a:lnTo>
                    <a:pt x="24678177" y="0"/>
                  </a:lnTo>
                  <a:lnTo>
                    <a:pt x="24678177" y="3589867"/>
                  </a:lnTo>
                  <a:lnTo>
                    <a:pt x="0" y="35898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1" name="Google Shape;221;p19"/>
            <p:cNvSpPr txBox="1"/>
            <p:nvPr/>
          </p:nvSpPr>
          <p:spPr>
            <a:xfrm>
              <a:off x="0" y="-9525"/>
              <a:ext cx="24678178" cy="35993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000" u="none" cap="none" strike="noStrike">
                  <a:solidFill>
                    <a:srgbClr val="041E52"/>
                  </a:solidFill>
                  <a:latin typeface="Alata"/>
                  <a:ea typeface="Alata"/>
                  <a:cs typeface="Alata"/>
                  <a:sym typeface="Alata"/>
                </a:rPr>
                <a:t>A Estrutura do Canva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7000" u="none" cap="none" strike="noStrike">
                <a:solidFill>
                  <a:srgbClr val="041E52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B2F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/>
          <p:nvPr/>
        </p:nvSpPr>
        <p:spPr>
          <a:xfrm>
            <a:off x="467200" y="404700"/>
            <a:ext cx="17353789" cy="9477566"/>
          </a:xfrm>
          <a:custGeom>
            <a:rect b="b" l="l" r="r" t="t"/>
            <a:pathLst>
              <a:path extrusionOk="0" h="12636754" w="23138385">
                <a:moveTo>
                  <a:pt x="0" y="0"/>
                </a:moveTo>
                <a:lnTo>
                  <a:pt x="23138385" y="0"/>
                </a:lnTo>
                <a:lnTo>
                  <a:pt x="23138385" y="12636754"/>
                </a:lnTo>
                <a:lnTo>
                  <a:pt x="0" y="12636754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</p:sp>
      <p:sp>
        <p:nvSpPr>
          <p:cNvPr id="231" name="Google Shape;231;p20"/>
          <p:cNvSpPr/>
          <p:nvPr/>
        </p:nvSpPr>
        <p:spPr>
          <a:xfrm>
            <a:off x="13226524" y="8499774"/>
            <a:ext cx="1947178" cy="1280398"/>
          </a:xfrm>
          <a:custGeom>
            <a:rect b="b" l="l" r="r" t="t"/>
            <a:pathLst>
              <a:path extrusionOk="0" h="1280398" w="1947178">
                <a:moveTo>
                  <a:pt x="0" y="0"/>
                </a:moveTo>
                <a:lnTo>
                  <a:pt x="1947178" y="0"/>
                </a:lnTo>
                <a:lnTo>
                  <a:pt x="1947178" y="1280398"/>
                </a:lnTo>
                <a:lnTo>
                  <a:pt x="0" y="1280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20"/>
          <p:cNvSpPr/>
          <p:nvPr/>
        </p:nvSpPr>
        <p:spPr>
          <a:xfrm>
            <a:off x="15337548" y="8652302"/>
            <a:ext cx="733350" cy="975348"/>
          </a:xfrm>
          <a:custGeom>
            <a:rect b="b" l="l" r="r" t="t"/>
            <a:pathLst>
              <a:path extrusionOk="0" h="975348" w="733350">
                <a:moveTo>
                  <a:pt x="0" y="0"/>
                </a:moveTo>
                <a:lnTo>
                  <a:pt x="733350" y="0"/>
                </a:lnTo>
                <a:lnTo>
                  <a:pt x="733350" y="975348"/>
                </a:lnTo>
                <a:lnTo>
                  <a:pt x="0" y="975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20"/>
          <p:cNvSpPr/>
          <p:nvPr/>
        </p:nvSpPr>
        <p:spPr>
          <a:xfrm>
            <a:off x="16486850" y="8652296"/>
            <a:ext cx="796562" cy="975350"/>
          </a:xfrm>
          <a:custGeom>
            <a:rect b="b" l="l" r="r" t="t"/>
            <a:pathLst>
              <a:path extrusionOk="0" h="975350" w="796562">
                <a:moveTo>
                  <a:pt x="0" y="0"/>
                </a:moveTo>
                <a:lnTo>
                  <a:pt x="796562" y="0"/>
                </a:lnTo>
                <a:lnTo>
                  <a:pt x="796562" y="975350"/>
                </a:lnTo>
                <a:lnTo>
                  <a:pt x="0" y="975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20"/>
          <p:cNvSpPr/>
          <p:nvPr/>
        </p:nvSpPr>
        <p:spPr>
          <a:xfrm>
            <a:off x="1203956" y="3835599"/>
            <a:ext cx="4755975" cy="5422701"/>
          </a:xfrm>
          <a:custGeom>
            <a:rect b="b" l="l" r="r" t="t"/>
            <a:pathLst>
              <a:path extrusionOk="0" h="5422701" w="4755975">
                <a:moveTo>
                  <a:pt x="0" y="0"/>
                </a:moveTo>
                <a:lnTo>
                  <a:pt x="4755975" y="0"/>
                </a:lnTo>
                <a:lnTo>
                  <a:pt x="4755975" y="5422701"/>
                </a:lnTo>
                <a:lnTo>
                  <a:pt x="0" y="5422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20"/>
          <p:cNvSpPr/>
          <p:nvPr/>
        </p:nvSpPr>
        <p:spPr>
          <a:xfrm>
            <a:off x="9144000" y="3364782"/>
            <a:ext cx="2140682" cy="2475969"/>
          </a:xfrm>
          <a:custGeom>
            <a:rect b="b" l="l" r="r" t="t"/>
            <a:pathLst>
              <a:path extrusionOk="0" h="2475969" w="2140682">
                <a:moveTo>
                  <a:pt x="0" y="0"/>
                </a:moveTo>
                <a:lnTo>
                  <a:pt x="2140682" y="0"/>
                </a:lnTo>
                <a:lnTo>
                  <a:pt x="2140682" y="2475969"/>
                </a:lnTo>
                <a:lnTo>
                  <a:pt x="0" y="2475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20"/>
          <p:cNvSpPr/>
          <p:nvPr/>
        </p:nvSpPr>
        <p:spPr>
          <a:xfrm>
            <a:off x="11314969" y="3364782"/>
            <a:ext cx="2277375" cy="2602714"/>
          </a:xfrm>
          <a:custGeom>
            <a:rect b="b" l="l" r="r" t="t"/>
            <a:pathLst>
              <a:path extrusionOk="0" h="2602714" w="2277375">
                <a:moveTo>
                  <a:pt x="0" y="0"/>
                </a:moveTo>
                <a:lnTo>
                  <a:pt x="2277375" y="0"/>
                </a:lnTo>
                <a:lnTo>
                  <a:pt x="2277375" y="2602714"/>
                </a:lnTo>
                <a:lnTo>
                  <a:pt x="0" y="26027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20"/>
          <p:cNvSpPr/>
          <p:nvPr/>
        </p:nvSpPr>
        <p:spPr>
          <a:xfrm>
            <a:off x="9288412" y="6151334"/>
            <a:ext cx="7198438" cy="2348440"/>
          </a:xfrm>
          <a:custGeom>
            <a:rect b="b" l="l" r="r" t="t"/>
            <a:pathLst>
              <a:path extrusionOk="0" h="2348440" w="7198438">
                <a:moveTo>
                  <a:pt x="0" y="0"/>
                </a:moveTo>
                <a:lnTo>
                  <a:pt x="7198438" y="0"/>
                </a:lnTo>
                <a:lnTo>
                  <a:pt x="7198438" y="2348440"/>
                </a:lnTo>
                <a:lnTo>
                  <a:pt x="0" y="234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6493" l="0" r="0" t="0"/>
            </a:stretch>
          </a:blipFill>
          <a:ln>
            <a:noFill/>
          </a:ln>
        </p:spPr>
      </p:sp>
      <p:sp>
        <p:nvSpPr>
          <p:cNvPr id="238" name="Google Shape;238;p20"/>
          <p:cNvSpPr/>
          <p:nvPr/>
        </p:nvSpPr>
        <p:spPr>
          <a:xfrm>
            <a:off x="13592344" y="3495082"/>
            <a:ext cx="2750095" cy="2345669"/>
          </a:xfrm>
          <a:custGeom>
            <a:rect b="b" l="l" r="r" t="t"/>
            <a:pathLst>
              <a:path extrusionOk="0" h="2345669" w="2750095">
                <a:moveTo>
                  <a:pt x="0" y="0"/>
                </a:moveTo>
                <a:lnTo>
                  <a:pt x="2750094" y="0"/>
                </a:lnTo>
                <a:lnTo>
                  <a:pt x="2750094" y="2345669"/>
                </a:lnTo>
                <a:lnTo>
                  <a:pt x="0" y="2345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20"/>
          <p:cNvSpPr txBox="1"/>
          <p:nvPr/>
        </p:nvSpPr>
        <p:spPr>
          <a:xfrm>
            <a:off x="1028700" y="2113103"/>
            <a:ext cx="7048422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Ainda existem no Canva outras funções que  facilitam o trabalho em cenários específicos.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5051990" y="375285"/>
            <a:ext cx="8540353" cy="1183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041E52"/>
                </a:solidFill>
                <a:latin typeface="Alata"/>
                <a:ea typeface="Alata"/>
                <a:cs typeface="Alata"/>
                <a:sym typeface="Alata"/>
              </a:rPr>
              <a:t>A Estrutura do Canva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B2F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/>
          <p:nvPr/>
        </p:nvSpPr>
        <p:spPr>
          <a:xfrm>
            <a:off x="467200" y="404700"/>
            <a:ext cx="17353789" cy="9477566"/>
          </a:xfrm>
          <a:custGeom>
            <a:rect b="b" l="l" r="r" t="t"/>
            <a:pathLst>
              <a:path extrusionOk="0" h="12636754" w="23138385">
                <a:moveTo>
                  <a:pt x="0" y="0"/>
                </a:moveTo>
                <a:lnTo>
                  <a:pt x="23138385" y="0"/>
                </a:lnTo>
                <a:lnTo>
                  <a:pt x="23138385" y="12636754"/>
                </a:lnTo>
                <a:lnTo>
                  <a:pt x="0" y="12636754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</p:sp>
      <p:sp>
        <p:nvSpPr>
          <p:cNvPr id="250" name="Google Shape;250;p21"/>
          <p:cNvSpPr/>
          <p:nvPr/>
        </p:nvSpPr>
        <p:spPr>
          <a:xfrm>
            <a:off x="13226524" y="8499774"/>
            <a:ext cx="1947178" cy="1280398"/>
          </a:xfrm>
          <a:custGeom>
            <a:rect b="b" l="l" r="r" t="t"/>
            <a:pathLst>
              <a:path extrusionOk="0" h="1280398" w="1947178">
                <a:moveTo>
                  <a:pt x="0" y="0"/>
                </a:moveTo>
                <a:lnTo>
                  <a:pt x="1947178" y="0"/>
                </a:lnTo>
                <a:lnTo>
                  <a:pt x="1947178" y="1280398"/>
                </a:lnTo>
                <a:lnTo>
                  <a:pt x="0" y="1280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21"/>
          <p:cNvSpPr/>
          <p:nvPr/>
        </p:nvSpPr>
        <p:spPr>
          <a:xfrm>
            <a:off x="15337548" y="8652302"/>
            <a:ext cx="733350" cy="975348"/>
          </a:xfrm>
          <a:custGeom>
            <a:rect b="b" l="l" r="r" t="t"/>
            <a:pathLst>
              <a:path extrusionOk="0" h="975348" w="733350">
                <a:moveTo>
                  <a:pt x="0" y="0"/>
                </a:moveTo>
                <a:lnTo>
                  <a:pt x="733350" y="0"/>
                </a:lnTo>
                <a:lnTo>
                  <a:pt x="733350" y="975348"/>
                </a:lnTo>
                <a:lnTo>
                  <a:pt x="0" y="975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21"/>
          <p:cNvSpPr/>
          <p:nvPr/>
        </p:nvSpPr>
        <p:spPr>
          <a:xfrm>
            <a:off x="16486850" y="8652296"/>
            <a:ext cx="796562" cy="975350"/>
          </a:xfrm>
          <a:custGeom>
            <a:rect b="b" l="l" r="r" t="t"/>
            <a:pathLst>
              <a:path extrusionOk="0" h="975350" w="796562">
                <a:moveTo>
                  <a:pt x="0" y="0"/>
                </a:moveTo>
                <a:lnTo>
                  <a:pt x="796562" y="0"/>
                </a:lnTo>
                <a:lnTo>
                  <a:pt x="796562" y="975350"/>
                </a:lnTo>
                <a:lnTo>
                  <a:pt x="0" y="975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21"/>
          <p:cNvSpPr txBox="1"/>
          <p:nvPr/>
        </p:nvSpPr>
        <p:spPr>
          <a:xfrm>
            <a:off x="5051990" y="375285"/>
            <a:ext cx="8540353" cy="1183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041E52"/>
                </a:solidFill>
                <a:latin typeface="Alata"/>
                <a:ea typeface="Alata"/>
                <a:cs typeface="Alata"/>
                <a:sym typeface="Alata"/>
              </a:rPr>
              <a:t>A Estrutura do Canva</a:t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905565" y="4742897"/>
            <a:ext cx="3624263" cy="4420706"/>
          </a:xfrm>
          <a:custGeom>
            <a:rect b="b" l="l" r="r" t="t"/>
            <a:pathLst>
              <a:path extrusionOk="0" h="4420706" w="3624263">
                <a:moveTo>
                  <a:pt x="0" y="0"/>
                </a:moveTo>
                <a:lnTo>
                  <a:pt x="3624263" y="0"/>
                </a:lnTo>
                <a:lnTo>
                  <a:pt x="3624263" y="4420706"/>
                </a:lnTo>
                <a:lnTo>
                  <a:pt x="0" y="44207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21"/>
          <p:cNvSpPr/>
          <p:nvPr/>
        </p:nvSpPr>
        <p:spPr>
          <a:xfrm>
            <a:off x="15512474" y="3573962"/>
            <a:ext cx="2030652" cy="1380843"/>
          </a:xfrm>
          <a:custGeom>
            <a:rect b="b" l="l" r="r" t="t"/>
            <a:pathLst>
              <a:path extrusionOk="0" h="1380843" w="2030652">
                <a:moveTo>
                  <a:pt x="0" y="0"/>
                </a:moveTo>
                <a:lnTo>
                  <a:pt x="2030652" y="0"/>
                </a:lnTo>
                <a:lnTo>
                  <a:pt x="2030652" y="1380844"/>
                </a:lnTo>
                <a:lnTo>
                  <a:pt x="0" y="1380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21"/>
          <p:cNvSpPr/>
          <p:nvPr/>
        </p:nvSpPr>
        <p:spPr>
          <a:xfrm>
            <a:off x="9204117" y="5289606"/>
            <a:ext cx="8339009" cy="4254383"/>
          </a:xfrm>
          <a:custGeom>
            <a:rect b="b" l="l" r="r" t="t"/>
            <a:pathLst>
              <a:path extrusionOk="0" h="4254383" w="8339009">
                <a:moveTo>
                  <a:pt x="0" y="0"/>
                </a:moveTo>
                <a:lnTo>
                  <a:pt x="8339009" y="0"/>
                </a:lnTo>
                <a:lnTo>
                  <a:pt x="8339009" y="4254383"/>
                </a:lnTo>
                <a:lnTo>
                  <a:pt x="0" y="42543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8568" r="-2373" t="0"/>
            </a:stretch>
          </a:blipFill>
          <a:ln>
            <a:noFill/>
          </a:ln>
        </p:spPr>
      </p:sp>
      <p:sp>
        <p:nvSpPr>
          <p:cNvPr id="257" name="Google Shape;257;p21"/>
          <p:cNvSpPr txBox="1"/>
          <p:nvPr/>
        </p:nvSpPr>
        <p:spPr>
          <a:xfrm>
            <a:off x="714925" y="1973762"/>
            <a:ext cx="168583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3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Compartilhando a apresentação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774952" y="3516812"/>
            <a:ext cx="7621350" cy="1772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Para compartilhar basta clicar no botão “Compartilhar” no canto superior direito.</a:t>
            </a:r>
            <a:endParaRPr/>
          </a:p>
          <a:p>
            <a:pPr indent="0" lvl="0" marL="0" marR="0" rtl="0" algn="l">
              <a:lnSpc>
                <a:spcPct val="160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7E9CD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7E9CD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872728" y="5133975"/>
            <a:ext cx="4045639" cy="1819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Todas essas opções estão disponíveis, sendo compartilhando o link (mais comum), por whatsapp ou baixando o slide.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9029191" y="3892909"/>
            <a:ext cx="630835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Para adicionar outros colabodores clique no </a:t>
            </a:r>
            <a:endParaRPr/>
          </a:p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+ ao lado do ícone com a inicial do seu nome.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B2F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/>
          <p:nvPr/>
        </p:nvSpPr>
        <p:spPr>
          <a:xfrm>
            <a:off x="467200" y="404700"/>
            <a:ext cx="17353789" cy="9477566"/>
          </a:xfrm>
          <a:custGeom>
            <a:rect b="b" l="l" r="r" t="t"/>
            <a:pathLst>
              <a:path extrusionOk="0" h="12636754" w="23138385">
                <a:moveTo>
                  <a:pt x="0" y="0"/>
                </a:moveTo>
                <a:lnTo>
                  <a:pt x="23138385" y="0"/>
                </a:lnTo>
                <a:lnTo>
                  <a:pt x="23138385" y="12636754"/>
                </a:lnTo>
                <a:lnTo>
                  <a:pt x="0" y="12636754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</p:sp>
      <p:sp>
        <p:nvSpPr>
          <p:cNvPr id="270" name="Google Shape;270;p22"/>
          <p:cNvSpPr/>
          <p:nvPr/>
        </p:nvSpPr>
        <p:spPr>
          <a:xfrm>
            <a:off x="13226524" y="8499774"/>
            <a:ext cx="1947178" cy="1280398"/>
          </a:xfrm>
          <a:custGeom>
            <a:rect b="b" l="l" r="r" t="t"/>
            <a:pathLst>
              <a:path extrusionOk="0" h="1280398" w="1947178">
                <a:moveTo>
                  <a:pt x="0" y="0"/>
                </a:moveTo>
                <a:lnTo>
                  <a:pt x="1947178" y="0"/>
                </a:lnTo>
                <a:lnTo>
                  <a:pt x="1947178" y="1280398"/>
                </a:lnTo>
                <a:lnTo>
                  <a:pt x="0" y="1280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22"/>
          <p:cNvSpPr/>
          <p:nvPr/>
        </p:nvSpPr>
        <p:spPr>
          <a:xfrm>
            <a:off x="15337548" y="8652302"/>
            <a:ext cx="733350" cy="975348"/>
          </a:xfrm>
          <a:custGeom>
            <a:rect b="b" l="l" r="r" t="t"/>
            <a:pathLst>
              <a:path extrusionOk="0" h="975348" w="733350">
                <a:moveTo>
                  <a:pt x="0" y="0"/>
                </a:moveTo>
                <a:lnTo>
                  <a:pt x="733350" y="0"/>
                </a:lnTo>
                <a:lnTo>
                  <a:pt x="733350" y="975348"/>
                </a:lnTo>
                <a:lnTo>
                  <a:pt x="0" y="975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22"/>
          <p:cNvSpPr/>
          <p:nvPr/>
        </p:nvSpPr>
        <p:spPr>
          <a:xfrm>
            <a:off x="16486850" y="8652296"/>
            <a:ext cx="796562" cy="975350"/>
          </a:xfrm>
          <a:custGeom>
            <a:rect b="b" l="l" r="r" t="t"/>
            <a:pathLst>
              <a:path extrusionOk="0" h="975350" w="796562">
                <a:moveTo>
                  <a:pt x="0" y="0"/>
                </a:moveTo>
                <a:lnTo>
                  <a:pt x="796562" y="0"/>
                </a:lnTo>
                <a:lnTo>
                  <a:pt x="796562" y="975350"/>
                </a:lnTo>
                <a:lnTo>
                  <a:pt x="0" y="975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22"/>
          <p:cNvSpPr/>
          <p:nvPr/>
        </p:nvSpPr>
        <p:spPr>
          <a:xfrm>
            <a:off x="10867617" y="3397911"/>
            <a:ext cx="4717813" cy="4737346"/>
          </a:xfrm>
          <a:custGeom>
            <a:rect b="b" l="l" r="r" t="t"/>
            <a:pathLst>
              <a:path extrusionOk="0" h="4737346" w="4717813">
                <a:moveTo>
                  <a:pt x="0" y="0"/>
                </a:moveTo>
                <a:lnTo>
                  <a:pt x="4717814" y="0"/>
                </a:lnTo>
                <a:lnTo>
                  <a:pt x="4717814" y="4737346"/>
                </a:lnTo>
                <a:lnTo>
                  <a:pt x="0" y="4737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6038" l="0" r="0" t="0"/>
            </a:stretch>
          </a:blipFill>
          <a:ln>
            <a:noFill/>
          </a:ln>
        </p:spPr>
      </p:sp>
      <p:sp>
        <p:nvSpPr>
          <p:cNvPr id="274" name="Google Shape;274;p22"/>
          <p:cNvSpPr txBox="1"/>
          <p:nvPr/>
        </p:nvSpPr>
        <p:spPr>
          <a:xfrm>
            <a:off x="5619789" y="1878882"/>
            <a:ext cx="7048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Mídias premium 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5051990" y="375285"/>
            <a:ext cx="8540353" cy="1183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041E52"/>
                </a:solidFill>
                <a:latin typeface="Alata"/>
                <a:ea typeface="Alata"/>
                <a:cs typeface="Alata"/>
                <a:sym typeface="Alata"/>
              </a:rPr>
              <a:t>A Estrutura do Canva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2071743" y="3819525"/>
            <a:ext cx="8017088" cy="439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É preciso se atentar ao tentar utilizar algumas das facilidades do Canva.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99" u="none" cap="none" strike="noStrike">
              <a:solidFill>
                <a:srgbClr val="7E9CD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Muitas ferramentas e elementos estão disponíveis gratuitamente, porém tudo junto a uma coroa dourada diz respeito a funções de uma conta paga.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99" u="none" cap="none" strike="noStrike">
              <a:solidFill>
                <a:srgbClr val="7E9CD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Portanto, só poderão ser utilizadas mediante o registro e pagamento de uma conta profissional.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B2F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"/>
          <p:cNvSpPr/>
          <p:nvPr/>
        </p:nvSpPr>
        <p:spPr>
          <a:xfrm>
            <a:off x="467200" y="404700"/>
            <a:ext cx="17353789" cy="9477566"/>
          </a:xfrm>
          <a:custGeom>
            <a:rect b="b" l="l" r="r" t="t"/>
            <a:pathLst>
              <a:path extrusionOk="0" h="12636754" w="23138385">
                <a:moveTo>
                  <a:pt x="0" y="0"/>
                </a:moveTo>
                <a:lnTo>
                  <a:pt x="23138385" y="0"/>
                </a:lnTo>
                <a:lnTo>
                  <a:pt x="23138385" y="12636754"/>
                </a:lnTo>
                <a:lnTo>
                  <a:pt x="0" y="12636754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</p:sp>
      <p:sp>
        <p:nvSpPr>
          <p:cNvPr id="286" name="Google Shape;286;p23"/>
          <p:cNvSpPr/>
          <p:nvPr/>
        </p:nvSpPr>
        <p:spPr>
          <a:xfrm>
            <a:off x="13226524" y="8499774"/>
            <a:ext cx="1947178" cy="1280398"/>
          </a:xfrm>
          <a:custGeom>
            <a:rect b="b" l="l" r="r" t="t"/>
            <a:pathLst>
              <a:path extrusionOk="0" h="1280398" w="1947178">
                <a:moveTo>
                  <a:pt x="0" y="0"/>
                </a:moveTo>
                <a:lnTo>
                  <a:pt x="1947178" y="0"/>
                </a:lnTo>
                <a:lnTo>
                  <a:pt x="1947178" y="1280398"/>
                </a:lnTo>
                <a:lnTo>
                  <a:pt x="0" y="1280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23"/>
          <p:cNvSpPr/>
          <p:nvPr/>
        </p:nvSpPr>
        <p:spPr>
          <a:xfrm>
            <a:off x="15337548" y="8652302"/>
            <a:ext cx="733350" cy="975348"/>
          </a:xfrm>
          <a:custGeom>
            <a:rect b="b" l="l" r="r" t="t"/>
            <a:pathLst>
              <a:path extrusionOk="0" h="975348" w="733350">
                <a:moveTo>
                  <a:pt x="0" y="0"/>
                </a:moveTo>
                <a:lnTo>
                  <a:pt x="733350" y="0"/>
                </a:lnTo>
                <a:lnTo>
                  <a:pt x="733350" y="975348"/>
                </a:lnTo>
                <a:lnTo>
                  <a:pt x="0" y="975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23"/>
          <p:cNvSpPr/>
          <p:nvPr/>
        </p:nvSpPr>
        <p:spPr>
          <a:xfrm>
            <a:off x="16486850" y="8652296"/>
            <a:ext cx="796562" cy="975350"/>
          </a:xfrm>
          <a:custGeom>
            <a:rect b="b" l="l" r="r" t="t"/>
            <a:pathLst>
              <a:path extrusionOk="0" h="975350" w="796562">
                <a:moveTo>
                  <a:pt x="0" y="0"/>
                </a:moveTo>
                <a:lnTo>
                  <a:pt x="796562" y="0"/>
                </a:lnTo>
                <a:lnTo>
                  <a:pt x="796562" y="975350"/>
                </a:lnTo>
                <a:lnTo>
                  <a:pt x="0" y="975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23"/>
          <p:cNvSpPr txBox="1"/>
          <p:nvPr/>
        </p:nvSpPr>
        <p:spPr>
          <a:xfrm>
            <a:off x="7589063" y="375285"/>
            <a:ext cx="3466207" cy="1183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041E52"/>
                </a:solidFill>
                <a:latin typeface="Alata"/>
                <a:ea typeface="Alata"/>
                <a:cs typeface="Alata"/>
                <a:sym typeface="Alata"/>
              </a:rPr>
              <a:t>Modelos</a:t>
            </a:r>
            <a:endParaRPr/>
          </a:p>
        </p:txBody>
      </p:sp>
      <p:sp>
        <p:nvSpPr>
          <p:cNvPr id="290" name="Google Shape;290;p23"/>
          <p:cNvSpPr/>
          <p:nvPr/>
        </p:nvSpPr>
        <p:spPr>
          <a:xfrm>
            <a:off x="742950" y="1164446"/>
            <a:ext cx="1223029" cy="7975530"/>
          </a:xfrm>
          <a:custGeom>
            <a:rect b="b" l="l" r="r" t="t"/>
            <a:pathLst>
              <a:path extrusionOk="0" h="7975530" w="1223029">
                <a:moveTo>
                  <a:pt x="0" y="0"/>
                </a:moveTo>
                <a:lnTo>
                  <a:pt x="1223029" y="0"/>
                </a:lnTo>
                <a:lnTo>
                  <a:pt x="1223029" y="7975530"/>
                </a:lnTo>
                <a:lnTo>
                  <a:pt x="0" y="7975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23">
            <a:hlinkClick r:id="rId7"/>
          </p:cNvPr>
          <p:cNvSpPr/>
          <p:nvPr/>
        </p:nvSpPr>
        <p:spPr>
          <a:xfrm>
            <a:off x="2251729" y="4083983"/>
            <a:ext cx="2892882" cy="2466779"/>
          </a:xfrm>
          <a:custGeom>
            <a:rect b="b" l="l" r="r" t="t"/>
            <a:pathLst>
              <a:path extrusionOk="0" h="2466779" w="2892882">
                <a:moveTo>
                  <a:pt x="0" y="0"/>
                </a:moveTo>
                <a:lnTo>
                  <a:pt x="2892883" y="0"/>
                </a:lnTo>
                <a:lnTo>
                  <a:pt x="2892883" y="2466780"/>
                </a:lnTo>
                <a:lnTo>
                  <a:pt x="0" y="2466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3382" l="0" r="-374473" t="-4429"/>
            </a:stretch>
          </a:blipFill>
          <a:ln>
            <a:noFill/>
          </a:ln>
        </p:spPr>
      </p:sp>
      <p:sp>
        <p:nvSpPr>
          <p:cNvPr id="292" name="Google Shape;292;p23">
            <a:hlinkClick r:id="rId9"/>
          </p:cNvPr>
          <p:cNvSpPr/>
          <p:nvPr/>
        </p:nvSpPr>
        <p:spPr>
          <a:xfrm>
            <a:off x="5430362" y="4083983"/>
            <a:ext cx="3010803" cy="2466779"/>
          </a:xfrm>
          <a:custGeom>
            <a:rect b="b" l="l" r="r" t="t"/>
            <a:pathLst>
              <a:path extrusionOk="0" h="2466779" w="3010803">
                <a:moveTo>
                  <a:pt x="0" y="0"/>
                </a:moveTo>
                <a:lnTo>
                  <a:pt x="3010803" y="0"/>
                </a:lnTo>
                <a:lnTo>
                  <a:pt x="3010803" y="2466780"/>
                </a:lnTo>
                <a:lnTo>
                  <a:pt x="0" y="2466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3382" l="-197028" r="-158844" t="-4429"/>
            </a:stretch>
          </a:blipFill>
          <a:ln>
            <a:noFill/>
          </a:ln>
        </p:spPr>
      </p:sp>
      <p:sp>
        <p:nvSpPr>
          <p:cNvPr id="293" name="Google Shape;293;p23">
            <a:hlinkClick r:id="rId10"/>
          </p:cNvPr>
          <p:cNvSpPr/>
          <p:nvPr/>
        </p:nvSpPr>
        <p:spPr>
          <a:xfrm>
            <a:off x="8726915" y="4083983"/>
            <a:ext cx="3036724" cy="2544223"/>
          </a:xfrm>
          <a:custGeom>
            <a:rect b="b" l="l" r="r" t="t"/>
            <a:pathLst>
              <a:path extrusionOk="0" h="2544223" w="3036724">
                <a:moveTo>
                  <a:pt x="0" y="0"/>
                </a:moveTo>
                <a:lnTo>
                  <a:pt x="3036724" y="0"/>
                </a:lnTo>
                <a:lnTo>
                  <a:pt x="3036724" y="2544224"/>
                </a:lnTo>
                <a:lnTo>
                  <a:pt x="0" y="2544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591" l="0" r="-192749" t="0"/>
            </a:stretch>
          </a:blipFill>
          <a:ln>
            <a:noFill/>
          </a:ln>
        </p:spPr>
      </p:sp>
      <p:sp>
        <p:nvSpPr>
          <p:cNvPr id="294" name="Google Shape;294;p23"/>
          <p:cNvSpPr txBox="1"/>
          <p:nvPr/>
        </p:nvSpPr>
        <p:spPr>
          <a:xfrm>
            <a:off x="3206732" y="2078658"/>
            <a:ext cx="12130816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Na lateral esquerda da página inicial temos o guia de modelos. 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2251729" y="2921933"/>
            <a:ext cx="15007571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Nos utilizamos deles para facilitar e acelerar o processo de confecção de designs.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2275841" y="7166396"/>
            <a:ext cx="15007571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Ao clicar em uma das imagens, podemos buscar em mais de 20 mil modelos um compatível com o que estamos querendo. 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7E9CD0"/>
                </a:solidFill>
                <a:latin typeface="Arimo"/>
                <a:ea typeface="Arimo"/>
                <a:cs typeface="Arimo"/>
                <a:sym typeface="Arimo"/>
              </a:rPr>
              <a:t>Existem vários exemplos para todos os tipos de modelo.</a:t>
            </a:r>
            <a:endParaRPr/>
          </a:p>
        </p:txBody>
      </p:sp>
      <p:sp>
        <p:nvSpPr>
          <p:cNvPr id="297" name="Google Shape;297;p23">
            <a:hlinkClick r:id="rId12"/>
          </p:cNvPr>
          <p:cNvSpPr/>
          <p:nvPr/>
        </p:nvSpPr>
        <p:spPr>
          <a:xfrm>
            <a:off x="11688858" y="4161427"/>
            <a:ext cx="3075333" cy="2466779"/>
          </a:xfrm>
          <a:custGeom>
            <a:rect b="b" l="l" r="r" t="t"/>
            <a:pathLst>
              <a:path extrusionOk="0" h="2466779" w="3075333">
                <a:moveTo>
                  <a:pt x="0" y="0"/>
                </a:moveTo>
                <a:lnTo>
                  <a:pt x="3075332" y="0"/>
                </a:lnTo>
                <a:lnTo>
                  <a:pt x="3075332" y="2466780"/>
                </a:lnTo>
                <a:lnTo>
                  <a:pt x="0" y="2466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-89070" r="-89552" t="0"/>
            </a:stretch>
          </a:blipFill>
          <a:ln>
            <a:noFill/>
          </a:ln>
        </p:spPr>
      </p:sp>
      <p:sp>
        <p:nvSpPr>
          <p:cNvPr id="298" name="Google Shape;298;p23">
            <a:hlinkClick r:id="rId13"/>
          </p:cNvPr>
          <p:cNvSpPr/>
          <p:nvPr/>
        </p:nvSpPr>
        <p:spPr>
          <a:xfrm>
            <a:off x="14764190" y="4161427"/>
            <a:ext cx="2729721" cy="2212306"/>
          </a:xfrm>
          <a:custGeom>
            <a:rect b="b" l="l" r="r" t="t"/>
            <a:pathLst>
              <a:path extrusionOk="0" h="2212306" w="2729721">
                <a:moveTo>
                  <a:pt x="0" y="0"/>
                </a:moveTo>
                <a:lnTo>
                  <a:pt x="2729721" y="0"/>
                </a:lnTo>
                <a:lnTo>
                  <a:pt x="2729721" y="2212306"/>
                </a:lnTo>
                <a:lnTo>
                  <a:pt x="0" y="2212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527" l="-193317" r="-6497" t="-5974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B2F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"/>
          <p:cNvSpPr/>
          <p:nvPr/>
        </p:nvSpPr>
        <p:spPr>
          <a:xfrm>
            <a:off x="6407800" y="404700"/>
            <a:ext cx="11413236" cy="9477566"/>
          </a:xfrm>
          <a:custGeom>
            <a:rect b="b" l="l" r="r" t="t"/>
            <a:pathLst>
              <a:path extrusionOk="0" h="12636754" w="15217648">
                <a:moveTo>
                  <a:pt x="0" y="0"/>
                </a:moveTo>
                <a:lnTo>
                  <a:pt x="15217648" y="0"/>
                </a:lnTo>
                <a:lnTo>
                  <a:pt x="15217648" y="12636754"/>
                </a:lnTo>
                <a:lnTo>
                  <a:pt x="0" y="12636754"/>
                </a:lnTo>
                <a:close/>
              </a:path>
            </a:pathLst>
          </a:custGeom>
          <a:solidFill>
            <a:srgbClr val="F4F6F8"/>
          </a:solidFill>
          <a:ln>
            <a:noFill/>
          </a:ln>
        </p:spPr>
      </p:sp>
      <p:grpSp>
        <p:nvGrpSpPr>
          <p:cNvPr id="308" name="Google Shape;308;p24"/>
          <p:cNvGrpSpPr/>
          <p:nvPr/>
        </p:nvGrpSpPr>
        <p:grpSpPr>
          <a:xfrm>
            <a:off x="8354100" y="3526600"/>
            <a:ext cx="8572800" cy="2194800"/>
            <a:chOff x="0" y="0"/>
            <a:chExt cx="11430400" cy="2926400"/>
          </a:xfrm>
        </p:grpSpPr>
        <p:sp>
          <p:nvSpPr>
            <p:cNvPr id="309" name="Google Shape;309;p24"/>
            <p:cNvSpPr/>
            <p:nvPr/>
          </p:nvSpPr>
          <p:spPr>
            <a:xfrm>
              <a:off x="0" y="0"/>
              <a:ext cx="11430400" cy="2926400"/>
            </a:xfrm>
            <a:custGeom>
              <a:rect b="b" l="l" r="r" t="t"/>
              <a:pathLst>
                <a:path extrusionOk="0" h="2926400" w="11430400">
                  <a:moveTo>
                    <a:pt x="0" y="0"/>
                  </a:moveTo>
                  <a:lnTo>
                    <a:pt x="11430400" y="0"/>
                  </a:lnTo>
                  <a:lnTo>
                    <a:pt x="11430400" y="2926400"/>
                  </a:lnTo>
                  <a:lnTo>
                    <a:pt x="0" y="2926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0" name="Google Shape;310;p24"/>
            <p:cNvSpPr txBox="1"/>
            <p:nvPr/>
          </p:nvSpPr>
          <p:spPr>
            <a:xfrm>
              <a:off x="0" y="0"/>
              <a:ext cx="11430400" cy="292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0" u="none" cap="none" strike="noStrike">
                  <a:solidFill>
                    <a:srgbClr val="041E52"/>
                  </a:solidFill>
                  <a:latin typeface="Alata"/>
                  <a:ea typeface="Alata"/>
                  <a:cs typeface="Alata"/>
                  <a:sym typeface="Alata"/>
                </a:rPr>
                <a:t>Dúvidas</a:t>
              </a:r>
              <a:endParaRPr/>
            </a:p>
          </p:txBody>
        </p:sp>
      </p:grpSp>
      <p:sp>
        <p:nvSpPr>
          <p:cNvPr id="311" name="Google Shape;311;p24"/>
          <p:cNvSpPr/>
          <p:nvPr/>
        </p:nvSpPr>
        <p:spPr>
          <a:xfrm>
            <a:off x="1751" y="1968495"/>
            <a:ext cx="9601391" cy="6329743"/>
          </a:xfrm>
          <a:custGeom>
            <a:rect b="b" l="l" r="r" t="t"/>
            <a:pathLst>
              <a:path extrusionOk="0" h="8439658" w="12801854">
                <a:moveTo>
                  <a:pt x="11397107" y="8439658"/>
                </a:moveTo>
                <a:cubicBezTo>
                  <a:pt x="11397107" y="8439658"/>
                  <a:pt x="12801854" y="5452745"/>
                  <a:pt x="11762486" y="4056126"/>
                </a:cubicBezTo>
                <a:cubicBezTo>
                  <a:pt x="10708767" y="2640965"/>
                  <a:pt x="9994646" y="3361563"/>
                  <a:pt x="8955912" y="2860802"/>
                </a:cubicBezTo>
                <a:cubicBezTo>
                  <a:pt x="7915910" y="2359279"/>
                  <a:pt x="7827518" y="280035"/>
                  <a:pt x="5743829" y="139192"/>
                </a:cubicBezTo>
                <a:cubicBezTo>
                  <a:pt x="3659251" y="0"/>
                  <a:pt x="0" y="1712468"/>
                  <a:pt x="1945132" y="8395589"/>
                </a:cubicBezTo>
                <a:close/>
              </a:path>
            </a:pathLst>
          </a:custGeom>
          <a:solidFill>
            <a:srgbClr val="FFFFFF">
              <a:alpha val="431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1803476" y="3087400"/>
            <a:ext cx="2233930" cy="2233386"/>
          </a:xfrm>
          <a:custGeom>
            <a:rect b="b" l="l" r="r" t="t"/>
            <a:pathLst>
              <a:path extrusionOk="0" h="2233386" w="2233930">
                <a:moveTo>
                  <a:pt x="0" y="0"/>
                </a:moveTo>
                <a:lnTo>
                  <a:pt x="2233930" y="0"/>
                </a:lnTo>
                <a:lnTo>
                  <a:pt x="2233930" y="2233386"/>
                </a:lnTo>
                <a:lnTo>
                  <a:pt x="0" y="2233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24"/>
          <p:cNvSpPr/>
          <p:nvPr/>
        </p:nvSpPr>
        <p:spPr>
          <a:xfrm>
            <a:off x="830434" y="4363060"/>
            <a:ext cx="1439166" cy="1427068"/>
          </a:xfrm>
          <a:custGeom>
            <a:rect b="b" l="l" r="r" t="t"/>
            <a:pathLst>
              <a:path extrusionOk="0" h="1427068" w="1439166">
                <a:moveTo>
                  <a:pt x="0" y="0"/>
                </a:moveTo>
                <a:lnTo>
                  <a:pt x="1439166" y="0"/>
                </a:lnTo>
                <a:lnTo>
                  <a:pt x="1439166" y="1427068"/>
                </a:lnTo>
                <a:lnTo>
                  <a:pt x="0" y="1427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24"/>
          <p:cNvSpPr/>
          <p:nvPr/>
        </p:nvSpPr>
        <p:spPr>
          <a:xfrm>
            <a:off x="2673639" y="1834401"/>
            <a:ext cx="1305104" cy="867956"/>
          </a:xfrm>
          <a:custGeom>
            <a:rect b="b" l="l" r="r" t="t"/>
            <a:pathLst>
              <a:path extrusionOk="0" h="867956" w="1305104">
                <a:moveTo>
                  <a:pt x="0" y="0"/>
                </a:moveTo>
                <a:lnTo>
                  <a:pt x="1305104" y="0"/>
                </a:lnTo>
                <a:lnTo>
                  <a:pt x="1305104" y="867956"/>
                </a:lnTo>
                <a:lnTo>
                  <a:pt x="0" y="8679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24"/>
          <p:cNvSpPr/>
          <p:nvPr/>
        </p:nvSpPr>
        <p:spPr>
          <a:xfrm>
            <a:off x="2773462" y="4187262"/>
            <a:ext cx="5076780" cy="4112790"/>
          </a:xfrm>
          <a:custGeom>
            <a:rect b="b" l="l" r="r" t="t"/>
            <a:pathLst>
              <a:path extrusionOk="0" h="4112790" w="5076780">
                <a:moveTo>
                  <a:pt x="0" y="0"/>
                </a:moveTo>
                <a:lnTo>
                  <a:pt x="5076780" y="0"/>
                </a:lnTo>
                <a:lnTo>
                  <a:pt x="5076780" y="4112790"/>
                </a:lnTo>
                <a:lnTo>
                  <a:pt x="0" y="41127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24"/>
          <p:cNvSpPr/>
          <p:nvPr/>
        </p:nvSpPr>
        <p:spPr>
          <a:xfrm>
            <a:off x="1621990" y="4913660"/>
            <a:ext cx="1623854" cy="1506394"/>
          </a:xfrm>
          <a:custGeom>
            <a:rect b="b" l="l" r="r" t="t"/>
            <a:pathLst>
              <a:path extrusionOk="0" h="1506394" w="1623854">
                <a:moveTo>
                  <a:pt x="0" y="0"/>
                </a:moveTo>
                <a:lnTo>
                  <a:pt x="1623854" y="0"/>
                </a:lnTo>
                <a:lnTo>
                  <a:pt x="1623854" y="1506394"/>
                </a:lnTo>
                <a:lnTo>
                  <a:pt x="0" y="1506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7" name="Google Shape;317;p24"/>
          <p:cNvSpPr/>
          <p:nvPr/>
        </p:nvSpPr>
        <p:spPr>
          <a:xfrm>
            <a:off x="4418194" y="2462558"/>
            <a:ext cx="1828596" cy="1506394"/>
          </a:xfrm>
          <a:custGeom>
            <a:rect b="b" l="l" r="r" t="t"/>
            <a:pathLst>
              <a:path extrusionOk="0" h="1506394" w="1828596">
                <a:moveTo>
                  <a:pt x="0" y="0"/>
                </a:moveTo>
                <a:lnTo>
                  <a:pt x="1828596" y="0"/>
                </a:lnTo>
                <a:lnTo>
                  <a:pt x="1828596" y="1506394"/>
                </a:lnTo>
                <a:lnTo>
                  <a:pt x="0" y="1506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24"/>
          <p:cNvSpPr/>
          <p:nvPr/>
        </p:nvSpPr>
        <p:spPr>
          <a:xfrm>
            <a:off x="1621956" y="6517366"/>
            <a:ext cx="1016770" cy="1289350"/>
          </a:xfrm>
          <a:custGeom>
            <a:rect b="b" l="l" r="r" t="t"/>
            <a:pathLst>
              <a:path extrusionOk="0" h="1289350" w="1016770">
                <a:moveTo>
                  <a:pt x="0" y="0"/>
                </a:moveTo>
                <a:lnTo>
                  <a:pt x="1016770" y="0"/>
                </a:lnTo>
                <a:lnTo>
                  <a:pt x="1016770" y="1289350"/>
                </a:lnTo>
                <a:lnTo>
                  <a:pt x="0" y="1289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24"/>
          <p:cNvSpPr/>
          <p:nvPr/>
        </p:nvSpPr>
        <p:spPr>
          <a:xfrm>
            <a:off x="6853932" y="3526592"/>
            <a:ext cx="1492256" cy="2414812"/>
          </a:xfrm>
          <a:custGeom>
            <a:rect b="b" l="l" r="r" t="t"/>
            <a:pathLst>
              <a:path extrusionOk="0" h="2414812" w="1492256">
                <a:moveTo>
                  <a:pt x="0" y="0"/>
                </a:moveTo>
                <a:lnTo>
                  <a:pt x="1492256" y="0"/>
                </a:lnTo>
                <a:lnTo>
                  <a:pt x="1492256" y="2414812"/>
                </a:lnTo>
                <a:lnTo>
                  <a:pt x="0" y="24148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24"/>
          <p:cNvSpPr/>
          <p:nvPr/>
        </p:nvSpPr>
        <p:spPr>
          <a:xfrm>
            <a:off x="6520572" y="2301454"/>
            <a:ext cx="1481040" cy="957738"/>
          </a:xfrm>
          <a:custGeom>
            <a:rect b="b" l="l" r="r" t="t"/>
            <a:pathLst>
              <a:path extrusionOk="0" h="957738" w="1481040">
                <a:moveTo>
                  <a:pt x="0" y="0"/>
                </a:moveTo>
                <a:lnTo>
                  <a:pt x="1481040" y="0"/>
                </a:lnTo>
                <a:lnTo>
                  <a:pt x="1481040" y="957738"/>
                </a:lnTo>
                <a:lnTo>
                  <a:pt x="0" y="957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p24"/>
          <p:cNvSpPr/>
          <p:nvPr/>
        </p:nvSpPr>
        <p:spPr>
          <a:xfrm>
            <a:off x="13497343" y="5620708"/>
            <a:ext cx="141351" cy="121539"/>
          </a:xfrm>
          <a:custGeom>
            <a:rect b="b" l="l" r="r" t="t"/>
            <a:pathLst>
              <a:path extrusionOk="0" h="162052" w="188468">
                <a:moveTo>
                  <a:pt x="107823" y="0"/>
                </a:moveTo>
                <a:cubicBezTo>
                  <a:pt x="88138" y="0"/>
                  <a:pt x="67945" y="7493"/>
                  <a:pt x="51562" y="23876"/>
                </a:cubicBezTo>
                <a:cubicBezTo>
                  <a:pt x="0" y="74295"/>
                  <a:pt x="36068" y="162052"/>
                  <a:pt x="108458" y="162052"/>
                </a:cubicBezTo>
                <a:cubicBezTo>
                  <a:pt x="152273" y="162052"/>
                  <a:pt x="188468" y="125857"/>
                  <a:pt x="188468" y="80645"/>
                </a:cubicBezTo>
                <a:cubicBezTo>
                  <a:pt x="188468" y="31750"/>
                  <a:pt x="148971" y="0"/>
                  <a:pt x="10782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