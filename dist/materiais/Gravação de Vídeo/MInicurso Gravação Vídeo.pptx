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Open Sans ExtraBold"/>
      <p:bold r:id="rId22"/>
      <p:boldItalic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OpenSansExtraBold-bold.fntdata"/><Relationship Id="rId21" Type="http://schemas.openxmlformats.org/officeDocument/2006/relationships/slide" Target="slides/slide16.xml"/><Relationship Id="rId24" Type="http://schemas.openxmlformats.org/officeDocument/2006/relationships/font" Target="fonts/OpenSans-regular.fntdata"/><Relationship Id="rId23" Type="http://schemas.openxmlformats.org/officeDocument/2006/relationships/font" Target="fonts/OpenSansExtra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jp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10" Type="http://schemas.openxmlformats.org/officeDocument/2006/relationships/image" Target="../media/image10.png"/><Relationship Id="rId9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hyperlink" Target="https://www.youtube.com/watch?v=lEW3t2TSwK0" TargetMode="External"/><Relationship Id="rId7" Type="http://schemas.openxmlformats.org/officeDocument/2006/relationships/hyperlink" Target="https://www.youtube.com/watch?v=8C-6OI47u94" TargetMode="External"/><Relationship Id="rId8" Type="http://schemas.openxmlformats.org/officeDocument/2006/relationships/hyperlink" Target="https://www.youtube.com/watch?v=sSjIfEpwML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gif"/><Relationship Id="rId4" Type="http://schemas.openxmlformats.org/officeDocument/2006/relationships/image" Target="../media/image13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4.png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1.gif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gif"/><Relationship Id="rId4" Type="http://schemas.openxmlformats.org/officeDocument/2006/relationships/image" Target="../media/image13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29.png"/><Relationship Id="rId9" Type="http://schemas.openxmlformats.org/officeDocument/2006/relationships/image" Target="../media/image10.png"/><Relationship Id="rId5" Type="http://schemas.openxmlformats.org/officeDocument/2006/relationships/image" Target="../media/image19.png"/><Relationship Id="rId6" Type="http://schemas.openxmlformats.org/officeDocument/2006/relationships/image" Target="../media/image17.gif"/><Relationship Id="rId7" Type="http://schemas.openxmlformats.org/officeDocument/2006/relationships/image" Target="../media/image27.png"/><Relationship Id="rId8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9.png"/><Relationship Id="rId5" Type="http://schemas.openxmlformats.org/officeDocument/2006/relationships/image" Target="../media/image31.png"/><Relationship Id="rId6" Type="http://schemas.openxmlformats.org/officeDocument/2006/relationships/image" Target="../media/image26.png"/><Relationship Id="rId7" Type="http://schemas.openxmlformats.org/officeDocument/2006/relationships/image" Target="../media/image4.png"/><Relationship Id="rId8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gif"/><Relationship Id="rId4" Type="http://schemas.openxmlformats.org/officeDocument/2006/relationships/image" Target="../media/image13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Relationship Id="rId4" Type="http://schemas.openxmlformats.org/officeDocument/2006/relationships/hyperlink" Target="https://youtube.com/playlist?list=PLOvY8jHP9hlZ-tJ8AXGR0Arbsv2_CXVV7&amp;si=24OIB-c9me26Jq2X" TargetMode="External"/><Relationship Id="rId5" Type="http://schemas.openxmlformats.org/officeDocument/2006/relationships/image" Target="../media/image32.png"/><Relationship Id="rId6" Type="http://schemas.openxmlformats.org/officeDocument/2006/relationships/image" Target="../media/image4.png"/><Relationship Id="rId7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8773422" y="3260060"/>
            <a:ext cx="7806499" cy="5204333"/>
          </a:xfrm>
          <a:custGeom>
            <a:rect b="b" l="l" r="r" t="t"/>
            <a:pathLst>
              <a:path extrusionOk="0" h="5204333" w="7806499">
                <a:moveTo>
                  <a:pt x="0" y="0"/>
                </a:moveTo>
                <a:lnTo>
                  <a:pt x="7806499" y="0"/>
                </a:lnTo>
                <a:lnTo>
                  <a:pt x="7806499" y="5204333"/>
                </a:lnTo>
                <a:lnTo>
                  <a:pt x="0" y="5204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 txBox="1"/>
          <p:nvPr/>
        </p:nvSpPr>
        <p:spPr>
          <a:xfrm>
            <a:off x="1508685" y="1522755"/>
            <a:ext cx="9800670" cy="346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76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GRAVAÇÃO DE VÍDEO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4151642" y="8567921"/>
            <a:ext cx="2428280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Foto de Krishna Lair 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508685" y="7410293"/>
            <a:ext cx="4409768" cy="10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Minicurso de gravação de vídeos com a utilização do software gratuito OBS Studio </a:t>
            </a:r>
            <a:endParaRPr/>
          </a:p>
        </p:txBody>
      </p:sp>
      <p:grpSp>
        <p:nvGrpSpPr>
          <p:cNvPr id="88" name="Google Shape;88;p13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89" name="Google Shape;89;p13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90" name="Google Shape;90;p13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91" name="Google Shape;91;p13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14"/>
          <p:cNvGrpSpPr/>
          <p:nvPr/>
        </p:nvGrpSpPr>
        <p:grpSpPr>
          <a:xfrm>
            <a:off x="3381291" y="3875254"/>
            <a:ext cx="402008" cy="630275"/>
            <a:chOff x="0" y="-47625"/>
            <a:chExt cx="83874" cy="131499"/>
          </a:xfrm>
        </p:grpSpPr>
        <p:sp>
          <p:nvSpPr>
            <p:cNvPr id="97" name="Google Shape;97;p14"/>
            <p:cNvSpPr/>
            <p:nvPr/>
          </p:nvSpPr>
          <p:spPr>
            <a:xfrm>
              <a:off x="0" y="0"/>
              <a:ext cx="83874" cy="83874"/>
            </a:xfrm>
            <a:custGeom>
              <a:rect b="b" l="l" r="r" t="t"/>
              <a:pathLst>
                <a:path extrusionOk="0" h="83874" w="83874">
                  <a:moveTo>
                    <a:pt x="41937" y="0"/>
                  </a:moveTo>
                  <a:lnTo>
                    <a:pt x="41937" y="0"/>
                  </a:lnTo>
                  <a:cubicBezTo>
                    <a:pt x="65098" y="0"/>
                    <a:pt x="83874" y="18776"/>
                    <a:pt x="83874" y="41937"/>
                  </a:cubicBezTo>
                  <a:lnTo>
                    <a:pt x="83874" y="41937"/>
                  </a:lnTo>
                  <a:cubicBezTo>
                    <a:pt x="83874" y="65098"/>
                    <a:pt x="65098" y="83874"/>
                    <a:pt x="41937" y="83874"/>
                  </a:cubicBezTo>
                  <a:lnTo>
                    <a:pt x="41937" y="83874"/>
                  </a:lnTo>
                  <a:cubicBezTo>
                    <a:pt x="18776" y="83874"/>
                    <a:pt x="0" y="65098"/>
                    <a:pt x="0" y="41937"/>
                  </a:cubicBezTo>
                  <a:lnTo>
                    <a:pt x="0" y="41937"/>
                  </a:lnTo>
                  <a:cubicBezTo>
                    <a:pt x="0" y="18776"/>
                    <a:pt x="18776" y="0"/>
                    <a:pt x="41937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4"/>
            <p:cNvSpPr txBox="1"/>
            <p:nvPr/>
          </p:nvSpPr>
          <p:spPr>
            <a:xfrm>
              <a:off x="0" y="-47625"/>
              <a:ext cx="83874" cy="1314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4"/>
          <p:cNvGrpSpPr/>
          <p:nvPr/>
        </p:nvGrpSpPr>
        <p:grpSpPr>
          <a:xfrm>
            <a:off x="3381291" y="5860870"/>
            <a:ext cx="402008" cy="630275"/>
            <a:chOff x="0" y="-47625"/>
            <a:chExt cx="83874" cy="131499"/>
          </a:xfrm>
        </p:grpSpPr>
        <p:sp>
          <p:nvSpPr>
            <p:cNvPr id="100" name="Google Shape;100;p14"/>
            <p:cNvSpPr/>
            <p:nvPr/>
          </p:nvSpPr>
          <p:spPr>
            <a:xfrm>
              <a:off x="0" y="0"/>
              <a:ext cx="83874" cy="83874"/>
            </a:xfrm>
            <a:custGeom>
              <a:rect b="b" l="l" r="r" t="t"/>
              <a:pathLst>
                <a:path extrusionOk="0" h="83874" w="83874">
                  <a:moveTo>
                    <a:pt x="41937" y="0"/>
                  </a:moveTo>
                  <a:lnTo>
                    <a:pt x="41937" y="0"/>
                  </a:lnTo>
                  <a:cubicBezTo>
                    <a:pt x="65098" y="0"/>
                    <a:pt x="83874" y="18776"/>
                    <a:pt x="83874" y="41937"/>
                  </a:cubicBezTo>
                  <a:lnTo>
                    <a:pt x="83874" y="41937"/>
                  </a:lnTo>
                  <a:cubicBezTo>
                    <a:pt x="83874" y="65098"/>
                    <a:pt x="65098" y="83874"/>
                    <a:pt x="41937" y="83874"/>
                  </a:cubicBezTo>
                  <a:lnTo>
                    <a:pt x="41937" y="83874"/>
                  </a:lnTo>
                  <a:cubicBezTo>
                    <a:pt x="18776" y="83874"/>
                    <a:pt x="0" y="65098"/>
                    <a:pt x="0" y="41937"/>
                  </a:cubicBezTo>
                  <a:lnTo>
                    <a:pt x="0" y="41937"/>
                  </a:lnTo>
                  <a:cubicBezTo>
                    <a:pt x="0" y="18776"/>
                    <a:pt x="18776" y="0"/>
                    <a:pt x="41937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0" y="-47625"/>
              <a:ext cx="83874" cy="1314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14"/>
          <p:cNvGrpSpPr/>
          <p:nvPr/>
        </p:nvGrpSpPr>
        <p:grpSpPr>
          <a:xfrm rot="-5400000">
            <a:off x="3921738" y="4824657"/>
            <a:ext cx="262601" cy="229776"/>
            <a:chOff x="0" y="0"/>
            <a:chExt cx="812800" cy="711200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4" name="Google Shape;104;p14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4"/>
          <p:cNvGrpSpPr/>
          <p:nvPr/>
        </p:nvGrpSpPr>
        <p:grpSpPr>
          <a:xfrm rot="-5400000">
            <a:off x="3921621" y="5309414"/>
            <a:ext cx="262601" cy="229776"/>
            <a:chOff x="0" y="0"/>
            <a:chExt cx="812800" cy="711200"/>
          </a:xfrm>
        </p:grpSpPr>
        <p:sp>
          <p:nvSpPr>
            <p:cNvPr id="106" name="Google Shape;106;p14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7" name="Google Shape;107;p14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14"/>
          <p:cNvGrpSpPr/>
          <p:nvPr/>
        </p:nvGrpSpPr>
        <p:grpSpPr>
          <a:xfrm rot="-5400000">
            <a:off x="3921621" y="6862825"/>
            <a:ext cx="262601" cy="229776"/>
            <a:chOff x="0" y="0"/>
            <a:chExt cx="812800" cy="711200"/>
          </a:xfrm>
        </p:grpSpPr>
        <p:sp>
          <p:nvSpPr>
            <p:cNvPr id="109" name="Google Shape;109;p14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0" name="Google Shape;110;p14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4"/>
          <p:cNvGrpSpPr/>
          <p:nvPr/>
        </p:nvGrpSpPr>
        <p:grpSpPr>
          <a:xfrm>
            <a:off x="11149911" y="5453960"/>
            <a:ext cx="2667000" cy="2823270"/>
            <a:chOff x="0" y="-47625"/>
            <a:chExt cx="812800" cy="860425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3543" y="0"/>
                  </a:moveTo>
                  <a:lnTo>
                    <a:pt x="769257" y="0"/>
                  </a:lnTo>
                  <a:cubicBezTo>
                    <a:pt x="793305" y="0"/>
                    <a:pt x="812800" y="19495"/>
                    <a:pt x="812800" y="43543"/>
                  </a:cubicBezTo>
                  <a:lnTo>
                    <a:pt x="812800" y="769257"/>
                  </a:lnTo>
                  <a:cubicBezTo>
                    <a:pt x="812800" y="793305"/>
                    <a:pt x="793305" y="812800"/>
                    <a:pt x="769257" y="812800"/>
                  </a:cubicBezTo>
                  <a:lnTo>
                    <a:pt x="43543" y="812800"/>
                  </a:lnTo>
                  <a:cubicBezTo>
                    <a:pt x="19495" y="812800"/>
                    <a:pt x="0" y="793305"/>
                    <a:pt x="0" y="769257"/>
                  </a:cubicBezTo>
                  <a:lnTo>
                    <a:pt x="0" y="43543"/>
                  </a:lnTo>
                  <a:cubicBezTo>
                    <a:pt x="0" y="19495"/>
                    <a:pt x="19495" y="0"/>
                    <a:pt x="4354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47625">
              <a:solidFill>
                <a:srgbClr val="EA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4"/>
          <p:cNvSpPr txBox="1"/>
          <p:nvPr/>
        </p:nvSpPr>
        <p:spPr>
          <a:xfrm>
            <a:off x="1085850" y="1200150"/>
            <a:ext cx="6390597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CONTEÚDO PROGRAMÁTICO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3938151" y="4084564"/>
            <a:ext cx="3615743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Gravação de tela desktop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3938151" y="6070180"/>
            <a:ext cx="3039651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Transmissões ao vivo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4321612" y="4719584"/>
            <a:ext cx="2513989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Gravação simples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4321494" y="5204341"/>
            <a:ext cx="3879741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Captura de múltiplas cenas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4321494" y="6757752"/>
            <a:ext cx="3535342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Livestreams via YouTube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10060113" y="3967719"/>
            <a:ext cx="4846596" cy="1044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Como vamos fazer isso tudo?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11708158" y="5876886"/>
            <a:ext cx="1550506" cy="1550506"/>
          </a:xfrm>
          <a:custGeom>
            <a:rect b="b" l="l" r="r" t="t"/>
            <a:pathLst>
              <a:path extrusionOk="0" h="1550506" w="1550506">
                <a:moveTo>
                  <a:pt x="0" y="0"/>
                </a:moveTo>
                <a:lnTo>
                  <a:pt x="1550506" y="0"/>
                </a:lnTo>
                <a:lnTo>
                  <a:pt x="1550506" y="1550506"/>
                </a:lnTo>
                <a:lnTo>
                  <a:pt x="0" y="1550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14"/>
          <p:cNvSpPr txBox="1"/>
          <p:nvPr/>
        </p:nvSpPr>
        <p:spPr>
          <a:xfrm>
            <a:off x="11366641" y="7561262"/>
            <a:ext cx="2233540" cy="40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62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OBS Studio</a:t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124" name="Google Shape;124;p14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125" name="Google Shape;125;p14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126" name="Google Shape;126;p14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7" name="Google Shape;127;p14"/>
          <p:cNvGrpSpPr/>
          <p:nvPr/>
        </p:nvGrpSpPr>
        <p:grpSpPr>
          <a:xfrm rot="-5400000">
            <a:off x="3450995" y="4189637"/>
            <a:ext cx="262601" cy="229776"/>
            <a:chOff x="0" y="0"/>
            <a:chExt cx="812800" cy="711200"/>
          </a:xfrm>
        </p:grpSpPr>
        <p:sp>
          <p:nvSpPr>
            <p:cNvPr id="128" name="Google Shape;128;p14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29" name="Google Shape;129;p14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14"/>
          <p:cNvGrpSpPr/>
          <p:nvPr/>
        </p:nvGrpSpPr>
        <p:grpSpPr>
          <a:xfrm rot="-5400000">
            <a:off x="3450995" y="6175253"/>
            <a:ext cx="262601" cy="229776"/>
            <a:chOff x="0" y="0"/>
            <a:chExt cx="812800" cy="711200"/>
          </a:xfrm>
        </p:grpSpPr>
        <p:sp>
          <p:nvSpPr>
            <p:cNvPr id="131" name="Google Shape;131;p14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32" name="Google Shape;132;p14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33" name="Google Shape;133;p14"/>
          <p:cNvCxnSpPr/>
          <p:nvPr/>
        </p:nvCxnSpPr>
        <p:spPr>
          <a:xfrm>
            <a:off x="9144000" y="3810000"/>
            <a:ext cx="0" cy="457962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15"/>
          <p:cNvGrpSpPr/>
          <p:nvPr/>
        </p:nvGrpSpPr>
        <p:grpSpPr>
          <a:xfrm rot="-5400000">
            <a:off x="5331809" y="5534032"/>
            <a:ext cx="262601" cy="229776"/>
            <a:chOff x="0" y="0"/>
            <a:chExt cx="812800" cy="711200"/>
          </a:xfrm>
        </p:grpSpPr>
        <p:sp>
          <p:nvSpPr>
            <p:cNvPr id="139" name="Google Shape;139;p15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0" name="Google Shape;140;p15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" name="Google Shape;141;p15"/>
          <p:cNvGrpSpPr/>
          <p:nvPr/>
        </p:nvGrpSpPr>
        <p:grpSpPr>
          <a:xfrm rot="-5400000">
            <a:off x="10374331" y="5534032"/>
            <a:ext cx="262601" cy="229776"/>
            <a:chOff x="0" y="0"/>
            <a:chExt cx="812800" cy="711200"/>
          </a:xfrm>
        </p:grpSpPr>
        <p:sp>
          <p:nvSpPr>
            <p:cNvPr id="142" name="Google Shape;142;p15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3" name="Google Shape;143;p15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p15"/>
          <p:cNvSpPr/>
          <p:nvPr/>
        </p:nvSpPr>
        <p:spPr>
          <a:xfrm>
            <a:off x="10906517" y="5354839"/>
            <a:ext cx="1396285" cy="1396285"/>
          </a:xfrm>
          <a:custGeom>
            <a:rect b="b" l="l" r="r" t="t"/>
            <a:pathLst>
              <a:path extrusionOk="0" h="1396285" w="1396285">
                <a:moveTo>
                  <a:pt x="0" y="0"/>
                </a:moveTo>
                <a:lnTo>
                  <a:pt x="1396285" y="0"/>
                </a:lnTo>
                <a:lnTo>
                  <a:pt x="1396285" y="1396285"/>
                </a:lnTo>
                <a:lnTo>
                  <a:pt x="0" y="13962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5" name="Google Shape;145;p15"/>
          <p:cNvGrpSpPr/>
          <p:nvPr/>
        </p:nvGrpSpPr>
        <p:grpSpPr>
          <a:xfrm rot="-5400000">
            <a:off x="10374331" y="7710604"/>
            <a:ext cx="262601" cy="229776"/>
            <a:chOff x="0" y="0"/>
            <a:chExt cx="812800" cy="711200"/>
          </a:xfrm>
        </p:grpSpPr>
        <p:sp>
          <p:nvSpPr>
            <p:cNvPr id="146" name="Google Shape;146;p15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7" name="Google Shape;147;p15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8" name="Google Shape;148;p15"/>
          <p:cNvSpPr/>
          <p:nvPr/>
        </p:nvSpPr>
        <p:spPr>
          <a:xfrm>
            <a:off x="10906517" y="7528378"/>
            <a:ext cx="1396285" cy="1396285"/>
          </a:xfrm>
          <a:custGeom>
            <a:rect b="b" l="l" r="r" t="t"/>
            <a:pathLst>
              <a:path extrusionOk="0" h="1396285" w="1396285">
                <a:moveTo>
                  <a:pt x="0" y="0"/>
                </a:moveTo>
                <a:lnTo>
                  <a:pt x="1396285" y="0"/>
                </a:lnTo>
                <a:lnTo>
                  <a:pt x="1396285" y="1396284"/>
                </a:lnTo>
                <a:lnTo>
                  <a:pt x="0" y="13962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15"/>
          <p:cNvSpPr/>
          <p:nvPr/>
        </p:nvSpPr>
        <p:spPr>
          <a:xfrm>
            <a:off x="5863996" y="5354839"/>
            <a:ext cx="1396285" cy="1396285"/>
          </a:xfrm>
          <a:custGeom>
            <a:rect b="b" l="l" r="r" t="t"/>
            <a:pathLst>
              <a:path extrusionOk="0" h="1396285" w="1396285">
                <a:moveTo>
                  <a:pt x="0" y="0"/>
                </a:moveTo>
                <a:lnTo>
                  <a:pt x="1396285" y="0"/>
                </a:lnTo>
                <a:lnTo>
                  <a:pt x="1396285" y="1396285"/>
                </a:lnTo>
                <a:lnTo>
                  <a:pt x="0" y="13962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15"/>
          <p:cNvSpPr txBox="1"/>
          <p:nvPr/>
        </p:nvSpPr>
        <p:spPr>
          <a:xfrm>
            <a:off x="1085850" y="1200150"/>
            <a:ext cx="6390597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INSTALAÇÃO DO SOFTWARE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5225376" y="3701521"/>
            <a:ext cx="2482866" cy="539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914D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Windows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10872567" y="3701521"/>
            <a:ext cx="1464184" cy="539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BF15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Linux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5348222" y="4793939"/>
            <a:ext cx="3105894" cy="405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Opção 1: Clique </a:t>
            </a:r>
            <a:r>
              <a:rPr b="1" i="0" lang="en-US" sz="2411" u="sng" cap="none" strike="noStrike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AQUI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10390743" y="4793939"/>
            <a:ext cx="3105894" cy="405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Opção 1: Clique </a:t>
            </a:r>
            <a:r>
              <a:rPr b="1" i="0" lang="en-US" sz="2411" u="sng" cap="none" strike="noStrike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AQUI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10390743" y="6970511"/>
            <a:ext cx="3105894" cy="405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Opção 2: Clique </a:t>
            </a:r>
            <a:r>
              <a:rPr b="1" i="0" lang="en-US" sz="2411" u="sng" cap="none" strike="noStrike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AQUI</a:t>
            </a:r>
            <a:endParaRPr/>
          </a:p>
        </p:txBody>
      </p:sp>
      <p:grpSp>
        <p:nvGrpSpPr>
          <p:cNvPr id="156" name="Google Shape;156;p15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157" name="Google Shape;157;p15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158" name="Google Shape;158;p15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159" name="Google Shape;159;p15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0" name="Google Shape;160;p15"/>
          <p:cNvGrpSpPr/>
          <p:nvPr/>
        </p:nvGrpSpPr>
        <p:grpSpPr>
          <a:xfrm>
            <a:off x="4791363" y="4584629"/>
            <a:ext cx="402008" cy="630275"/>
            <a:chOff x="0" y="-47625"/>
            <a:chExt cx="83874" cy="131499"/>
          </a:xfrm>
        </p:grpSpPr>
        <p:sp>
          <p:nvSpPr>
            <p:cNvPr id="161" name="Google Shape;161;p15"/>
            <p:cNvSpPr/>
            <p:nvPr/>
          </p:nvSpPr>
          <p:spPr>
            <a:xfrm>
              <a:off x="0" y="0"/>
              <a:ext cx="83874" cy="83874"/>
            </a:xfrm>
            <a:custGeom>
              <a:rect b="b" l="l" r="r" t="t"/>
              <a:pathLst>
                <a:path extrusionOk="0" h="83874" w="83874">
                  <a:moveTo>
                    <a:pt x="41937" y="0"/>
                  </a:moveTo>
                  <a:lnTo>
                    <a:pt x="41937" y="0"/>
                  </a:lnTo>
                  <a:cubicBezTo>
                    <a:pt x="65098" y="0"/>
                    <a:pt x="83874" y="18776"/>
                    <a:pt x="83874" y="41937"/>
                  </a:cubicBezTo>
                  <a:lnTo>
                    <a:pt x="83874" y="41937"/>
                  </a:lnTo>
                  <a:cubicBezTo>
                    <a:pt x="83874" y="65098"/>
                    <a:pt x="65098" y="83874"/>
                    <a:pt x="41937" y="83874"/>
                  </a:cubicBezTo>
                  <a:lnTo>
                    <a:pt x="41937" y="83874"/>
                  </a:lnTo>
                  <a:cubicBezTo>
                    <a:pt x="18776" y="83874"/>
                    <a:pt x="0" y="65098"/>
                    <a:pt x="0" y="41937"/>
                  </a:cubicBezTo>
                  <a:lnTo>
                    <a:pt x="0" y="41937"/>
                  </a:lnTo>
                  <a:cubicBezTo>
                    <a:pt x="0" y="18776"/>
                    <a:pt x="18776" y="0"/>
                    <a:pt x="41937" y="0"/>
                  </a:cubicBezTo>
                  <a:close/>
                </a:path>
              </a:pathLst>
            </a:custGeom>
            <a:solidFill>
              <a:srgbClr val="FF914D"/>
            </a:solidFill>
            <a:ln cap="sq" cmpd="sng" w="38100">
              <a:solidFill>
                <a:srgbClr val="FF914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5"/>
            <p:cNvSpPr txBox="1"/>
            <p:nvPr/>
          </p:nvSpPr>
          <p:spPr>
            <a:xfrm>
              <a:off x="0" y="-47625"/>
              <a:ext cx="83874" cy="1314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15"/>
          <p:cNvGrpSpPr/>
          <p:nvPr/>
        </p:nvGrpSpPr>
        <p:grpSpPr>
          <a:xfrm rot="-5400000">
            <a:off x="4861066" y="4899012"/>
            <a:ext cx="262601" cy="229776"/>
            <a:chOff x="0" y="0"/>
            <a:chExt cx="812800" cy="711200"/>
          </a:xfrm>
        </p:grpSpPr>
        <p:sp>
          <p:nvSpPr>
            <p:cNvPr id="164" name="Google Shape;164;p15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65" name="Google Shape;165;p15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" name="Google Shape;166;p15"/>
          <p:cNvGrpSpPr/>
          <p:nvPr/>
        </p:nvGrpSpPr>
        <p:grpSpPr>
          <a:xfrm>
            <a:off x="9833884" y="4584629"/>
            <a:ext cx="402008" cy="630275"/>
            <a:chOff x="0" y="-47625"/>
            <a:chExt cx="83874" cy="131499"/>
          </a:xfrm>
        </p:grpSpPr>
        <p:sp>
          <p:nvSpPr>
            <p:cNvPr id="167" name="Google Shape;167;p15"/>
            <p:cNvSpPr/>
            <p:nvPr/>
          </p:nvSpPr>
          <p:spPr>
            <a:xfrm>
              <a:off x="0" y="0"/>
              <a:ext cx="83874" cy="83874"/>
            </a:xfrm>
            <a:custGeom>
              <a:rect b="b" l="l" r="r" t="t"/>
              <a:pathLst>
                <a:path extrusionOk="0" h="83874" w="83874">
                  <a:moveTo>
                    <a:pt x="41937" y="0"/>
                  </a:moveTo>
                  <a:lnTo>
                    <a:pt x="41937" y="0"/>
                  </a:lnTo>
                  <a:cubicBezTo>
                    <a:pt x="65098" y="0"/>
                    <a:pt x="83874" y="18776"/>
                    <a:pt x="83874" y="41937"/>
                  </a:cubicBezTo>
                  <a:lnTo>
                    <a:pt x="83874" y="41937"/>
                  </a:lnTo>
                  <a:cubicBezTo>
                    <a:pt x="83874" y="65098"/>
                    <a:pt x="65098" y="83874"/>
                    <a:pt x="41937" y="83874"/>
                  </a:cubicBezTo>
                  <a:lnTo>
                    <a:pt x="41937" y="83874"/>
                  </a:lnTo>
                  <a:cubicBezTo>
                    <a:pt x="18776" y="83874"/>
                    <a:pt x="0" y="65098"/>
                    <a:pt x="0" y="41937"/>
                  </a:cubicBezTo>
                  <a:lnTo>
                    <a:pt x="0" y="41937"/>
                  </a:lnTo>
                  <a:cubicBezTo>
                    <a:pt x="0" y="18776"/>
                    <a:pt x="18776" y="0"/>
                    <a:pt x="41937" y="0"/>
                  </a:cubicBezTo>
                  <a:close/>
                </a:path>
              </a:pathLst>
            </a:custGeom>
            <a:solidFill>
              <a:srgbClr val="00BF15"/>
            </a:solidFill>
            <a:ln cap="sq" cmpd="sng" w="38100">
              <a:solidFill>
                <a:srgbClr val="00BF15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5"/>
            <p:cNvSpPr txBox="1"/>
            <p:nvPr/>
          </p:nvSpPr>
          <p:spPr>
            <a:xfrm>
              <a:off x="0" y="-47625"/>
              <a:ext cx="83874" cy="1314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" name="Google Shape;169;p15"/>
          <p:cNvGrpSpPr/>
          <p:nvPr/>
        </p:nvGrpSpPr>
        <p:grpSpPr>
          <a:xfrm rot="-5400000">
            <a:off x="9903587" y="4899012"/>
            <a:ext cx="262601" cy="229776"/>
            <a:chOff x="0" y="0"/>
            <a:chExt cx="812800" cy="711200"/>
          </a:xfrm>
        </p:grpSpPr>
        <p:sp>
          <p:nvSpPr>
            <p:cNvPr id="170" name="Google Shape;170;p15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71" name="Google Shape;171;p15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2" name="Google Shape;172;p15"/>
          <p:cNvGrpSpPr/>
          <p:nvPr/>
        </p:nvGrpSpPr>
        <p:grpSpPr>
          <a:xfrm>
            <a:off x="9833884" y="6763023"/>
            <a:ext cx="402008" cy="630275"/>
            <a:chOff x="0" y="-47625"/>
            <a:chExt cx="83874" cy="131499"/>
          </a:xfrm>
        </p:grpSpPr>
        <p:sp>
          <p:nvSpPr>
            <p:cNvPr id="173" name="Google Shape;173;p15"/>
            <p:cNvSpPr/>
            <p:nvPr/>
          </p:nvSpPr>
          <p:spPr>
            <a:xfrm>
              <a:off x="0" y="0"/>
              <a:ext cx="83874" cy="83874"/>
            </a:xfrm>
            <a:custGeom>
              <a:rect b="b" l="l" r="r" t="t"/>
              <a:pathLst>
                <a:path extrusionOk="0" h="83874" w="83874">
                  <a:moveTo>
                    <a:pt x="41937" y="0"/>
                  </a:moveTo>
                  <a:lnTo>
                    <a:pt x="41937" y="0"/>
                  </a:lnTo>
                  <a:cubicBezTo>
                    <a:pt x="65098" y="0"/>
                    <a:pt x="83874" y="18776"/>
                    <a:pt x="83874" y="41937"/>
                  </a:cubicBezTo>
                  <a:lnTo>
                    <a:pt x="83874" y="41937"/>
                  </a:lnTo>
                  <a:cubicBezTo>
                    <a:pt x="83874" y="65098"/>
                    <a:pt x="65098" y="83874"/>
                    <a:pt x="41937" y="83874"/>
                  </a:cubicBezTo>
                  <a:lnTo>
                    <a:pt x="41937" y="83874"/>
                  </a:lnTo>
                  <a:cubicBezTo>
                    <a:pt x="18776" y="83874"/>
                    <a:pt x="0" y="65098"/>
                    <a:pt x="0" y="41937"/>
                  </a:cubicBezTo>
                  <a:lnTo>
                    <a:pt x="0" y="41937"/>
                  </a:lnTo>
                  <a:cubicBezTo>
                    <a:pt x="0" y="18776"/>
                    <a:pt x="18776" y="0"/>
                    <a:pt x="41937" y="0"/>
                  </a:cubicBezTo>
                  <a:close/>
                </a:path>
              </a:pathLst>
            </a:custGeom>
            <a:solidFill>
              <a:srgbClr val="00BF15"/>
            </a:solidFill>
            <a:ln cap="sq" cmpd="sng" w="38100">
              <a:solidFill>
                <a:srgbClr val="00BF15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5"/>
            <p:cNvSpPr txBox="1"/>
            <p:nvPr/>
          </p:nvSpPr>
          <p:spPr>
            <a:xfrm>
              <a:off x="0" y="-47625"/>
              <a:ext cx="83874" cy="1314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" name="Google Shape;175;p15"/>
          <p:cNvGrpSpPr/>
          <p:nvPr/>
        </p:nvGrpSpPr>
        <p:grpSpPr>
          <a:xfrm rot="-5400000">
            <a:off x="9903587" y="7077406"/>
            <a:ext cx="262601" cy="229776"/>
            <a:chOff x="0" y="0"/>
            <a:chExt cx="812800" cy="711200"/>
          </a:xfrm>
        </p:grpSpPr>
        <p:sp>
          <p:nvSpPr>
            <p:cNvPr id="176" name="Google Shape;176;p15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77" name="Google Shape;177;p15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835" y="443613"/>
            <a:ext cx="17904330" cy="9399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977" y="9225060"/>
            <a:ext cx="1326703" cy="258707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6"/>
          <p:cNvSpPr txBox="1"/>
          <p:nvPr/>
        </p:nvSpPr>
        <p:spPr>
          <a:xfrm>
            <a:off x="4430061" y="4068851"/>
            <a:ext cx="9427879" cy="2311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51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GRAVAÇÃO DE TELA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7"/>
          <p:cNvSpPr/>
          <p:nvPr/>
        </p:nvSpPr>
        <p:spPr>
          <a:xfrm>
            <a:off x="1035327" y="4172632"/>
            <a:ext cx="7280040" cy="3916813"/>
          </a:xfrm>
          <a:custGeom>
            <a:rect b="b" l="l" r="r" t="t"/>
            <a:pathLst>
              <a:path extrusionOk="0" h="3916813" w="7280040">
                <a:moveTo>
                  <a:pt x="0" y="0"/>
                </a:moveTo>
                <a:lnTo>
                  <a:pt x="7280040" y="0"/>
                </a:lnTo>
                <a:lnTo>
                  <a:pt x="7280040" y="3916813"/>
                </a:lnTo>
                <a:lnTo>
                  <a:pt x="0" y="39168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0" name="Google Shape;190;p17"/>
          <p:cNvGrpSpPr/>
          <p:nvPr/>
        </p:nvGrpSpPr>
        <p:grpSpPr>
          <a:xfrm>
            <a:off x="9478863" y="4345581"/>
            <a:ext cx="262601" cy="262601"/>
            <a:chOff x="0" y="0"/>
            <a:chExt cx="812800" cy="812800"/>
          </a:xfrm>
        </p:grpSpPr>
        <p:sp>
          <p:nvSpPr>
            <p:cNvPr id="191" name="Google Shape;191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2" name="Google Shape;192;p17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3" name="Google Shape;193;p17"/>
          <p:cNvGrpSpPr/>
          <p:nvPr/>
        </p:nvGrpSpPr>
        <p:grpSpPr>
          <a:xfrm rot="-5400000">
            <a:off x="11146664" y="4398543"/>
            <a:ext cx="179061" cy="156678"/>
            <a:chOff x="0" y="0"/>
            <a:chExt cx="812800" cy="711200"/>
          </a:xfrm>
        </p:grpSpPr>
        <p:sp>
          <p:nvSpPr>
            <p:cNvPr id="194" name="Google Shape;194;p17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95" name="Google Shape;195;p17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6" name="Google Shape;196;p17"/>
          <p:cNvGrpSpPr/>
          <p:nvPr/>
        </p:nvGrpSpPr>
        <p:grpSpPr>
          <a:xfrm rot="-5400000">
            <a:off x="13655155" y="4398543"/>
            <a:ext cx="179061" cy="156678"/>
            <a:chOff x="0" y="0"/>
            <a:chExt cx="812800" cy="711200"/>
          </a:xfrm>
        </p:grpSpPr>
        <p:sp>
          <p:nvSpPr>
            <p:cNvPr id="197" name="Google Shape;197;p17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98" name="Google Shape;198;p17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9" name="Google Shape;199;p17"/>
          <p:cNvGrpSpPr/>
          <p:nvPr/>
        </p:nvGrpSpPr>
        <p:grpSpPr>
          <a:xfrm>
            <a:off x="15210770" y="4345581"/>
            <a:ext cx="262601" cy="262601"/>
            <a:chOff x="0" y="0"/>
            <a:chExt cx="812800" cy="812800"/>
          </a:xfrm>
        </p:grpSpPr>
        <p:sp>
          <p:nvSpPr>
            <p:cNvPr id="200" name="Google Shape;200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17"/>
          <p:cNvSpPr txBox="1"/>
          <p:nvPr/>
        </p:nvSpPr>
        <p:spPr>
          <a:xfrm>
            <a:off x="1085850" y="1200150"/>
            <a:ext cx="6390597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GRAVAÇÃO DE TELA SIMPLES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9518034" y="3597536"/>
            <a:ext cx="5416600" cy="431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1º) Configurando o arquivo de saída 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9895266" y="4256921"/>
            <a:ext cx="1110190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Arquivo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10311552" y="4741678"/>
            <a:ext cx="1343139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Gravação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11466934" y="4256921"/>
            <a:ext cx="2047013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Configurações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13975425" y="4256921"/>
            <a:ext cx="773866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Saída</a:t>
            </a:r>
            <a:endParaRPr/>
          </a:p>
        </p:txBody>
      </p:sp>
      <p:grpSp>
        <p:nvGrpSpPr>
          <p:cNvPr id="208" name="Google Shape;208;p17"/>
          <p:cNvGrpSpPr/>
          <p:nvPr/>
        </p:nvGrpSpPr>
        <p:grpSpPr>
          <a:xfrm>
            <a:off x="9895266" y="4830338"/>
            <a:ext cx="262601" cy="262601"/>
            <a:chOff x="0" y="0"/>
            <a:chExt cx="812800" cy="812800"/>
          </a:xfrm>
        </p:grpSpPr>
        <p:sp>
          <p:nvSpPr>
            <p:cNvPr id="209" name="Google Shape;209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17"/>
          <p:cNvGrpSpPr/>
          <p:nvPr/>
        </p:nvGrpSpPr>
        <p:grpSpPr>
          <a:xfrm rot="-5400000">
            <a:off x="14890500" y="4398543"/>
            <a:ext cx="179061" cy="156678"/>
            <a:chOff x="0" y="0"/>
            <a:chExt cx="812800" cy="711200"/>
          </a:xfrm>
        </p:grpSpPr>
        <p:sp>
          <p:nvSpPr>
            <p:cNvPr id="212" name="Google Shape;212;p17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13" name="Google Shape;213;p17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17"/>
          <p:cNvGrpSpPr/>
          <p:nvPr/>
        </p:nvGrpSpPr>
        <p:grpSpPr>
          <a:xfrm rot="-5400000">
            <a:off x="11795900" y="4883300"/>
            <a:ext cx="179061" cy="156678"/>
            <a:chOff x="0" y="0"/>
            <a:chExt cx="812800" cy="711200"/>
          </a:xfrm>
        </p:grpSpPr>
        <p:sp>
          <p:nvSpPr>
            <p:cNvPr id="215" name="Google Shape;215;p17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16" name="Google Shape;216;p17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7" name="Google Shape;217;p17"/>
          <p:cNvSpPr txBox="1"/>
          <p:nvPr/>
        </p:nvSpPr>
        <p:spPr>
          <a:xfrm>
            <a:off x="12111669" y="4741678"/>
            <a:ext cx="3022601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Formato de gravação</a:t>
            </a:r>
            <a:endParaRPr/>
          </a:p>
        </p:txBody>
      </p:sp>
      <p:grpSp>
        <p:nvGrpSpPr>
          <p:cNvPr id="218" name="Google Shape;218;p17"/>
          <p:cNvGrpSpPr/>
          <p:nvPr/>
        </p:nvGrpSpPr>
        <p:grpSpPr>
          <a:xfrm rot="-5400000">
            <a:off x="15275479" y="4883300"/>
            <a:ext cx="179061" cy="156678"/>
            <a:chOff x="0" y="0"/>
            <a:chExt cx="812800" cy="711200"/>
          </a:xfrm>
        </p:grpSpPr>
        <p:sp>
          <p:nvSpPr>
            <p:cNvPr id="219" name="Google Shape;219;p17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20" name="Google Shape;220;p17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17"/>
          <p:cNvGrpSpPr/>
          <p:nvPr/>
        </p:nvGrpSpPr>
        <p:grpSpPr>
          <a:xfrm>
            <a:off x="15595749" y="4830338"/>
            <a:ext cx="262601" cy="262601"/>
            <a:chOff x="0" y="0"/>
            <a:chExt cx="812800" cy="812800"/>
          </a:xfrm>
        </p:grpSpPr>
        <p:sp>
          <p:nvSpPr>
            <p:cNvPr id="222" name="Google Shape;222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" name="Google Shape;224;p17"/>
          <p:cNvGrpSpPr/>
          <p:nvPr/>
        </p:nvGrpSpPr>
        <p:grpSpPr>
          <a:xfrm>
            <a:off x="9895266" y="5317885"/>
            <a:ext cx="262601" cy="262601"/>
            <a:chOff x="0" y="0"/>
            <a:chExt cx="812800" cy="812800"/>
          </a:xfrm>
        </p:grpSpPr>
        <p:sp>
          <p:nvSpPr>
            <p:cNvPr id="225" name="Google Shape;225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17"/>
          <p:cNvSpPr txBox="1"/>
          <p:nvPr/>
        </p:nvSpPr>
        <p:spPr>
          <a:xfrm>
            <a:off x="10311552" y="5229225"/>
            <a:ext cx="2117544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MPEG-4 (.mp4)</a:t>
            </a:r>
            <a:endParaRPr/>
          </a:p>
        </p:txBody>
      </p:sp>
      <p:grpSp>
        <p:nvGrpSpPr>
          <p:cNvPr id="228" name="Google Shape;228;p17"/>
          <p:cNvGrpSpPr/>
          <p:nvPr/>
        </p:nvGrpSpPr>
        <p:grpSpPr>
          <a:xfrm>
            <a:off x="9511805" y="5948307"/>
            <a:ext cx="262601" cy="262601"/>
            <a:chOff x="0" y="0"/>
            <a:chExt cx="812800" cy="812800"/>
          </a:xfrm>
        </p:grpSpPr>
        <p:sp>
          <p:nvSpPr>
            <p:cNvPr id="229" name="Google Shape;229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0" name="Google Shape;230;p17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1" name="Google Shape;231;p17"/>
          <p:cNvGrpSpPr/>
          <p:nvPr/>
        </p:nvGrpSpPr>
        <p:grpSpPr>
          <a:xfrm rot="-5400000">
            <a:off x="11179606" y="6001269"/>
            <a:ext cx="179061" cy="156678"/>
            <a:chOff x="0" y="0"/>
            <a:chExt cx="812800" cy="711200"/>
          </a:xfrm>
        </p:grpSpPr>
        <p:sp>
          <p:nvSpPr>
            <p:cNvPr id="232" name="Google Shape;232;p17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33" name="Google Shape;233;p17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oogle Shape;234;p17"/>
          <p:cNvGrpSpPr/>
          <p:nvPr/>
        </p:nvGrpSpPr>
        <p:grpSpPr>
          <a:xfrm rot="-5400000">
            <a:off x="13688098" y="6001269"/>
            <a:ext cx="179061" cy="156678"/>
            <a:chOff x="0" y="0"/>
            <a:chExt cx="812800" cy="711200"/>
          </a:xfrm>
        </p:grpSpPr>
        <p:sp>
          <p:nvSpPr>
            <p:cNvPr id="235" name="Google Shape;235;p17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36" name="Google Shape;236;p17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7" name="Google Shape;237;p17"/>
          <p:cNvGrpSpPr/>
          <p:nvPr/>
        </p:nvGrpSpPr>
        <p:grpSpPr>
          <a:xfrm>
            <a:off x="15243712" y="5948307"/>
            <a:ext cx="262601" cy="262601"/>
            <a:chOff x="0" y="0"/>
            <a:chExt cx="812800" cy="812800"/>
          </a:xfrm>
        </p:grpSpPr>
        <p:sp>
          <p:nvSpPr>
            <p:cNvPr id="238" name="Google Shape;238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0" name="Google Shape;240;p17"/>
          <p:cNvSpPr txBox="1"/>
          <p:nvPr/>
        </p:nvSpPr>
        <p:spPr>
          <a:xfrm>
            <a:off x="9928208" y="5859647"/>
            <a:ext cx="1110190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Arquivo</a:t>
            </a:r>
            <a:endParaRPr/>
          </a:p>
        </p:txBody>
      </p:sp>
      <p:sp>
        <p:nvSpPr>
          <p:cNvPr id="241" name="Google Shape;241;p17"/>
          <p:cNvSpPr txBox="1"/>
          <p:nvPr/>
        </p:nvSpPr>
        <p:spPr>
          <a:xfrm>
            <a:off x="10344494" y="6344404"/>
            <a:ext cx="3304007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Valores comuns de FPS</a:t>
            </a:r>
            <a:endParaRPr/>
          </a:p>
        </p:txBody>
      </p:sp>
      <p:sp>
        <p:nvSpPr>
          <p:cNvPr id="242" name="Google Shape;242;p17"/>
          <p:cNvSpPr txBox="1"/>
          <p:nvPr/>
        </p:nvSpPr>
        <p:spPr>
          <a:xfrm>
            <a:off x="11499876" y="5859647"/>
            <a:ext cx="2047013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Configurações</a:t>
            </a:r>
            <a:endParaRPr/>
          </a:p>
        </p:txBody>
      </p:sp>
      <p:sp>
        <p:nvSpPr>
          <p:cNvPr id="243" name="Google Shape;243;p17"/>
          <p:cNvSpPr txBox="1"/>
          <p:nvPr/>
        </p:nvSpPr>
        <p:spPr>
          <a:xfrm>
            <a:off x="14008367" y="5859647"/>
            <a:ext cx="804196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Vídeo</a:t>
            </a:r>
            <a:endParaRPr/>
          </a:p>
        </p:txBody>
      </p:sp>
      <p:grpSp>
        <p:nvGrpSpPr>
          <p:cNvPr id="244" name="Google Shape;244;p17"/>
          <p:cNvGrpSpPr/>
          <p:nvPr/>
        </p:nvGrpSpPr>
        <p:grpSpPr>
          <a:xfrm>
            <a:off x="9928208" y="6433064"/>
            <a:ext cx="262601" cy="262601"/>
            <a:chOff x="0" y="0"/>
            <a:chExt cx="812800" cy="812800"/>
          </a:xfrm>
        </p:grpSpPr>
        <p:sp>
          <p:nvSpPr>
            <p:cNvPr id="245" name="Google Shape;245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" name="Google Shape;247;p17"/>
          <p:cNvGrpSpPr/>
          <p:nvPr/>
        </p:nvGrpSpPr>
        <p:grpSpPr>
          <a:xfrm rot="-5400000">
            <a:off x="14923442" y="6001269"/>
            <a:ext cx="179061" cy="156678"/>
            <a:chOff x="0" y="0"/>
            <a:chExt cx="812800" cy="711200"/>
          </a:xfrm>
        </p:grpSpPr>
        <p:sp>
          <p:nvSpPr>
            <p:cNvPr id="248" name="Google Shape;248;p17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49" name="Google Shape;249;p17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p17"/>
          <p:cNvGrpSpPr/>
          <p:nvPr/>
        </p:nvGrpSpPr>
        <p:grpSpPr>
          <a:xfrm rot="-5400000">
            <a:off x="13789710" y="6486026"/>
            <a:ext cx="179061" cy="156678"/>
            <a:chOff x="0" y="0"/>
            <a:chExt cx="812800" cy="711200"/>
          </a:xfrm>
        </p:grpSpPr>
        <p:sp>
          <p:nvSpPr>
            <p:cNvPr id="251" name="Google Shape;251;p17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52" name="Google Shape;252;p17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17"/>
          <p:cNvGrpSpPr/>
          <p:nvPr/>
        </p:nvGrpSpPr>
        <p:grpSpPr>
          <a:xfrm>
            <a:off x="9928208" y="6920611"/>
            <a:ext cx="262601" cy="262601"/>
            <a:chOff x="0" y="0"/>
            <a:chExt cx="812800" cy="812800"/>
          </a:xfrm>
        </p:grpSpPr>
        <p:sp>
          <p:nvSpPr>
            <p:cNvPr id="254" name="Google Shape;254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17"/>
          <p:cNvSpPr txBox="1"/>
          <p:nvPr/>
        </p:nvSpPr>
        <p:spPr>
          <a:xfrm>
            <a:off x="10344494" y="6831951"/>
            <a:ext cx="3441480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Resolução de base (tela)</a:t>
            </a:r>
            <a:endParaRPr/>
          </a:p>
        </p:txBody>
      </p:sp>
      <p:sp>
        <p:nvSpPr>
          <p:cNvPr id="257" name="Google Shape;257;p17"/>
          <p:cNvSpPr txBox="1"/>
          <p:nvPr/>
        </p:nvSpPr>
        <p:spPr>
          <a:xfrm>
            <a:off x="14109980" y="6344404"/>
            <a:ext cx="350322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30</a:t>
            </a:r>
            <a:endParaRPr/>
          </a:p>
        </p:txBody>
      </p:sp>
      <p:grpSp>
        <p:nvGrpSpPr>
          <p:cNvPr id="258" name="Google Shape;258;p17"/>
          <p:cNvGrpSpPr/>
          <p:nvPr/>
        </p:nvGrpSpPr>
        <p:grpSpPr>
          <a:xfrm>
            <a:off x="9928208" y="7408158"/>
            <a:ext cx="262601" cy="262601"/>
            <a:chOff x="0" y="0"/>
            <a:chExt cx="812800" cy="812800"/>
          </a:xfrm>
        </p:grpSpPr>
        <p:sp>
          <p:nvSpPr>
            <p:cNvPr id="259" name="Google Shape;259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p17"/>
          <p:cNvSpPr txBox="1"/>
          <p:nvPr/>
        </p:nvSpPr>
        <p:spPr>
          <a:xfrm>
            <a:off x="10344494" y="7319498"/>
            <a:ext cx="3871485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Resolução de saída (escala)</a:t>
            </a:r>
            <a:endParaRPr/>
          </a:p>
        </p:txBody>
      </p:sp>
      <p:grpSp>
        <p:nvGrpSpPr>
          <p:cNvPr id="262" name="Google Shape;262;p17"/>
          <p:cNvGrpSpPr/>
          <p:nvPr/>
        </p:nvGrpSpPr>
        <p:grpSpPr>
          <a:xfrm rot="-5400000">
            <a:off x="13927183" y="6973573"/>
            <a:ext cx="179061" cy="156678"/>
            <a:chOff x="0" y="0"/>
            <a:chExt cx="812800" cy="711200"/>
          </a:xfrm>
        </p:grpSpPr>
        <p:sp>
          <p:nvSpPr>
            <p:cNvPr id="263" name="Google Shape;263;p17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64" name="Google Shape;264;p17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5" name="Google Shape;265;p17"/>
          <p:cNvGrpSpPr/>
          <p:nvPr/>
        </p:nvGrpSpPr>
        <p:grpSpPr>
          <a:xfrm rot="-5400000">
            <a:off x="14357188" y="7461120"/>
            <a:ext cx="179061" cy="156678"/>
            <a:chOff x="0" y="0"/>
            <a:chExt cx="812800" cy="711200"/>
          </a:xfrm>
        </p:grpSpPr>
        <p:sp>
          <p:nvSpPr>
            <p:cNvPr id="266" name="Google Shape;266;p17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67" name="Google Shape;267;p17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8" name="Google Shape;268;p17"/>
          <p:cNvSpPr txBox="1"/>
          <p:nvPr/>
        </p:nvSpPr>
        <p:spPr>
          <a:xfrm>
            <a:off x="14265536" y="6831951"/>
            <a:ext cx="1561193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1920x1080</a:t>
            </a:r>
            <a:endParaRPr/>
          </a:p>
        </p:txBody>
      </p:sp>
      <p:sp>
        <p:nvSpPr>
          <p:cNvPr id="269" name="Google Shape;269;p17"/>
          <p:cNvSpPr txBox="1"/>
          <p:nvPr/>
        </p:nvSpPr>
        <p:spPr>
          <a:xfrm>
            <a:off x="14677458" y="7319498"/>
            <a:ext cx="1561193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1920x1080</a:t>
            </a:r>
            <a:endParaRPr/>
          </a:p>
        </p:txBody>
      </p:sp>
      <p:grpSp>
        <p:nvGrpSpPr>
          <p:cNvPr id="270" name="Google Shape;270;p17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271" name="Google Shape;271;p17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272" name="Google Shape;272;p17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273" name="Google Shape;273;p17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74" name="Google Shape;274;p17"/>
          <p:cNvGrpSpPr/>
          <p:nvPr/>
        </p:nvGrpSpPr>
        <p:grpSpPr>
          <a:xfrm>
            <a:off x="8954946" y="3412591"/>
            <a:ext cx="402008" cy="630275"/>
            <a:chOff x="0" y="-47625"/>
            <a:chExt cx="83874" cy="131499"/>
          </a:xfrm>
        </p:grpSpPr>
        <p:sp>
          <p:nvSpPr>
            <p:cNvPr id="275" name="Google Shape;275;p17"/>
            <p:cNvSpPr/>
            <p:nvPr/>
          </p:nvSpPr>
          <p:spPr>
            <a:xfrm>
              <a:off x="0" y="0"/>
              <a:ext cx="83874" cy="83874"/>
            </a:xfrm>
            <a:custGeom>
              <a:rect b="b" l="l" r="r" t="t"/>
              <a:pathLst>
                <a:path extrusionOk="0" h="83874" w="83874">
                  <a:moveTo>
                    <a:pt x="41937" y="0"/>
                  </a:moveTo>
                  <a:lnTo>
                    <a:pt x="41937" y="0"/>
                  </a:lnTo>
                  <a:cubicBezTo>
                    <a:pt x="65098" y="0"/>
                    <a:pt x="83874" y="18776"/>
                    <a:pt x="83874" y="41937"/>
                  </a:cubicBezTo>
                  <a:lnTo>
                    <a:pt x="83874" y="41937"/>
                  </a:lnTo>
                  <a:cubicBezTo>
                    <a:pt x="83874" y="65098"/>
                    <a:pt x="65098" y="83874"/>
                    <a:pt x="41937" y="83874"/>
                  </a:cubicBezTo>
                  <a:lnTo>
                    <a:pt x="41937" y="83874"/>
                  </a:lnTo>
                  <a:cubicBezTo>
                    <a:pt x="18776" y="83874"/>
                    <a:pt x="0" y="65098"/>
                    <a:pt x="0" y="41937"/>
                  </a:cubicBezTo>
                  <a:lnTo>
                    <a:pt x="0" y="41937"/>
                  </a:lnTo>
                  <a:cubicBezTo>
                    <a:pt x="0" y="18776"/>
                    <a:pt x="18776" y="0"/>
                    <a:pt x="41937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7"/>
            <p:cNvSpPr txBox="1"/>
            <p:nvPr/>
          </p:nvSpPr>
          <p:spPr>
            <a:xfrm>
              <a:off x="0" y="-47625"/>
              <a:ext cx="83874" cy="1314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7" name="Google Shape;277;p17"/>
          <p:cNvGrpSpPr/>
          <p:nvPr/>
        </p:nvGrpSpPr>
        <p:grpSpPr>
          <a:xfrm rot="-5400000">
            <a:off x="9024649" y="3726974"/>
            <a:ext cx="262601" cy="229776"/>
            <a:chOff x="0" y="0"/>
            <a:chExt cx="812800" cy="711200"/>
          </a:xfrm>
        </p:grpSpPr>
        <p:sp>
          <p:nvSpPr>
            <p:cNvPr id="278" name="Google Shape;278;p17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79" name="Google Shape;279;p17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18"/>
          <p:cNvGrpSpPr/>
          <p:nvPr/>
        </p:nvGrpSpPr>
        <p:grpSpPr>
          <a:xfrm>
            <a:off x="9457346" y="4345581"/>
            <a:ext cx="262601" cy="262601"/>
            <a:chOff x="0" y="0"/>
            <a:chExt cx="812800" cy="812800"/>
          </a:xfrm>
        </p:grpSpPr>
        <p:sp>
          <p:nvSpPr>
            <p:cNvPr id="285" name="Google Shape;285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86" name="Google Shape;286;p18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7" name="Google Shape;287;p18"/>
          <p:cNvGrpSpPr/>
          <p:nvPr/>
        </p:nvGrpSpPr>
        <p:grpSpPr>
          <a:xfrm>
            <a:off x="9457346" y="4830338"/>
            <a:ext cx="262601" cy="262601"/>
            <a:chOff x="0" y="0"/>
            <a:chExt cx="812800" cy="812800"/>
          </a:xfrm>
        </p:grpSpPr>
        <p:sp>
          <p:nvSpPr>
            <p:cNvPr id="288" name="Google Shape;288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89" name="Google Shape;289;p18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0" name="Google Shape;290;p18"/>
          <p:cNvSpPr/>
          <p:nvPr/>
        </p:nvSpPr>
        <p:spPr>
          <a:xfrm>
            <a:off x="1028700" y="4166222"/>
            <a:ext cx="7280040" cy="3916813"/>
          </a:xfrm>
          <a:custGeom>
            <a:rect b="b" l="l" r="r" t="t"/>
            <a:pathLst>
              <a:path extrusionOk="0" h="3916813" w="7280040">
                <a:moveTo>
                  <a:pt x="0" y="0"/>
                </a:moveTo>
                <a:lnTo>
                  <a:pt x="7280040" y="0"/>
                </a:lnTo>
                <a:lnTo>
                  <a:pt x="7280040" y="3916814"/>
                </a:lnTo>
                <a:lnTo>
                  <a:pt x="0" y="39168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1" name="Google Shape;291;p18"/>
          <p:cNvSpPr/>
          <p:nvPr/>
        </p:nvSpPr>
        <p:spPr>
          <a:xfrm>
            <a:off x="9323652" y="6646123"/>
            <a:ext cx="1223973" cy="336036"/>
          </a:xfrm>
          <a:custGeom>
            <a:rect b="b" l="l" r="r" t="t"/>
            <a:pathLst>
              <a:path extrusionOk="0" h="336036" w="1223973">
                <a:moveTo>
                  <a:pt x="0" y="0"/>
                </a:moveTo>
                <a:lnTo>
                  <a:pt x="1223973" y="0"/>
                </a:lnTo>
                <a:lnTo>
                  <a:pt x="1223973" y="336036"/>
                </a:lnTo>
                <a:lnTo>
                  <a:pt x="0" y="336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2" name="Google Shape;292;p18"/>
          <p:cNvSpPr txBox="1"/>
          <p:nvPr/>
        </p:nvSpPr>
        <p:spPr>
          <a:xfrm>
            <a:off x="1085850" y="1200150"/>
            <a:ext cx="6390597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GRAVAÇÃO DE TELA SIMPLES</a:t>
            </a:r>
            <a:endParaRPr/>
          </a:p>
        </p:txBody>
      </p:sp>
      <p:sp>
        <p:nvSpPr>
          <p:cNvPr id="293" name="Google Shape;293;p18"/>
          <p:cNvSpPr txBox="1"/>
          <p:nvPr/>
        </p:nvSpPr>
        <p:spPr>
          <a:xfrm>
            <a:off x="9490288" y="3602851"/>
            <a:ext cx="4038451" cy="431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2º) Configurando as fontes </a:t>
            </a:r>
            <a:endParaRPr/>
          </a:p>
        </p:txBody>
      </p:sp>
      <p:sp>
        <p:nvSpPr>
          <p:cNvPr id="294" name="Google Shape;294;p18"/>
          <p:cNvSpPr txBox="1"/>
          <p:nvPr/>
        </p:nvSpPr>
        <p:spPr>
          <a:xfrm>
            <a:off x="9873749" y="4256921"/>
            <a:ext cx="2188793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Captura de tela</a:t>
            </a:r>
            <a:endParaRPr/>
          </a:p>
        </p:txBody>
      </p:sp>
      <p:sp>
        <p:nvSpPr>
          <p:cNvPr id="295" name="Google Shape;295;p18"/>
          <p:cNvSpPr txBox="1"/>
          <p:nvPr/>
        </p:nvSpPr>
        <p:spPr>
          <a:xfrm>
            <a:off x="9873749" y="4741678"/>
            <a:ext cx="7076785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Captura de tela + Dispositivo de captura de vídeo </a:t>
            </a:r>
            <a:endParaRPr/>
          </a:p>
        </p:txBody>
      </p:sp>
      <p:sp>
        <p:nvSpPr>
          <p:cNvPr id="296" name="Google Shape;296;p18"/>
          <p:cNvSpPr txBox="1"/>
          <p:nvPr/>
        </p:nvSpPr>
        <p:spPr>
          <a:xfrm>
            <a:off x="9490288" y="6244301"/>
            <a:ext cx="928985" cy="405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11" u="none" cap="none" strike="noStrike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NOTE:</a:t>
            </a:r>
            <a:endParaRPr/>
          </a:p>
        </p:txBody>
      </p:sp>
      <p:sp>
        <p:nvSpPr>
          <p:cNvPr id="297" name="Google Shape;297;p18"/>
          <p:cNvSpPr txBox="1"/>
          <p:nvPr/>
        </p:nvSpPr>
        <p:spPr>
          <a:xfrm>
            <a:off x="10615289" y="6244301"/>
            <a:ext cx="5203831" cy="12517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Pode-se alterar a disposição das fontes pela tela de visualização superior </a:t>
            </a:r>
            <a:endParaRPr/>
          </a:p>
        </p:txBody>
      </p:sp>
      <p:grpSp>
        <p:nvGrpSpPr>
          <p:cNvPr id="298" name="Google Shape;298;p18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299" name="Google Shape;299;p18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300" name="Google Shape;300;p18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301" name="Google Shape;301;p18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02" name="Google Shape;302;p18"/>
          <p:cNvGrpSpPr/>
          <p:nvPr/>
        </p:nvGrpSpPr>
        <p:grpSpPr>
          <a:xfrm>
            <a:off x="8933429" y="3417906"/>
            <a:ext cx="402008" cy="630275"/>
            <a:chOff x="0" y="-47625"/>
            <a:chExt cx="83874" cy="131499"/>
          </a:xfrm>
        </p:grpSpPr>
        <p:sp>
          <p:nvSpPr>
            <p:cNvPr id="303" name="Google Shape;303;p18"/>
            <p:cNvSpPr/>
            <p:nvPr/>
          </p:nvSpPr>
          <p:spPr>
            <a:xfrm>
              <a:off x="0" y="0"/>
              <a:ext cx="83874" cy="83874"/>
            </a:xfrm>
            <a:custGeom>
              <a:rect b="b" l="l" r="r" t="t"/>
              <a:pathLst>
                <a:path extrusionOk="0" h="83874" w="83874">
                  <a:moveTo>
                    <a:pt x="41937" y="0"/>
                  </a:moveTo>
                  <a:lnTo>
                    <a:pt x="41937" y="0"/>
                  </a:lnTo>
                  <a:cubicBezTo>
                    <a:pt x="65098" y="0"/>
                    <a:pt x="83874" y="18776"/>
                    <a:pt x="83874" y="41937"/>
                  </a:cubicBezTo>
                  <a:lnTo>
                    <a:pt x="83874" y="41937"/>
                  </a:lnTo>
                  <a:cubicBezTo>
                    <a:pt x="83874" y="65098"/>
                    <a:pt x="65098" y="83874"/>
                    <a:pt x="41937" y="83874"/>
                  </a:cubicBezTo>
                  <a:lnTo>
                    <a:pt x="41937" y="83874"/>
                  </a:lnTo>
                  <a:cubicBezTo>
                    <a:pt x="18776" y="83874"/>
                    <a:pt x="0" y="65098"/>
                    <a:pt x="0" y="41937"/>
                  </a:cubicBezTo>
                  <a:lnTo>
                    <a:pt x="0" y="41937"/>
                  </a:lnTo>
                  <a:cubicBezTo>
                    <a:pt x="0" y="18776"/>
                    <a:pt x="18776" y="0"/>
                    <a:pt x="41937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8"/>
            <p:cNvSpPr txBox="1"/>
            <p:nvPr/>
          </p:nvSpPr>
          <p:spPr>
            <a:xfrm>
              <a:off x="0" y="-47625"/>
              <a:ext cx="83874" cy="1314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5" name="Google Shape;305;p18"/>
          <p:cNvGrpSpPr/>
          <p:nvPr/>
        </p:nvGrpSpPr>
        <p:grpSpPr>
          <a:xfrm rot="-5400000">
            <a:off x="9003133" y="3732289"/>
            <a:ext cx="262601" cy="229776"/>
            <a:chOff x="0" y="0"/>
            <a:chExt cx="812800" cy="711200"/>
          </a:xfrm>
        </p:grpSpPr>
        <p:sp>
          <p:nvSpPr>
            <p:cNvPr id="306" name="Google Shape;306;p18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307" name="Google Shape;307;p18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19"/>
          <p:cNvGrpSpPr/>
          <p:nvPr/>
        </p:nvGrpSpPr>
        <p:grpSpPr>
          <a:xfrm>
            <a:off x="9457346" y="4345581"/>
            <a:ext cx="262601" cy="262601"/>
            <a:chOff x="0" y="0"/>
            <a:chExt cx="812800" cy="812800"/>
          </a:xfrm>
        </p:grpSpPr>
        <p:sp>
          <p:nvSpPr>
            <p:cNvPr id="313" name="Google Shape;313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14" name="Google Shape;314;p19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5" name="Google Shape;315;p19"/>
          <p:cNvGrpSpPr/>
          <p:nvPr/>
        </p:nvGrpSpPr>
        <p:grpSpPr>
          <a:xfrm>
            <a:off x="9457346" y="4830338"/>
            <a:ext cx="262601" cy="262601"/>
            <a:chOff x="0" y="0"/>
            <a:chExt cx="812800" cy="812800"/>
          </a:xfrm>
        </p:grpSpPr>
        <p:sp>
          <p:nvSpPr>
            <p:cNvPr id="316" name="Google Shape;316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17" name="Google Shape;317;p19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8" name="Google Shape;318;p19"/>
          <p:cNvSpPr/>
          <p:nvPr/>
        </p:nvSpPr>
        <p:spPr>
          <a:xfrm>
            <a:off x="1028700" y="4166222"/>
            <a:ext cx="7280040" cy="3916813"/>
          </a:xfrm>
          <a:custGeom>
            <a:rect b="b" l="l" r="r" t="t"/>
            <a:pathLst>
              <a:path extrusionOk="0" h="3916813" w="7280040">
                <a:moveTo>
                  <a:pt x="0" y="0"/>
                </a:moveTo>
                <a:lnTo>
                  <a:pt x="7280040" y="0"/>
                </a:lnTo>
                <a:lnTo>
                  <a:pt x="7280040" y="3916814"/>
                </a:lnTo>
                <a:lnTo>
                  <a:pt x="0" y="39168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19" name="Google Shape;31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68263" y="3625391"/>
            <a:ext cx="983961" cy="432943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9"/>
          <p:cNvSpPr txBox="1"/>
          <p:nvPr/>
        </p:nvSpPr>
        <p:spPr>
          <a:xfrm>
            <a:off x="1085850" y="1200150"/>
            <a:ext cx="6390597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GRAVAÇÃO DE TELA SIMPLES</a:t>
            </a:r>
            <a:endParaRPr/>
          </a:p>
        </p:txBody>
      </p:sp>
      <p:sp>
        <p:nvSpPr>
          <p:cNvPr id="321" name="Google Shape;321;p19"/>
          <p:cNvSpPr txBox="1"/>
          <p:nvPr/>
        </p:nvSpPr>
        <p:spPr>
          <a:xfrm>
            <a:off x="9490288" y="3602851"/>
            <a:ext cx="2023318" cy="431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3º) Gravando </a:t>
            </a:r>
            <a:endParaRPr/>
          </a:p>
        </p:txBody>
      </p:sp>
      <p:sp>
        <p:nvSpPr>
          <p:cNvPr id="322" name="Google Shape;322;p19"/>
          <p:cNvSpPr txBox="1"/>
          <p:nvPr/>
        </p:nvSpPr>
        <p:spPr>
          <a:xfrm>
            <a:off x="9873749" y="4256921"/>
            <a:ext cx="2236711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Iniciar gravação</a:t>
            </a:r>
            <a:endParaRPr/>
          </a:p>
        </p:txBody>
      </p:sp>
      <p:sp>
        <p:nvSpPr>
          <p:cNvPr id="323" name="Google Shape;323;p19"/>
          <p:cNvSpPr txBox="1"/>
          <p:nvPr/>
        </p:nvSpPr>
        <p:spPr>
          <a:xfrm>
            <a:off x="9873749" y="4741678"/>
            <a:ext cx="3030857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Terminou de gravar? </a:t>
            </a:r>
            <a:endParaRPr/>
          </a:p>
        </p:txBody>
      </p:sp>
      <p:grpSp>
        <p:nvGrpSpPr>
          <p:cNvPr id="324" name="Google Shape;324;p19"/>
          <p:cNvGrpSpPr/>
          <p:nvPr/>
        </p:nvGrpSpPr>
        <p:grpSpPr>
          <a:xfrm rot="-5400000">
            <a:off x="13045815" y="4883300"/>
            <a:ext cx="179061" cy="156678"/>
            <a:chOff x="0" y="0"/>
            <a:chExt cx="812800" cy="711200"/>
          </a:xfrm>
        </p:grpSpPr>
        <p:sp>
          <p:nvSpPr>
            <p:cNvPr id="325" name="Google Shape;325;p19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26" name="Google Shape;326;p19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7" name="Google Shape;327;p19"/>
          <p:cNvSpPr txBox="1"/>
          <p:nvPr/>
        </p:nvSpPr>
        <p:spPr>
          <a:xfrm>
            <a:off x="13366084" y="4741678"/>
            <a:ext cx="3124898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Interromper gravação</a:t>
            </a:r>
            <a:endParaRPr/>
          </a:p>
        </p:txBody>
      </p:sp>
      <p:sp>
        <p:nvSpPr>
          <p:cNvPr id="328" name="Google Shape;328;p19"/>
          <p:cNvSpPr/>
          <p:nvPr/>
        </p:nvSpPr>
        <p:spPr>
          <a:xfrm>
            <a:off x="9323652" y="6646123"/>
            <a:ext cx="1223973" cy="336036"/>
          </a:xfrm>
          <a:custGeom>
            <a:rect b="b" l="l" r="r" t="t"/>
            <a:pathLst>
              <a:path extrusionOk="0" h="336036" w="1223973">
                <a:moveTo>
                  <a:pt x="0" y="0"/>
                </a:moveTo>
                <a:lnTo>
                  <a:pt x="1223973" y="0"/>
                </a:lnTo>
                <a:lnTo>
                  <a:pt x="1223973" y="336036"/>
                </a:lnTo>
                <a:lnTo>
                  <a:pt x="0" y="336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9" name="Google Shape;329;p19"/>
          <p:cNvSpPr txBox="1"/>
          <p:nvPr/>
        </p:nvSpPr>
        <p:spPr>
          <a:xfrm>
            <a:off x="9490288" y="6244301"/>
            <a:ext cx="928985" cy="405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11" u="none" cap="none" strike="noStrike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NOTE:</a:t>
            </a:r>
            <a:endParaRPr/>
          </a:p>
        </p:txBody>
      </p:sp>
      <p:sp>
        <p:nvSpPr>
          <p:cNvPr id="330" name="Google Shape;330;p19"/>
          <p:cNvSpPr txBox="1"/>
          <p:nvPr/>
        </p:nvSpPr>
        <p:spPr>
          <a:xfrm>
            <a:off x="10615289" y="6244301"/>
            <a:ext cx="5203831" cy="8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É possível pausar a gravação e retomá-la </a:t>
            </a:r>
            <a:endParaRPr/>
          </a:p>
        </p:txBody>
      </p:sp>
      <p:grpSp>
        <p:nvGrpSpPr>
          <p:cNvPr id="331" name="Google Shape;331;p19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332" name="Google Shape;332;p19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333" name="Google Shape;333;p19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334" name="Google Shape;334;p19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35" name="Google Shape;335;p19"/>
          <p:cNvGrpSpPr/>
          <p:nvPr/>
        </p:nvGrpSpPr>
        <p:grpSpPr>
          <a:xfrm>
            <a:off x="8933429" y="3412591"/>
            <a:ext cx="402008" cy="630275"/>
            <a:chOff x="0" y="-47625"/>
            <a:chExt cx="83874" cy="131499"/>
          </a:xfrm>
        </p:grpSpPr>
        <p:sp>
          <p:nvSpPr>
            <p:cNvPr id="336" name="Google Shape;336;p19"/>
            <p:cNvSpPr/>
            <p:nvPr/>
          </p:nvSpPr>
          <p:spPr>
            <a:xfrm>
              <a:off x="0" y="0"/>
              <a:ext cx="83874" cy="83874"/>
            </a:xfrm>
            <a:custGeom>
              <a:rect b="b" l="l" r="r" t="t"/>
              <a:pathLst>
                <a:path extrusionOk="0" h="83874" w="83874">
                  <a:moveTo>
                    <a:pt x="41937" y="0"/>
                  </a:moveTo>
                  <a:lnTo>
                    <a:pt x="41937" y="0"/>
                  </a:lnTo>
                  <a:cubicBezTo>
                    <a:pt x="65098" y="0"/>
                    <a:pt x="83874" y="18776"/>
                    <a:pt x="83874" y="41937"/>
                  </a:cubicBezTo>
                  <a:lnTo>
                    <a:pt x="83874" y="41937"/>
                  </a:lnTo>
                  <a:cubicBezTo>
                    <a:pt x="83874" y="65098"/>
                    <a:pt x="65098" y="83874"/>
                    <a:pt x="41937" y="83874"/>
                  </a:cubicBezTo>
                  <a:lnTo>
                    <a:pt x="41937" y="83874"/>
                  </a:lnTo>
                  <a:cubicBezTo>
                    <a:pt x="18776" y="83874"/>
                    <a:pt x="0" y="65098"/>
                    <a:pt x="0" y="41937"/>
                  </a:cubicBezTo>
                  <a:lnTo>
                    <a:pt x="0" y="41937"/>
                  </a:lnTo>
                  <a:cubicBezTo>
                    <a:pt x="0" y="18776"/>
                    <a:pt x="18776" y="0"/>
                    <a:pt x="41937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9"/>
            <p:cNvSpPr txBox="1"/>
            <p:nvPr/>
          </p:nvSpPr>
          <p:spPr>
            <a:xfrm>
              <a:off x="0" y="-47625"/>
              <a:ext cx="83874" cy="1314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8" name="Google Shape;338;p19"/>
          <p:cNvGrpSpPr/>
          <p:nvPr/>
        </p:nvGrpSpPr>
        <p:grpSpPr>
          <a:xfrm rot="-5400000">
            <a:off x="9003133" y="3726974"/>
            <a:ext cx="262601" cy="229776"/>
            <a:chOff x="0" y="0"/>
            <a:chExt cx="812800" cy="711200"/>
          </a:xfrm>
        </p:grpSpPr>
        <p:sp>
          <p:nvSpPr>
            <p:cNvPr id="339" name="Google Shape;339;p19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340" name="Google Shape;340;p19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20"/>
          <p:cNvGrpSpPr/>
          <p:nvPr/>
        </p:nvGrpSpPr>
        <p:grpSpPr>
          <a:xfrm>
            <a:off x="9490288" y="4830338"/>
            <a:ext cx="262601" cy="262601"/>
            <a:chOff x="0" y="0"/>
            <a:chExt cx="812800" cy="812800"/>
          </a:xfrm>
        </p:grpSpPr>
        <p:sp>
          <p:nvSpPr>
            <p:cNvPr id="346" name="Google Shape;346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47" name="Google Shape;347;p20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8" name="Google Shape;348;p20"/>
          <p:cNvGrpSpPr/>
          <p:nvPr/>
        </p:nvGrpSpPr>
        <p:grpSpPr>
          <a:xfrm>
            <a:off x="9490288" y="5370691"/>
            <a:ext cx="262601" cy="262601"/>
            <a:chOff x="0" y="0"/>
            <a:chExt cx="812800" cy="812800"/>
          </a:xfrm>
        </p:grpSpPr>
        <p:sp>
          <p:nvSpPr>
            <p:cNvPr id="349" name="Google Shape;349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50" name="Google Shape;350;p20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1" name="Google Shape;351;p20"/>
          <p:cNvSpPr/>
          <p:nvPr/>
        </p:nvSpPr>
        <p:spPr>
          <a:xfrm>
            <a:off x="1028700" y="4166222"/>
            <a:ext cx="7280040" cy="3916813"/>
          </a:xfrm>
          <a:custGeom>
            <a:rect b="b" l="l" r="r" t="t"/>
            <a:pathLst>
              <a:path extrusionOk="0" h="3916813" w="7280040">
                <a:moveTo>
                  <a:pt x="0" y="0"/>
                </a:moveTo>
                <a:lnTo>
                  <a:pt x="7280040" y="0"/>
                </a:lnTo>
                <a:lnTo>
                  <a:pt x="7280040" y="3916814"/>
                </a:lnTo>
                <a:lnTo>
                  <a:pt x="0" y="39168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2" name="Google Shape;352;p20"/>
          <p:cNvSpPr txBox="1"/>
          <p:nvPr/>
        </p:nvSpPr>
        <p:spPr>
          <a:xfrm>
            <a:off x="1085850" y="1200150"/>
            <a:ext cx="9333424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GRAVAÇÃO DE TELA COM MÚLTIPLAS CENAS</a:t>
            </a:r>
            <a:endParaRPr/>
          </a:p>
        </p:txBody>
      </p:sp>
      <p:sp>
        <p:nvSpPr>
          <p:cNvPr id="353" name="Google Shape;353;p20"/>
          <p:cNvSpPr txBox="1"/>
          <p:nvPr/>
        </p:nvSpPr>
        <p:spPr>
          <a:xfrm>
            <a:off x="9490288" y="3602851"/>
            <a:ext cx="5069054" cy="869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Uma vez feita a configuração das saídas, basta criar várias cenas </a:t>
            </a:r>
            <a:endParaRPr/>
          </a:p>
        </p:txBody>
      </p:sp>
      <p:sp>
        <p:nvSpPr>
          <p:cNvPr id="354" name="Google Shape;354;p20"/>
          <p:cNvSpPr txBox="1"/>
          <p:nvPr/>
        </p:nvSpPr>
        <p:spPr>
          <a:xfrm>
            <a:off x="9906692" y="4741678"/>
            <a:ext cx="5199013" cy="405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Para cada cena, adicionam-se fontes</a:t>
            </a:r>
            <a:endParaRPr/>
          </a:p>
        </p:txBody>
      </p:sp>
      <p:sp>
        <p:nvSpPr>
          <p:cNvPr id="355" name="Google Shape;355;p20"/>
          <p:cNvSpPr txBox="1"/>
          <p:nvPr/>
        </p:nvSpPr>
        <p:spPr>
          <a:xfrm>
            <a:off x="9906692" y="5282031"/>
            <a:ext cx="5199013" cy="834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Para alternar entre as cenas, basta clicar sobre a desejada</a:t>
            </a:r>
            <a:endParaRPr/>
          </a:p>
        </p:txBody>
      </p:sp>
      <p:sp>
        <p:nvSpPr>
          <p:cNvPr id="356" name="Google Shape;356;p20"/>
          <p:cNvSpPr/>
          <p:nvPr/>
        </p:nvSpPr>
        <p:spPr>
          <a:xfrm>
            <a:off x="9335438" y="7327569"/>
            <a:ext cx="1223973" cy="336036"/>
          </a:xfrm>
          <a:custGeom>
            <a:rect b="b" l="l" r="r" t="t"/>
            <a:pathLst>
              <a:path extrusionOk="0" h="336036" w="1223973">
                <a:moveTo>
                  <a:pt x="0" y="0"/>
                </a:moveTo>
                <a:lnTo>
                  <a:pt x="1223972" y="0"/>
                </a:lnTo>
                <a:lnTo>
                  <a:pt x="1223972" y="336036"/>
                </a:lnTo>
                <a:lnTo>
                  <a:pt x="0" y="336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7" name="Google Shape;357;p20"/>
          <p:cNvSpPr txBox="1"/>
          <p:nvPr/>
        </p:nvSpPr>
        <p:spPr>
          <a:xfrm>
            <a:off x="9502074" y="6925747"/>
            <a:ext cx="928985" cy="405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11" u="none" cap="none" strike="noStrike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NOTE:</a:t>
            </a:r>
            <a:endParaRPr/>
          </a:p>
        </p:txBody>
      </p:sp>
      <p:sp>
        <p:nvSpPr>
          <p:cNvPr id="358" name="Google Shape;358;p20"/>
          <p:cNvSpPr txBox="1"/>
          <p:nvPr/>
        </p:nvSpPr>
        <p:spPr>
          <a:xfrm>
            <a:off x="10627074" y="6925747"/>
            <a:ext cx="5203831" cy="169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Os outros passos são </a:t>
            </a:r>
            <a:r>
              <a:rPr b="0" i="0" lang="en-US" sz="2411" u="none" cap="none" strike="noStrike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exatamente</a:t>
            </a: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iguais, apenas é acrescentada a vantagem de transição rápida entre cenas</a:t>
            </a:r>
            <a:endParaRPr/>
          </a:p>
        </p:txBody>
      </p:sp>
      <p:grpSp>
        <p:nvGrpSpPr>
          <p:cNvPr id="359" name="Google Shape;359;p20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360" name="Google Shape;360;p20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361" name="Google Shape;361;p20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362" name="Google Shape;362;p20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63" name="Google Shape;363;p20"/>
          <p:cNvGrpSpPr/>
          <p:nvPr/>
        </p:nvGrpSpPr>
        <p:grpSpPr>
          <a:xfrm>
            <a:off x="8933429" y="3412591"/>
            <a:ext cx="402008" cy="630275"/>
            <a:chOff x="0" y="-47625"/>
            <a:chExt cx="83874" cy="131499"/>
          </a:xfrm>
        </p:grpSpPr>
        <p:sp>
          <p:nvSpPr>
            <p:cNvPr id="364" name="Google Shape;364;p20"/>
            <p:cNvSpPr/>
            <p:nvPr/>
          </p:nvSpPr>
          <p:spPr>
            <a:xfrm>
              <a:off x="0" y="0"/>
              <a:ext cx="83874" cy="83874"/>
            </a:xfrm>
            <a:custGeom>
              <a:rect b="b" l="l" r="r" t="t"/>
              <a:pathLst>
                <a:path extrusionOk="0" h="83874" w="83874">
                  <a:moveTo>
                    <a:pt x="41937" y="0"/>
                  </a:moveTo>
                  <a:lnTo>
                    <a:pt x="41937" y="0"/>
                  </a:lnTo>
                  <a:cubicBezTo>
                    <a:pt x="65098" y="0"/>
                    <a:pt x="83874" y="18776"/>
                    <a:pt x="83874" y="41937"/>
                  </a:cubicBezTo>
                  <a:lnTo>
                    <a:pt x="83874" y="41937"/>
                  </a:lnTo>
                  <a:cubicBezTo>
                    <a:pt x="83874" y="65098"/>
                    <a:pt x="65098" y="83874"/>
                    <a:pt x="41937" y="83874"/>
                  </a:cubicBezTo>
                  <a:lnTo>
                    <a:pt x="41937" y="83874"/>
                  </a:lnTo>
                  <a:cubicBezTo>
                    <a:pt x="18776" y="83874"/>
                    <a:pt x="0" y="65098"/>
                    <a:pt x="0" y="41937"/>
                  </a:cubicBezTo>
                  <a:lnTo>
                    <a:pt x="0" y="41937"/>
                  </a:lnTo>
                  <a:cubicBezTo>
                    <a:pt x="0" y="18776"/>
                    <a:pt x="18776" y="0"/>
                    <a:pt x="41937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0"/>
            <p:cNvSpPr txBox="1"/>
            <p:nvPr/>
          </p:nvSpPr>
          <p:spPr>
            <a:xfrm>
              <a:off x="0" y="-47625"/>
              <a:ext cx="83874" cy="1314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6" name="Google Shape;366;p20"/>
          <p:cNvGrpSpPr/>
          <p:nvPr/>
        </p:nvGrpSpPr>
        <p:grpSpPr>
          <a:xfrm rot="-5400000">
            <a:off x="9003133" y="3726974"/>
            <a:ext cx="262601" cy="229776"/>
            <a:chOff x="0" y="0"/>
            <a:chExt cx="812800" cy="711200"/>
          </a:xfrm>
        </p:grpSpPr>
        <p:sp>
          <p:nvSpPr>
            <p:cNvPr id="367" name="Google Shape;367;p20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368" name="Google Shape;368;p20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1"/>
          <p:cNvSpPr txBox="1"/>
          <p:nvPr/>
        </p:nvSpPr>
        <p:spPr>
          <a:xfrm>
            <a:off x="4752352" y="4069080"/>
            <a:ext cx="8783295" cy="2310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5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TRANSMISSÕES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5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AO VIVO</a:t>
            </a:r>
            <a:endParaRPr/>
          </a:p>
        </p:txBody>
      </p:sp>
      <p:pic>
        <p:nvPicPr>
          <p:cNvPr id="374" name="Google Shape;37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835" y="443613"/>
            <a:ext cx="17904330" cy="9399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977" y="9225060"/>
            <a:ext cx="1326703" cy="258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2"/>
          <p:cNvSpPr/>
          <p:nvPr/>
        </p:nvSpPr>
        <p:spPr>
          <a:xfrm>
            <a:off x="890836" y="4261995"/>
            <a:ext cx="8265114" cy="3897826"/>
          </a:xfrm>
          <a:custGeom>
            <a:rect b="b" l="l" r="r" t="t"/>
            <a:pathLst>
              <a:path extrusionOk="0" h="3897826" w="8265114">
                <a:moveTo>
                  <a:pt x="0" y="0"/>
                </a:moveTo>
                <a:lnTo>
                  <a:pt x="8265114" y="0"/>
                </a:lnTo>
                <a:lnTo>
                  <a:pt x="8265114" y="3897827"/>
                </a:lnTo>
                <a:lnTo>
                  <a:pt x="0" y="3897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1" name="Google Shape;381;p22"/>
          <p:cNvGrpSpPr/>
          <p:nvPr/>
        </p:nvGrpSpPr>
        <p:grpSpPr>
          <a:xfrm>
            <a:off x="9936063" y="4315101"/>
            <a:ext cx="262601" cy="262601"/>
            <a:chOff x="0" y="0"/>
            <a:chExt cx="812800" cy="812800"/>
          </a:xfrm>
        </p:grpSpPr>
        <p:sp>
          <p:nvSpPr>
            <p:cNvPr id="382" name="Google Shape;382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83" name="Google Shape;383;p22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4" name="Google Shape;384;p22"/>
          <p:cNvGrpSpPr/>
          <p:nvPr/>
        </p:nvGrpSpPr>
        <p:grpSpPr>
          <a:xfrm>
            <a:off x="10352466" y="4822861"/>
            <a:ext cx="262601" cy="262601"/>
            <a:chOff x="0" y="0"/>
            <a:chExt cx="812800" cy="812800"/>
          </a:xfrm>
        </p:grpSpPr>
        <p:sp>
          <p:nvSpPr>
            <p:cNvPr id="385" name="Google Shape;385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7" name="Google Shape;387;p22"/>
          <p:cNvGrpSpPr/>
          <p:nvPr/>
        </p:nvGrpSpPr>
        <p:grpSpPr>
          <a:xfrm rot="-5400000">
            <a:off x="12618536" y="4875823"/>
            <a:ext cx="179061" cy="156678"/>
            <a:chOff x="0" y="0"/>
            <a:chExt cx="812800" cy="711200"/>
          </a:xfrm>
        </p:grpSpPr>
        <p:sp>
          <p:nvSpPr>
            <p:cNvPr id="388" name="Google Shape;388;p22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89" name="Google Shape;389;p22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0" name="Google Shape;390;p22"/>
          <p:cNvSpPr/>
          <p:nvPr/>
        </p:nvSpPr>
        <p:spPr>
          <a:xfrm>
            <a:off x="11791250" y="5374148"/>
            <a:ext cx="3603563" cy="1807326"/>
          </a:xfrm>
          <a:custGeom>
            <a:rect b="b" l="l" r="r" t="t"/>
            <a:pathLst>
              <a:path extrusionOk="0" h="1807326" w="3603563">
                <a:moveTo>
                  <a:pt x="0" y="0"/>
                </a:moveTo>
                <a:lnTo>
                  <a:pt x="3603563" y="0"/>
                </a:lnTo>
                <a:lnTo>
                  <a:pt x="3603563" y="1807326"/>
                </a:lnTo>
                <a:lnTo>
                  <a:pt x="0" y="18073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1" name="Google Shape;391;p22"/>
          <p:cNvSpPr/>
          <p:nvPr/>
        </p:nvSpPr>
        <p:spPr>
          <a:xfrm>
            <a:off x="10763946" y="6576582"/>
            <a:ext cx="1299506" cy="367110"/>
          </a:xfrm>
          <a:custGeom>
            <a:rect b="b" l="l" r="r" t="t"/>
            <a:pathLst>
              <a:path extrusionOk="0" h="367110" w="1299506">
                <a:moveTo>
                  <a:pt x="0" y="0"/>
                </a:moveTo>
                <a:lnTo>
                  <a:pt x="1299506" y="0"/>
                </a:lnTo>
                <a:lnTo>
                  <a:pt x="1299506" y="367111"/>
                </a:lnTo>
                <a:lnTo>
                  <a:pt x="0" y="3671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92" name="Google Shape;39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593032" y="5471140"/>
            <a:ext cx="691041" cy="4180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3" name="Google Shape;393;p22"/>
          <p:cNvGrpSpPr/>
          <p:nvPr/>
        </p:nvGrpSpPr>
        <p:grpSpPr>
          <a:xfrm>
            <a:off x="9936063" y="7517784"/>
            <a:ext cx="262601" cy="262601"/>
            <a:chOff x="0" y="0"/>
            <a:chExt cx="812800" cy="812800"/>
          </a:xfrm>
        </p:grpSpPr>
        <p:sp>
          <p:nvSpPr>
            <p:cNvPr id="394" name="Google Shape;394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95" name="Google Shape;395;p22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6" name="Google Shape;396;p22"/>
          <p:cNvSpPr/>
          <p:nvPr/>
        </p:nvSpPr>
        <p:spPr>
          <a:xfrm>
            <a:off x="497480" y="6666065"/>
            <a:ext cx="1666232" cy="2656312"/>
          </a:xfrm>
          <a:custGeom>
            <a:rect b="b" l="l" r="r" t="t"/>
            <a:pathLst>
              <a:path extrusionOk="0" h="2656312" w="1666232">
                <a:moveTo>
                  <a:pt x="0" y="0"/>
                </a:moveTo>
                <a:lnTo>
                  <a:pt x="1666232" y="0"/>
                </a:lnTo>
                <a:lnTo>
                  <a:pt x="1666232" y="2656311"/>
                </a:lnTo>
                <a:lnTo>
                  <a:pt x="0" y="26563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7" name="Google Shape;397;p22"/>
          <p:cNvSpPr txBox="1"/>
          <p:nvPr/>
        </p:nvSpPr>
        <p:spPr>
          <a:xfrm>
            <a:off x="1085850" y="1200150"/>
            <a:ext cx="7061175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TRANSMISSÃO AO VIVO - YouTube</a:t>
            </a:r>
            <a:endParaRPr/>
          </a:p>
        </p:txBody>
      </p:sp>
      <p:sp>
        <p:nvSpPr>
          <p:cNvPr id="398" name="Google Shape;398;p22"/>
          <p:cNvSpPr txBox="1"/>
          <p:nvPr/>
        </p:nvSpPr>
        <p:spPr>
          <a:xfrm>
            <a:off x="9975234" y="3567056"/>
            <a:ext cx="4765923" cy="431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1º) Configurando a transmissão </a:t>
            </a:r>
            <a:endParaRPr/>
          </a:p>
        </p:txBody>
      </p:sp>
      <p:sp>
        <p:nvSpPr>
          <p:cNvPr id="399" name="Google Shape;399;p22"/>
          <p:cNvSpPr txBox="1"/>
          <p:nvPr/>
        </p:nvSpPr>
        <p:spPr>
          <a:xfrm>
            <a:off x="10352466" y="4226441"/>
            <a:ext cx="4289646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 página inicial do YouTube: </a:t>
            </a:r>
            <a:endParaRPr/>
          </a:p>
        </p:txBody>
      </p:sp>
      <p:sp>
        <p:nvSpPr>
          <p:cNvPr id="400" name="Google Shape;400;p22"/>
          <p:cNvSpPr txBox="1"/>
          <p:nvPr/>
        </p:nvSpPr>
        <p:spPr>
          <a:xfrm>
            <a:off x="10763946" y="4734201"/>
            <a:ext cx="1713382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Ícone “criar”</a:t>
            </a:r>
            <a:endParaRPr/>
          </a:p>
        </p:txBody>
      </p:sp>
      <p:sp>
        <p:nvSpPr>
          <p:cNvPr id="401" name="Google Shape;401;p22"/>
          <p:cNvSpPr txBox="1"/>
          <p:nvPr/>
        </p:nvSpPr>
        <p:spPr>
          <a:xfrm>
            <a:off x="12938806" y="4734201"/>
            <a:ext cx="2555266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Transmitir ao vivo</a:t>
            </a:r>
            <a:endParaRPr/>
          </a:p>
        </p:txBody>
      </p:sp>
      <p:sp>
        <p:nvSpPr>
          <p:cNvPr id="402" name="Google Shape;402;p22"/>
          <p:cNvSpPr txBox="1"/>
          <p:nvPr/>
        </p:nvSpPr>
        <p:spPr>
          <a:xfrm>
            <a:off x="10352466" y="7429124"/>
            <a:ext cx="5619054" cy="12517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Ao abrir a página tal qual a imagem à esquerda, copie a chave de transmissão </a:t>
            </a:r>
            <a:endParaRPr/>
          </a:p>
        </p:txBody>
      </p:sp>
      <p:sp>
        <p:nvSpPr>
          <p:cNvPr id="403" name="Google Shape;403;p22"/>
          <p:cNvSpPr txBox="1"/>
          <p:nvPr/>
        </p:nvSpPr>
        <p:spPr>
          <a:xfrm>
            <a:off x="2290506" y="9038339"/>
            <a:ext cx="3174611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chave de transmissão </a:t>
            </a:r>
            <a:endParaRPr/>
          </a:p>
        </p:txBody>
      </p:sp>
      <p:grpSp>
        <p:nvGrpSpPr>
          <p:cNvPr id="404" name="Google Shape;404;p22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405" name="Google Shape;405;p22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406" name="Google Shape;406;p22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407" name="Google Shape;407;p22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08" name="Google Shape;408;p22"/>
          <p:cNvGrpSpPr/>
          <p:nvPr/>
        </p:nvGrpSpPr>
        <p:grpSpPr>
          <a:xfrm>
            <a:off x="9412146" y="3382111"/>
            <a:ext cx="402008" cy="630275"/>
            <a:chOff x="0" y="-47625"/>
            <a:chExt cx="83874" cy="131499"/>
          </a:xfrm>
        </p:grpSpPr>
        <p:sp>
          <p:nvSpPr>
            <p:cNvPr id="409" name="Google Shape;409;p22"/>
            <p:cNvSpPr/>
            <p:nvPr/>
          </p:nvSpPr>
          <p:spPr>
            <a:xfrm>
              <a:off x="0" y="0"/>
              <a:ext cx="83874" cy="83874"/>
            </a:xfrm>
            <a:custGeom>
              <a:rect b="b" l="l" r="r" t="t"/>
              <a:pathLst>
                <a:path extrusionOk="0" h="83874" w="83874">
                  <a:moveTo>
                    <a:pt x="41937" y="0"/>
                  </a:moveTo>
                  <a:lnTo>
                    <a:pt x="41937" y="0"/>
                  </a:lnTo>
                  <a:cubicBezTo>
                    <a:pt x="65098" y="0"/>
                    <a:pt x="83874" y="18776"/>
                    <a:pt x="83874" y="41937"/>
                  </a:cubicBezTo>
                  <a:lnTo>
                    <a:pt x="83874" y="41937"/>
                  </a:lnTo>
                  <a:cubicBezTo>
                    <a:pt x="83874" y="65098"/>
                    <a:pt x="65098" y="83874"/>
                    <a:pt x="41937" y="83874"/>
                  </a:cubicBezTo>
                  <a:lnTo>
                    <a:pt x="41937" y="83874"/>
                  </a:lnTo>
                  <a:cubicBezTo>
                    <a:pt x="18776" y="83874"/>
                    <a:pt x="0" y="65098"/>
                    <a:pt x="0" y="41937"/>
                  </a:cubicBezTo>
                  <a:lnTo>
                    <a:pt x="0" y="41937"/>
                  </a:lnTo>
                  <a:cubicBezTo>
                    <a:pt x="0" y="18776"/>
                    <a:pt x="18776" y="0"/>
                    <a:pt x="41937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2"/>
            <p:cNvSpPr txBox="1"/>
            <p:nvPr/>
          </p:nvSpPr>
          <p:spPr>
            <a:xfrm>
              <a:off x="0" y="-47625"/>
              <a:ext cx="83874" cy="1314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1" name="Google Shape;411;p22"/>
          <p:cNvGrpSpPr/>
          <p:nvPr/>
        </p:nvGrpSpPr>
        <p:grpSpPr>
          <a:xfrm rot="-5400000">
            <a:off x="9481849" y="3696494"/>
            <a:ext cx="262601" cy="229776"/>
            <a:chOff x="0" y="0"/>
            <a:chExt cx="812800" cy="711200"/>
          </a:xfrm>
        </p:grpSpPr>
        <p:sp>
          <p:nvSpPr>
            <p:cNvPr id="412" name="Google Shape;412;p22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13" name="Google Shape;413;p22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8" name="Google Shape;418;p23"/>
          <p:cNvGrpSpPr/>
          <p:nvPr/>
        </p:nvGrpSpPr>
        <p:grpSpPr>
          <a:xfrm>
            <a:off x="1127343" y="4574181"/>
            <a:ext cx="262601" cy="262601"/>
            <a:chOff x="0" y="0"/>
            <a:chExt cx="812800" cy="812800"/>
          </a:xfrm>
        </p:grpSpPr>
        <p:sp>
          <p:nvSpPr>
            <p:cNvPr id="419" name="Google Shape;419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20" name="Google Shape;420;p23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1" name="Google Shape;421;p23"/>
          <p:cNvGrpSpPr/>
          <p:nvPr/>
        </p:nvGrpSpPr>
        <p:grpSpPr>
          <a:xfrm rot="-5400000">
            <a:off x="2795144" y="4627143"/>
            <a:ext cx="179061" cy="156678"/>
            <a:chOff x="0" y="0"/>
            <a:chExt cx="812800" cy="711200"/>
          </a:xfrm>
        </p:grpSpPr>
        <p:sp>
          <p:nvSpPr>
            <p:cNvPr id="422" name="Google Shape;422;p23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23" name="Google Shape;423;p23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4" name="Google Shape;424;p23"/>
          <p:cNvGrpSpPr/>
          <p:nvPr/>
        </p:nvGrpSpPr>
        <p:grpSpPr>
          <a:xfrm rot="-5400000">
            <a:off x="5303635" y="4627143"/>
            <a:ext cx="179061" cy="156678"/>
            <a:chOff x="0" y="0"/>
            <a:chExt cx="812800" cy="711200"/>
          </a:xfrm>
        </p:grpSpPr>
        <p:sp>
          <p:nvSpPr>
            <p:cNvPr id="425" name="Google Shape;425;p23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26" name="Google Shape;426;p23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7" name="Google Shape;427;p23"/>
          <p:cNvGrpSpPr/>
          <p:nvPr/>
        </p:nvGrpSpPr>
        <p:grpSpPr>
          <a:xfrm>
            <a:off x="7884424" y="4574181"/>
            <a:ext cx="262601" cy="262601"/>
            <a:chOff x="0" y="0"/>
            <a:chExt cx="812800" cy="812800"/>
          </a:xfrm>
        </p:grpSpPr>
        <p:sp>
          <p:nvSpPr>
            <p:cNvPr id="428" name="Google Shape;428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0" name="Google Shape;430;p23"/>
          <p:cNvGrpSpPr/>
          <p:nvPr/>
        </p:nvGrpSpPr>
        <p:grpSpPr>
          <a:xfrm rot="-5400000">
            <a:off x="7564154" y="4627143"/>
            <a:ext cx="179061" cy="156678"/>
            <a:chOff x="0" y="0"/>
            <a:chExt cx="812800" cy="711200"/>
          </a:xfrm>
        </p:grpSpPr>
        <p:sp>
          <p:nvSpPr>
            <p:cNvPr id="431" name="Google Shape;431;p23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32" name="Google Shape;432;p23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3" name="Google Shape;433;p23"/>
          <p:cNvGrpSpPr/>
          <p:nvPr/>
        </p:nvGrpSpPr>
        <p:grpSpPr>
          <a:xfrm>
            <a:off x="1543746" y="5094249"/>
            <a:ext cx="262601" cy="262601"/>
            <a:chOff x="0" y="0"/>
            <a:chExt cx="812800" cy="812800"/>
          </a:xfrm>
        </p:grpSpPr>
        <p:sp>
          <p:nvSpPr>
            <p:cNvPr id="434" name="Google Shape;434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6" name="Google Shape;436;p23"/>
          <p:cNvGrpSpPr/>
          <p:nvPr/>
        </p:nvGrpSpPr>
        <p:grpSpPr>
          <a:xfrm rot="-5400000">
            <a:off x="3127798" y="5165234"/>
            <a:ext cx="179061" cy="156678"/>
            <a:chOff x="0" y="0"/>
            <a:chExt cx="812800" cy="711200"/>
          </a:xfrm>
        </p:grpSpPr>
        <p:sp>
          <p:nvSpPr>
            <p:cNvPr id="437" name="Google Shape;437;p23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38" name="Google Shape;438;p23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9" name="Google Shape;439;p23"/>
          <p:cNvGrpSpPr/>
          <p:nvPr/>
        </p:nvGrpSpPr>
        <p:grpSpPr>
          <a:xfrm>
            <a:off x="1543746" y="5581796"/>
            <a:ext cx="262601" cy="262601"/>
            <a:chOff x="0" y="0"/>
            <a:chExt cx="812800" cy="812800"/>
          </a:xfrm>
        </p:grpSpPr>
        <p:sp>
          <p:nvSpPr>
            <p:cNvPr id="440" name="Google Shape;440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2" name="Google Shape;442;p23"/>
          <p:cNvGrpSpPr/>
          <p:nvPr/>
        </p:nvGrpSpPr>
        <p:grpSpPr>
          <a:xfrm>
            <a:off x="1543746" y="6069343"/>
            <a:ext cx="262601" cy="262601"/>
            <a:chOff x="0" y="0"/>
            <a:chExt cx="812800" cy="812800"/>
          </a:xfrm>
        </p:grpSpPr>
        <p:sp>
          <p:nvSpPr>
            <p:cNvPr id="443" name="Google Shape;443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5" name="Google Shape;445;p23"/>
          <p:cNvGrpSpPr/>
          <p:nvPr/>
        </p:nvGrpSpPr>
        <p:grpSpPr>
          <a:xfrm rot="-5400000">
            <a:off x="3294703" y="5634757"/>
            <a:ext cx="179061" cy="156678"/>
            <a:chOff x="0" y="0"/>
            <a:chExt cx="812800" cy="711200"/>
          </a:xfrm>
        </p:grpSpPr>
        <p:sp>
          <p:nvSpPr>
            <p:cNvPr id="446" name="Google Shape;446;p23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47" name="Google Shape;447;p23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8" name="Google Shape;448;p23"/>
          <p:cNvGrpSpPr/>
          <p:nvPr/>
        </p:nvGrpSpPr>
        <p:grpSpPr>
          <a:xfrm rot="-5400000">
            <a:off x="5972726" y="6122304"/>
            <a:ext cx="179061" cy="156678"/>
            <a:chOff x="0" y="0"/>
            <a:chExt cx="812800" cy="711200"/>
          </a:xfrm>
        </p:grpSpPr>
        <p:sp>
          <p:nvSpPr>
            <p:cNvPr id="449" name="Google Shape;449;p23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50" name="Google Shape;450;p23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1" name="Google Shape;451;p23"/>
          <p:cNvGrpSpPr/>
          <p:nvPr/>
        </p:nvGrpSpPr>
        <p:grpSpPr>
          <a:xfrm>
            <a:off x="1967540" y="6506329"/>
            <a:ext cx="262601" cy="262601"/>
            <a:chOff x="0" y="0"/>
            <a:chExt cx="812800" cy="812800"/>
          </a:xfrm>
        </p:grpSpPr>
        <p:sp>
          <p:nvSpPr>
            <p:cNvPr id="452" name="Google Shape;452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4" name="Google Shape;454;p23"/>
          <p:cNvGrpSpPr/>
          <p:nvPr/>
        </p:nvGrpSpPr>
        <p:grpSpPr>
          <a:xfrm>
            <a:off x="6292996" y="6069343"/>
            <a:ext cx="262601" cy="262601"/>
            <a:chOff x="0" y="0"/>
            <a:chExt cx="812800" cy="812800"/>
          </a:xfrm>
        </p:grpSpPr>
        <p:sp>
          <p:nvSpPr>
            <p:cNvPr id="455" name="Google Shape;455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7" name="Google Shape;457;p23"/>
          <p:cNvGrpSpPr/>
          <p:nvPr/>
        </p:nvGrpSpPr>
        <p:grpSpPr>
          <a:xfrm>
            <a:off x="1543746" y="6982415"/>
            <a:ext cx="262601" cy="262601"/>
            <a:chOff x="0" y="0"/>
            <a:chExt cx="812800" cy="812800"/>
          </a:xfrm>
        </p:grpSpPr>
        <p:sp>
          <p:nvSpPr>
            <p:cNvPr id="458" name="Google Shape;458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0" name="Google Shape;460;p23"/>
          <p:cNvSpPr/>
          <p:nvPr/>
        </p:nvSpPr>
        <p:spPr>
          <a:xfrm>
            <a:off x="9585300" y="3464572"/>
            <a:ext cx="7290200" cy="5651203"/>
          </a:xfrm>
          <a:custGeom>
            <a:rect b="b" l="l" r="r" t="t"/>
            <a:pathLst>
              <a:path extrusionOk="0" h="5651203" w="7290200">
                <a:moveTo>
                  <a:pt x="0" y="0"/>
                </a:moveTo>
                <a:lnTo>
                  <a:pt x="7290200" y="0"/>
                </a:lnTo>
                <a:lnTo>
                  <a:pt x="7290200" y="5651203"/>
                </a:lnTo>
                <a:lnTo>
                  <a:pt x="0" y="56512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1" name="Google Shape;461;p23"/>
          <p:cNvSpPr txBox="1"/>
          <p:nvPr/>
        </p:nvSpPr>
        <p:spPr>
          <a:xfrm>
            <a:off x="1085850" y="1200150"/>
            <a:ext cx="7061175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TRANSMISSÃO AO VIVO - YouTube</a:t>
            </a:r>
            <a:endParaRPr/>
          </a:p>
        </p:txBody>
      </p:sp>
      <p:sp>
        <p:nvSpPr>
          <p:cNvPr id="462" name="Google Shape;462;p23"/>
          <p:cNvSpPr txBox="1"/>
          <p:nvPr/>
        </p:nvSpPr>
        <p:spPr>
          <a:xfrm>
            <a:off x="1166514" y="3826136"/>
            <a:ext cx="3508474" cy="431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2º) Configurando o OBS</a:t>
            </a:r>
            <a:endParaRPr/>
          </a:p>
        </p:txBody>
      </p:sp>
      <p:sp>
        <p:nvSpPr>
          <p:cNvPr id="463" name="Google Shape;463;p23"/>
          <p:cNvSpPr txBox="1"/>
          <p:nvPr/>
        </p:nvSpPr>
        <p:spPr>
          <a:xfrm>
            <a:off x="1543746" y="4485521"/>
            <a:ext cx="1110190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Arquivo</a:t>
            </a:r>
            <a:endParaRPr/>
          </a:p>
        </p:txBody>
      </p:sp>
      <p:sp>
        <p:nvSpPr>
          <p:cNvPr id="464" name="Google Shape;464;p23"/>
          <p:cNvSpPr txBox="1"/>
          <p:nvPr/>
        </p:nvSpPr>
        <p:spPr>
          <a:xfrm>
            <a:off x="3115414" y="4485521"/>
            <a:ext cx="2047013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Configurações</a:t>
            </a:r>
            <a:endParaRPr/>
          </a:p>
        </p:txBody>
      </p:sp>
      <p:sp>
        <p:nvSpPr>
          <p:cNvPr id="465" name="Google Shape;465;p23"/>
          <p:cNvSpPr txBox="1"/>
          <p:nvPr/>
        </p:nvSpPr>
        <p:spPr>
          <a:xfrm>
            <a:off x="5623905" y="4485521"/>
            <a:ext cx="1808500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Transmissão</a:t>
            </a:r>
            <a:endParaRPr/>
          </a:p>
        </p:txBody>
      </p:sp>
      <p:sp>
        <p:nvSpPr>
          <p:cNvPr id="466" name="Google Shape;466;p23"/>
          <p:cNvSpPr txBox="1"/>
          <p:nvPr/>
        </p:nvSpPr>
        <p:spPr>
          <a:xfrm>
            <a:off x="1960032" y="5005589"/>
            <a:ext cx="1026557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Serviço</a:t>
            </a:r>
            <a:endParaRPr/>
          </a:p>
        </p:txBody>
      </p:sp>
      <p:sp>
        <p:nvSpPr>
          <p:cNvPr id="467" name="Google Shape;467;p23"/>
          <p:cNvSpPr txBox="1"/>
          <p:nvPr/>
        </p:nvSpPr>
        <p:spPr>
          <a:xfrm>
            <a:off x="1960032" y="5493135"/>
            <a:ext cx="1193463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Servidor</a:t>
            </a:r>
            <a:endParaRPr/>
          </a:p>
        </p:txBody>
      </p:sp>
      <p:sp>
        <p:nvSpPr>
          <p:cNvPr id="468" name="Google Shape;468;p23"/>
          <p:cNvSpPr txBox="1"/>
          <p:nvPr/>
        </p:nvSpPr>
        <p:spPr>
          <a:xfrm>
            <a:off x="3448068" y="5023612"/>
            <a:ext cx="2445253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Youtube - RTMPS</a:t>
            </a:r>
            <a:endParaRPr/>
          </a:p>
        </p:txBody>
      </p:sp>
      <p:sp>
        <p:nvSpPr>
          <p:cNvPr id="469" name="Google Shape;469;p23"/>
          <p:cNvSpPr txBox="1"/>
          <p:nvPr/>
        </p:nvSpPr>
        <p:spPr>
          <a:xfrm>
            <a:off x="1960032" y="5980682"/>
            <a:ext cx="3838822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Usar chave de transmissão</a:t>
            </a:r>
            <a:endParaRPr/>
          </a:p>
        </p:txBody>
      </p:sp>
      <p:sp>
        <p:nvSpPr>
          <p:cNvPr id="470" name="Google Shape;470;p23"/>
          <p:cNvSpPr txBox="1"/>
          <p:nvPr/>
        </p:nvSpPr>
        <p:spPr>
          <a:xfrm>
            <a:off x="3633057" y="5493135"/>
            <a:ext cx="4453141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Primary YouTube ingest server </a:t>
            </a:r>
            <a:endParaRPr/>
          </a:p>
        </p:txBody>
      </p:sp>
      <p:sp>
        <p:nvSpPr>
          <p:cNvPr id="471" name="Google Shape;471;p23"/>
          <p:cNvSpPr txBox="1"/>
          <p:nvPr/>
        </p:nvSpPr>
        <p:spPr>
          <a:xfrm>
            <a:off x="2330394" y="6417669"/>
            <a:ext cx="5401630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(colar a chave copiada anteriormente)</a:t>
            </a:r>
            <a:endParaRPr/>
          </a:p>
        </p:txBody>
      </p:sp>
      <p:sp>
        <p:nvSpPr>
          <p:cNvPr id="472" name="Google Shape;472;p23"/>
          <p:cNvSpPr txBox="1"/>
          <p:nvPr/>
        </p:nvSpPr>
        <p:spPr>
          <a:xfrm>
            <a:off x="1920203" y="6893755"/>
            <a:ext cx="1734738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Aplicar e OK</a:t>
            </a:r>
            <a:endParaRPr/>
          </a:p>
        </p:txBody>
      </p:sp>
      <p:grpSp>
        <p:nvGrpSpPr>
          <p:cNvPr id="473" name="Google Shape;473;p23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474" name="Google Shape;474;p23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475" name="Google Shape;475;p23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476" name="Google Shape;476;p23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77" name="Google Shape;477;p23"/>
          <p:cNvGrpSpPr/>
          <p:nvPr/>
        </p:nvGrpSpPr>
        <p:grpSpPr>
          <a:xfrm>
            <a:off x="603426" y="3641191"/>
            <a:ext cx="402008" cy="630275"/>
            <a:chOff x="0" y="-47625"/>
            <a:chExt cx="83874" cy="131499"/>
          </a:xfrm>
        </p:grpSpPr>
        <p:sp>
          <p:nvSpPr>
            <p:cNvPr id="478" name="Google Shape;478;p23"/>
            <p:cNvSpPr/>
            <p:nvPr/>
          </p:nvSpPr>
          <p:spPr>
            <a:xfrm>
              <a:off x="0" y="0"/>
              <a:ext cx="83874" cy="83874"/>
            </a:xfrm>
            <a:custGeom>
              <a:rect b="b" l="l" r="r" t="t"/>
              <a:pathLst>
                <a:path extrusionOk="0" h="83874" w="83874">
                  <a:moveTo>
                    <a:pt x="41937" y="0"/>
                  </a:moveTo>
                  <a:lnTo>
                    <a:pt x="41937" y="0"/>
                  </a:lnTo>
                  <a:cubicBezTo>
                    <a:pt x="65098" y="0"/>
                    <a:pt x="83874" y="18776"/>
                    <a:pt x="83874" y="41937"/>
                  </a:cubicBezTo>
                  <a:lnTo>
                    <a:pt x="83874" y="41937"/>
                  </a:lnTo>
                  <a:cubicBezTo>
                    <a:pt x="83874" y="65098"/>
                    <a:pt x="65098" y="83874"/>
                    <a:pt x="41937" y="83874"/>
                  </a:cubicBezTo>
                  <a:lnTo>
                    <a:pt x="41937" y="83874"/>
                  </a:lnTo>
                  <a:cubicBezTo>
                    <a:pt x="18776" y="83874"/>
                    <a:pt x="0" y="65098"/>
                    <a:pt x="0" y="41937"/>
                  </a:cubicBezTo>
                  <a:lnTo>
                    <a:pt x="0" y="41937"/>
                  </a:lnTo>
                  <a:cubicBezTo>
                    <a:pt x="0" y="18776"/>
                    <a:pt x="18776" y="0"/>
                    <a:pt x="41937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3"/>
            <p:cNvSpPr txBox="1"/>
            <p:nvPr/>
          </p:nvSpPr>
          <p:spPr>
            <a:xfrm>
              <a:off x="0" y="-47625"/>
              <a:ext cx="83874" cy="1314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0" name="Google Shape;480;p23"/>
          <p:cNvGrpSpPr/>
          <p:nvPr/>
        </p:nvGrpSpPr>
        <p:grpSpPr>
          <a:xfrm rot="-5400000">
            <a:off x="673129" y="3955574"/>
            <a:ext cx="262601" cy="229776"/>
            <a:chOff x="0" y="0"/>
            <a:chExt cx="812800" cy="711200"/>
          </a:xfrm>
        </p:grpSpPr>
        <p:sp>
          <p:nvSpPr>
            <p:cNvPr id="481" name="Google Shape;481;p23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82" name="Google Shape;482;p23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7" name="Google Shape;487;p24"/>
          <p:cNvGrpSpPr/>
          <p:nvPr/>
        </p:nvGrpSpPr>
        <p:grpSpPr>
          <a:xfrm>
            <a:off x="1127343" y="4574181"/>
            <a:ext cx="262601" cy="262601"/>
            <a:chOff x="0" y="0"/>
            <a:chExt cx="812800" cy="812800"/>
          </a:xfrm>
        </p:grpSpPr>
        <p:sp>
          <p:nvSpPr>
            <p:cNvPr id="488" name="Google Shape;488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89" name="Google Shape;489;p24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0" name="Google Shape;490;p24"/>
          <p:cNvSpPr txBox="1"/>
          <p:nvPr/>
        </p:nvSpPr>
        <p:spPr>
          <a:xfrm>
            <a:off x="1518275" y="4480206"/>
            <a:ext cx="6628750" cy="834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 página inicial do OBS, clique em iniciar transmissão</a:t>
            </a:r>
            <a:endParaRPr/>
          </a:p>
        </p:txBody>
      </p:sp>
      <p:sp>
        <p:nvSpPr>
          <p:cNvPr id="491" name="Google Shape;491;p24"/>
          <p:cNvSpPr/>
          <p:nvPr/>
        </p:nvSpPr>
        <p:spPr>
          <a:xfrm>
            <a:off x="7844494" y="4959945"/>
            <a:ext cx="1299506" cy="367110"/>
          </a:xfrm>
          <a:custGeom>
            <a:rect b="b" l="l" r="r" t="t"/>
            <a:pathLst>
              <a:path extrusionOk="0" h="367110" w="1299506">
                <a:moveTo>
                  <a:pt x="0" y="0"/>
                </a:moveTo>
                <a:lnTo>
                  <a:pt x="1299506" y="0"/>
                </a:lnTo>
                <a:lnTo>
                  <a:pt x="1299506" y="367110"/>
                </a:lnTo>
                <a:lnTo>
                  <a:pt x="0" y="367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2" name="Google Shape;492;p24"/>
          <p:cNvSpPr/>
          <p:nvPr/>
        </p:nvSpPr>
        <p:spPr>
          <a:xfrm>
            <a:off x="9369751" y="4377528"/>
            <a:ext cx="1223973" cy="336036"/>
          </a:xfrm>
          <a:custGeom>
            <a:rect b="b" l="l" r="r" t="t"/>
            <a:pathLst>
              <a:path extrusionOk="0" h="336036" w="1223973">
                <a:moveTo>
                  <a:pt x="0" y="0"/>
                </a:moveTo>
                <a:lnTo>
                  <a:pt x="1223972" y="0"/>
                </a:lnTo>
                <a:lnTo>
                  <a:pt x="1223972" y="336036"/>
                </a:lnTo>
                <a:lnTo>
                  <a:pt x="0" y="336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3" name="Google Shape;493;p24"/>
          <p:cNvSpPr txBox="1"/>
          <p:nvPr/>
        </p:nvSpPr>
        <p:spPr>
          <a:xfrm>
            <a:off x="10753940" y="3972062"/>
            <a:ext cx="5203831" cy="169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Caso apareça um painel como o mostrado abaixo, basta entrar na conta do google que está realizando a transmissão</a:t>
            </a:r>
            <a:endParaRPr/>
          </a:p>
        </p:txBody>
      </p:sp>
      <p:sp>
        <p:nvSpPr>
          <p:cNvPr id="494" name="Google Shape;494;p24"/>
          <p:cNvSpPr/>
          <p:nvPr/>
        </p:nvSpPr>
        <p:spPr>
          <a:xfrm>
            <a:off x="13355856" y="5470462"/>
            <a:ext cx="2322379" cy="4026235"/>
          </a:xfrm>
          <a:custGeom>
            <a:rect b="b" l="l" r="r" t="t"/>
            <a:pathLst>
              <a:path extrusionOk="0" h="4026235" w="2322379">
                <a:moveTo>
                  <a:pt x="0" y="0"/>
                </a:moveTo>
                <a:lnTo>
                  <a:pt x="2322379" y="0"/>
                </a:lnTo>
                <a:lnTo>
                  <a:pt x="2322379" y="4026235"/>
                </a:lnTo>
                <a:lnTo>
                  <a:pt x="0" y="4026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95" name="Google Shape;495;p24"/>
          <p:cNvGrpSpPr/>
          <p:nvPr/>
        </p:nvGrpSpPr>
        <p:grpSpPr>
          <a:xfrm>
            <a:off x="1106596" y="5526337"/>
            <a:ext cx="262601" cy="262601"/>
            <a:chOff x="0" y="0"/>
            <a:chExt cx="812800" cy="812800"/>
          </a:xfrm>
        </p:grpSpPr>
        <p:sp>
          <p:nvSpPr>
            <p:cNvPr id="496" name="Google Shape;496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97" name="Google Shape;497;p24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8" name="Google Shape;498;p24"/>
          <p:cNvSpPr/>
          <p:nvPr/>
        </p:nvSpPr>
        <p:spPr>
          <a:xfrm>
            <a:off x="1127343" y="6219100"/>
            <a:ext cx="6938005" cy="3277597"/>
          </a:xfrm>
          <a:custGeom>
            <a:rect b="b" l="l" r="r" t="t"/>
            <a:pathLst>
              <a:path extrusionOk="0" h="3277597" w="6938005">
                <a:moveTo>
                  <a:pt x="0" y="0"/>
                </a:moveTo>
                <a:lnTo>
                  <a:pt x="6938005" y="0"/>
                </a:lnTo>
                <a:lnTo>
                  <a:pt x="6938005" y="3277597"/>
                </a:lnTo>
                <a:lnTo>
                  <a:pt x="0" y="32775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9" name="Google Shape;499;p24"/>
          <p:cNvSpPr txBox="1"/>
          <p:nvPr/>
        </p:nvSpPr>
        <p:spPr>
          <a:xfrm>
            <a:off x="1085850" y="1200150"/>
            <a:ext cx="7061175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TRANSMISSÃO AO VIVO - YouTube</a:t>
            </a:r>
            <a:endParaRPr/>
          </a:p>
        </p:txBody>
      </p:sp>
      <p:sp>
        <p:nvSpPr>
          <p:cNvPr id="500" name="Google Shape;500;p24"/>
          <p:cNvSpPr txBox="1"/>
          <p:nvPr/>
        </p:nvSpPr>
        <p:spPr>
          <a:xfrm>
            <a:off x="1166514" y="3826136"/>
            <a:ext cx="2466082" cy="431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3º) Transmitindo</a:t>
            </a:r>
            <a:endParaRPr/>
          </a:p>
        </p:txBody>
      </p:sp>
      <p:sp>
        <p:nvSpPr>
          <p:cNvPr id="501" name="Google Shape;501;p24"/>
          <p:cNvSpPr txBox="1"/>
          <p:nvPr/>
        </p:nvSpPr>
        <p:spPr>
          <a:xfrm>
            <a:off x="9628940" y="3972062"/>
            <a:ext cx="705594" cy="405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11" u="none" cap="none" strike="noStrike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OBS:</a:t>
            </a:r>
            <a:endParaRPr/>
          </a:p>
        </p:txBody>
      </p:sp>
      <p:sp>
        <p:nvSpPr>
          <p:cNvPr id="502" name="Google Shape;502;p24"/>
          <p:cNvSpPr txBox="1"/>
          <p:nvPr/>
        </p:nvSpPr>
        <p:spPr>
          <a:xfrm>
            <a:off x="1497529" y="5432362"/>
            <a:ext cx="6628750" cy="405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Assim, a transmissão estará iniciada</a:t>
            </a:r>
            <a:endParaRPr/>
          </a:p>
        </p:txBody>
      </p:sp>
      <p:grpSp>
        <p:nvGrpSpPr>
          <p:cNvPr id="503" name="Google Shape;503;p24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504" name="Google Shape;504;p24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505" name="Google Shape;505;p24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506" name="Google Shape;506;p24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07" name="Google Shape;507;p24"/>
          <p:cNvGrpSpPr/>
          <p:nvPr/>
        </p:nvGrpSpPr>
        <p:grpSpPr>
          <a:xfrm>
            <a:off x="603426" y="3641191"/>
            <a:ext cx="402008" cy="630275"/>
            <a:chOff x="0" y="-47625"/>
            <a:chExt cx="83874" cy="131499"/>
          </a:xfrm>
        </p:grpSpPr>
        <p:sp>
          <p:nvSpPr>
            <p:cNvPr id="508" name="Google Shape;508;p24"/>
            <p:cNvSpPr/>
            <p:nvPr/>
          </p:nvSpPr>
          <p:spPr>
            <a:xfrm>
              <a:off x="0" y="0"/>
              <a:ext cx="83874" cy="83874"/>
            </a:xfrm>
            <a:custGeom>
              <a:rect b="b" l="l" r="r" t="t"/>
              <a:pathLst>
                <a:path extrusionOk="0" h="83874" w="83874">
                  <a:moveTo>
                    <a:pt x="41937" y="0"/>
                  </a:moveTo>
                  <a:lnTo>
                    <a:pt x="41937" y="0"/>
                  </a:lnTo>
                  <a:cubicBezTo>
                    <a:pt x="65098" y="0"/>
                    <a:pt x="83874" y="18776"/>
                    <a:pt x="83874" y="41937"/>
                  </a:cubicBezTo>
                  <a:lnTo>
                    <a:pt x="83874" y="41937"/>
                  </a:lnTo>
                  <a:cubicBezTo>
                    <a:pt x="83874" y="65098"/>
                    <a:pt x="65098" y="83874"/>
                    <a:pt x="41937" y="83874"/>
                  </a:cubicBezTo>
                  <a:lnTo>
                    <a:pt x="41937" y="83874"/>
                  </a:lnTo>
                  <a:cubicBezTo>
                    <a:pt x="18776" y="83874"/>
                    <a:pt x="0" y="65098"/>
                    <a:pt x="0" y="41937"/>
                  </a:cubicBezTo>
                  <a:lnTo>
                    <a:pt x="0" y="41937"/>
                  </a:lnTo>
                  <a:cubicBezTo>
                    <a:pt x="0" y="18776"/>
                    <a:pt x="18776" y="0"/>
                    <a:pt x="41937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4"/>
            <p:cNvSpPr txBox="1"/>
            <p:nvPr/>
          </p:nvSpPr>
          <p:spPr>
            <a:xfrm>
              <a:off x="0" y="-47625"/>
              <a:ext cx="83874" cy="1314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0" name="Google Shape;510;p24"/>
          <p:cNvGrpSpPr/>
          <p:nvPr/>
        </p:nvGrpSpPr>
        <p:grpSpPr>
          <a:xfrm rot="-5400000">
            <a:off x="673129" y="3955574"/>
            <a:ext cx="262601" cy="229776"/>
            <a:chOff x="0" y="0"/>
            <a:chExt cx="812800" cy="711200"/>
          </a:xfrm>
        </p:grpSpPr>
        <p:sp>
          <p:nvSpPr>
            <p:cNvPr id="511" name="Google Shape;511;p24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512" name="Google Shape;512;p24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Google Shape;51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835" y="443613"/>
            <a:ext cx="17904330" cy="9399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977" y="9225060"/>
            <a:ext cx="1326703" cy="258707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25"/>
          <p:cNvSpPr txBox="1"/>
          <p:nvPr/>
        </p:nvSpPr>
        <p:spPr>
          <a:xfrm>
            <a:off x="4430061" y="4068851"/>
            <a:ext cx="9427879" cy="2311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5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INFORMAÇÕES IMPORTANTES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6"/>
          <p:cNvSpPr/>
          <p:nvPr/>
        </p:nvSpPr>
        <p:spPr>
          <a:xfrm>
            <a:off x="8756446" y="9101793"/>
            <a:ext cx="775108" cy="641614"/>
          </a:xfrm>
          <a:custGeom>
            <a:rect b="b" l="l" r="r" t="t"/>
            <a:pathLst>
              <a:path extrusionOk="0" h="641614" w="775108">
                <a:moveTo>
                  <a:pt x="0" y="0"/>
                </a:moveTo>
                <a:lnTo>
                  <a:pt x="775108" y="0"/>
                </a:lnTo>
                <a:lnTo>
                  <a:pt x="775108" y="641614"/>
                </a:lnTo>
                <a:lnTo>
                  <a:pt x="0" y="6416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25" name="Google Shape;525;p26"/>
          <p:cNvGrpSpPr/>
          <p:nvPr/>
        </p:nvGrpSpPr>
        <p:grpSpPr>
          <a:xfrm rot="-5400000">
            <a:off x="1866352" y="5079157"/>
            <a:ext cx="262601" cy="229776"/>
            <a:chOff x="0" y="0"/>
            <a:chExt cx="812800" cy="711200"/>
          </a:xfrm>
        </p:grpSpPr>
        <p:sp>
          <p:nvSpPr>
            <p:cNvPr id="526" name="Google Shape;526;p26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27" name="Google Shape;527;p26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8" name="Google Shape;528;p26"/>
          <p:cNvGrpSpPr/>
          <p:nvPr/>
        </p:nvGrpSpPr>
        <p:grpSpPr>
          <a:xfrm rot="-5400000">
            <a:off x="1866352" y="6445848"/>
            <a:ext cx="262601" cy="229776"/>
            <a:chOff x="0" y="0"/>
            <a:chExt cx="812800" cy="711200"/>
          </a:xfrm>
        </p:grpSpPr>
        <p:sp>
          <p:nvSpPr>
            <p:cNvPr id="529" name="Google Shape;529;p26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30" name="Google Shape;530;p26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1" name="Google Shape;531;p26"/>
          <p:cNvGrpSpPr/>
          <p:nvPr/>
        </p:nvGrpSpPr>
        <p:grpSpPr>
          <a:xfrm rot="-5400000">
            <a:off x="10355679" y="5079157"/>
            <a:ext cx="262601" cy="229776"/>
            <a:chOff x="0" y="0"/>
            <a:chExt cx="812800" cy="711200"/>
          </a:xfrm>
        </p:grpSpPr>
        <p:sp>
          <p:nvSpPr>
            <p:cNvPr id="532" name="Google Shape;532;p26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33" name="Google Shape;533;p26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4" name="Google Shape;534;p26"/>
          <p:cNvGrpSpPr/>
          <p:nvPr/>
        </p:nvGrpSpPr>
        <p:grpSpPr>
          <a:xfrm rot="-5400000">
            <a:off x="10355679" y="6827219"/>
            <a:ext cx="262601" cy="229776"/>
            <a:chOff x="0" y="0"/>
            <a:chExt cx="812800" cy="711200"/>
          </a:xfrm>
        </p:grpSpPr>
        <p:sp>
          <p:nvSpPr>
            <p:cNvPr id="535" name="Google Shape;535;p26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36" name="Google Shape;536;p26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7" name="Google Shape;537;p26"/>
          <p:cNvGrpSpPr/>
          <p:nvPr/>
        </p:nvGrpSpPr>
        <p:grpSpPr>
          <a:xfrm rot="-5400000">
            <a:off x="10355679" y="7300339"/>
            <a:ext cx="262601" cy="229776"/>
            <a:chOff x="0" y="0"/>
            <a:chExt cx="812800" cy="711200"/>
          </a:xfrm>
        </p:grpSpPr>
        <p:sp>
          <p:nvSpPr>
            <p:cNvPr id="538" name="Google Shape;538;p26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39" name="Google Shape;539;p26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0" name="Google Shape;540;p26"/>
          <p:cNvGrpSpPr/>
          <p:nvPr/>
        </p:nvGrpSpPr>
        <p:grpSpPr>
          <a:xfrm>
            <a:off x="10755553" y="7867433"/>
            <a:ext cx="262601" cy="262601"/>
            <a:chOff x="0" y="0"/>
            <a:chExt cx="812800" cy="812800"/>
          </a:xfrm>
        </p:grpSpPr>
        <p:sp>
          <p:nvSpPr>
            <p:cNvPr id="541" name="Google Shape;541;p2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42" name="Google Shape;542;p26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3" name="Google Shape;543;p26"/>
          <p:cNvSpPr txBox="1"/>
          <p:nvPr/>
        </p:nvSpPr>
        <p:spPr>
          <a:xfrm>
            <a:off x="1085850" y="1200150"/>
            <a:ext cx="7061175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INFORMAÇÕES IMPORTANTES</a:t>
            </a:r>
            <a:endParaRPr/>
          </a:p>
        </p:txBody>
      </p:sp>
      <p:sp>
        <p:nvSpPr>
          <p:cNvPr id="544" name="Google Shape;544;p26"/>
          <p:cNvSpPr txBox="1"/>
          <p:nvPr/>
        </p:nvSpPr>
        <p:spPr>
          <a:xfrm>
            <a:off x="1882765" y="4339064"/>
            <a:ext cx="3895355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Sobre transmissões ao vivo</a:t>
            </a:r>
            <a:endParaRPr/>
          </a:p>
        </p:txBody>
      </p:sp>
      <p:sp>
        <p:nvSpPr>
          <p:cNvPr id="545" name="Google Shape;545;p26"/>
          <p:cNvSpPr txBox="1"/>
          <p:nvPr/>
        </p:nvSpPr>
        <p:spPr>
          <a:xfrm>
            <a:off x="2266226" y="4974084"/>
            <a:ext cx="6017462" cy="12517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 YouTube pede um prazo de 24 horas para análise do pedido de primeira transmissão</a:t>
            </a:r>
            <a:endParaRPr/>
          </a:p>
        </p:txBody>
      </p:sp>
      <p:sp>
        <p:nvSpPr>
          <p:cNvPr id="546" name="Google Shape;546;p26"/>
          <p:cNvSpPr txBox="1"/>
          <p:nvPr/>
        </p:nvSpPr>
        <p:spPr>
          <a:xfrm>
            <a:off x="2266226" y="6340775"/>
            <a:ext cx="6017462" cy="8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Logo, antes de realizar a transmissão desejada, esteja ciente deste prazo.</a:t>
            </a:r>
            <a:endParaRPr/>
          </a:p>
        </p:txBody>
      </p:sp>
      <p:sp>
        <p:nvSpPr>
          <p:cNvPr id="547" name="Google Shape;547;p26"/>
          <p:cNvSpPr txBox="1"/>
          <p:nvPr/>
        </p:nvSpPr>
        <p:spPr>
          <a:xfrm>
            <a:off x="10372092" y="4339064"/>
            <a:ext cx="2500888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Material de apoio</a:t>
            </a:r>
            <a:endParaRPr/>
          </a:p>
        </p:txBody>
      </p:sp>
      <p:sp>
        <p:nvSpPr>
          <p:cNvPr id="548" name="Google Shape;548;p26"/>
          <p:cNvSpPr txBox="1"/>
          <p:nvPr/>
        </p:nvSpPr>
        <p:spPr>
          <a:xfrm>
            <a:off x="10755553" y="4974084"/>
            <a:ext cx="6017462" cy="1676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Ficou com alguma dúvida? Abaixo se encontra o QR Code e o link embutido para a playlist de referência deste minicurso</a:t>
            </a:r>
            <a:endParaRPr/>
          </a:p>
        </p:txBody>
      </p:sp>
      <p:sp>
        <p:nvSpPr>
          <p:cNvPr id="549" name="Google Shape;549;p26"/>
          <p:cNvSpPr txBox="1"/>
          <p:nvPr/>
        </p:nvSpPr>
        <p:spPr>
          <a:xfrm>
            <a:off x="10755553" y="6722146"/>
            <a:ext cx="6017462" cy="40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 aulas utilizadas foram: 7, 13, 15, 16</a:t>
            </a:r>
            <a:endParaRPr/>
          </a:p>
        </p:txBody>
      </p:sp>
      <p:sp>
        <p:nvSpPr>
          <p:cNvPr id="550" name="Google Shape;550;p26"/>
          <p:cNvSpPr txBox="1"/>
          <p:nvPr/>
        </p:nvSpPr>
        <p:spPr>
          <a:xfrm>
            <a:off x="10755553" y="7195266"/>
            <a:ext cx="5310636" cy="405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Para acessar o material, clique </a:t>
            </a:r>
            <a:r>
              <a:rPr b="1" i="0" lang="en-US" sz="2411" u="sng" cap="none" strike="noStrike">
                <a:solidFill>
                  <a:srgbClr val="EA0000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AQUI</a:t>
            </a:r>
            <a:endParaRPr/>
          </a:p>
        </p:txBody>
      </p:sp>
      <p:sp>
        <p:nvSpPr>
          <p:cNvPr id="551" name="Google Shape;551;p26"/>
          <p:cNvSpPr/>
          <p:nvPr/>
        </p:nvSpPr>
        <p:spPr>
          <a:xfrm>
            <a:off x="11246451" y="7705508"/>
            <a:ext cx="1396285" cy="1396285"/>
          </a:xfrm>
          <a:custGeom>
            <a:rect b="b" l="l" r="r" t="t"/>
            <a:pathLst>
              <a:path extrusionOk="0" h="1396285" w="1396285">
                <a:moveTo>
                  <a:pt x="0" y="0"/>
                </a:moveTo>
                <a:lnTo>
                  <a:pt x="1396284" y="0"/>
                </a:lnTo>
                <a:lnTo>
                  <a:pt x="1396284" y="1396285"/>
                </a:lnTo>
                <a:lnTo>
                  <a:pt x="0" y="13962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52" name="Google Shape;552;p26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553" name="Google Shape;553;p26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554" name="Google Shape;554;p26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555" name="Google Shape;555;p26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56" name="Google Shape;556;p26"/>
          <p:cNvGrpSpPr/>
          <p:nvPr/>
        </p:nvGrpSpPr>
        <p:grpSpPr>
          <a:xfrm>
            <a:off x="1325906" y="4129754"/>
            <a:ext cx="402008" cy="630275"/>
            <a:chOff x="0" y="-47625"/>
            <a:chExt cx="83874" cy="131499"/>
          </a:xfrm>
        </p:grpSpPr>
        <p:sp>
          <p:nvSpPr>
            <p:cNvPr id="557" name="Google Shape;557;p26"/>
            <p:cNvSpPr/>
            <p:nvPr/>
          </p:nvSpPr>
          <p:spPr>
            <a:xfrm>
              <a:off x="0" y="0"/>
              <a:ext cx="83874" cy="83874"/>
            </a:xfrm>
            <a:custGeom>
              <a:rect b="b" l="l" r="r" t="t"/>
              <a:pathLst>
                <a:path extrusionOk="0" h="83874" w="83874">
                  <a:moveTo>
                    <a:pt x="41937" y="0"/>
                  </a:moveTo>
                  <a:lnTo>
                    <a:pt x="41937" y="0"/>
                  </a:lnTo>
                  <a:cubicBezTo>
                    <a:pt x="65098" y="0"/>
                    <a:pt x="83874" y="18776"/>
                    <a:pt x="83874" y="41937"/>
                  </a:cubicBezTo>
                  <a:lnTo>
                    <a:pt x="83874" y="41937"/>
                  </a:lnTo>
                  <a:cubicBezTo>
                    <a:pt x="83874" y="65098"/>
                    <a:pt x="65098" y="83874"/>
                    <a:pt x="41937" y="83874"/>
                  </a:cubicBezTo>
                  <a:lnTo>
                    <a:pt x="41937" y="83874"/>
                  </a:lnTo>
                  <a:cubicBezTo>
                    <a:pt x="18776" y="83874"/>
                    <a:pt x="0" y="65098"/>
                    <a:pt x="0" y="41937"/>
                  </a:cubicBezTo>
                  <a:lnTo>
                    <a:pt x="0" y="41937"/>
                  </a:lnTo>
                  <a:cubicBezTo>
                    <a:pt x="0" y="18776"/>
                    <a:pt x="18776" y="0"/>
                    <a:pt x="41937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6"/>
            <p:cNvSpPr txBox="1"/>
            <p:nvPr/>
          </p:nvSpPr>
          <p:spPr>
            <a:xfrm>
              <a:off x="0" y="-47625"/>
              <a:ext cx="83874" cy="1314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9" name="Google Shape;559;p26"/>
          <p:cNvGrpSpPr/>
          <p:nvPr/>
        </p:nvGrpSpPr>
        <p:grpSpPr>
          <a:xfrm rot="-5400000">
            <a:off x="1395609" y="4444137"/>
            <a:ext cx="262601" cy="229776"/>
            <a:chOff x="0" y="0"/>
            <a:chExt cx="812800" cy="711200"/>
          </a:xfrm>
        </p:grpSpPr>
        <p:sp>
          <p:nvSpPr>
            <p:cNvPr id="560" name="Google Shape;560;p26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561" name="Google Shape;561;p26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2" name="Google Shape;562;p26"/>
          <p:cNvGrpSpPr/>
          <p:nvPr/>
        </p:nvGrpSpPr>
        <p:grpSpPr>
          <a:xfrm>
            <a:off x="9815232" y="4129754"/>
            <a:ext cx="402008" cy="630275"/>
            <a:chOff x="0" y="-47625"/>
            <a:chExt cx="83874" cy="131499"/>
          </a:xfrm>
        </p:grpSpPr>
        <p:sp>
          <p:nvSpPr>
            <p:cNvPr id="563" name="Google Shape;563;p26"/>
            <p:cNvSpPr/>
            <p:nvPr/>
          </p:nvSpPr>
          <p:spPr>
            <a:xfrm>
              <a:off x="0" y="0"/>
              <a:ext cx="83874" cy="83874"/>
            </a:xfrm>
            <a:custGeom>
              <a:rect b="b" l="l" r="r" t="t"/>
              <a:pathLst>
                <a:path extrusionOk="0" h="83874" w="83874">
                  <a:moveTo>
                    <a:pt x="41937" y="0"/>
                  </a:moveTo>
                  <a:lnTo>
                    <a:pt x="41937" y="0"/>
                  </a:lnTo>
                  <a:cubicBezTo>
                    <a:pt x="65098" y="0"/>
                    <a:pt x="83874" y="18776"/>
                    <a:pt x="83874" y="41937"/>
                  </a:cubicBezTo>
                  <a:lnTo>
                    <a:pt x="83874" y="41937"/>
                  </a:lnTo>
                  <a:cubicBezTo>
                    <a:pt x="83874" y="65098"/>
                    <a:pt x="65098" y="83874"/>
                    <a:pt x="41937" y="83874"/>
                  </a:cubicBezTo>
                  <a:lnTo>
                    <a:pt x="41937" y="83874"/>
                  </a:lnTo>
                  <a:cubicBezTo>
                    <a:pt x="18776" y="83874"/>
                    <a:pt x="0" y="65098"/>
                    <a:pt x="0" y="41937"/>
                  </a:cubicBezTo>
                  <a:lnTo>
                    <a:pt x="0" y="41937"/>
                  </a:lnTo>
                  <a:cubicBezTo>
                    <a:pt x="0" y="18776"/>
                    <a:pt x="18776" y="0"/>
                    <a:pt x="41937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6"/>
            <p:cNvSpPr txBox="1"/>
            <p:nvPr/>
          </p:nvSpPr>
          <p:spPr>
            <a:xfrm>
              <a:off x="0" y="-47625"/>
              <a:ext cx="83874" cy="1314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5" name="Google Shape;565;p26"/>
          <p:cNvGrpSpPr/>
          <p:nvPr/>
        </p:nvGrpSpPr>
        <p:grpSpPr>
          <a:xfrm rot="-5400000">
            <a:off x="9884936" y="4444137"/>
            <a:ext cx="262601" cy="229776"/>
            <a:chOff x="0" y="0"/>
            <a:chExt cx="812800" cy="711200"/>
          </a:xfrm>
        </p:grpSpPr>
        <p:sp>
          <p:nvSpPr>
            <p:cNvPr id="566" name="Google Shape;566;p26"/>
            <p:cNvSpPr/>
            <p:nvPr/>
          </p:nvSpPr>
          <p:spPr>
            <a:xfrm>
              <a:off x="0" y="0"/>
              <a:ext cx="812800" cy="711200"/>
            </a:xfrm>
            <a:custGeom>
              <a:rect b="b" l="l" r="r" t="t"/>
              <a:pathLst>
                <a:path extrusionOk="0"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567" name="Google Shape;567;p26"/>
            <p:cNvSpPr txBox="1"/>
            <p:nvPr/>
          </p:nvSpPr>
          <p:spPr>
            <a:xfrm>
              <a:off x="127000" y="3175"/>
              <a:ext cx="558800" cy="37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2" name="Google Shape;572;p27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573" name="Google Shape;573;p27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574" name="Google Shape;574;p27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575" name="Google Shape;575;p27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76" name="Google Shape;576;p27"/>
          <p:cNvSpPr/>
          <p:nvPr/>
        </p:nvSpPr>
        <p:spPr>
          <a:xfrm>
            <a:off x="7408817" y="4295815"/>
            <a:ext cx="3470366" cy="3470366"/>
          </a:xfrm>
          <a:custGeom>
            <a:rect b="b" l="l" r="r" t="t"/>
            <a:pathLst>
              <a:path extrusionOk="0" h="3470366" w="3470366">
                <a:moveTo>
                  <a:pt x="0" y="0"/>
                </a:moveTo>
                <a:lnTo>
                  <a:pt x="3470366" y="0"/>
                </a:lnTo>
                <a:lnTo>
                  <a:pt x="3470366" y="3470366"/>
                </a:lnTo>
                <a:lnTo>
                  <a:pt x="0" y="34703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7" name="Google Shape;577;p27"/>
          <p:cNvSpPr txBox="1"/>
          <p:nvPr/>
        </p:nvSpPr>
        <p:spPr>
          <a:xfrm>
            <a:off x="1085850" y="1200150"/>
            <a:ext cx="7061175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INFORMAÇÕES IMPORTANTES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8"/>
          <p:cNvSpPr txBox="1"/>
          <p:nvPr/>
        </p:nvSpPr>
        <p:spPr>
          <a:xfrm>
            <a:off x="3995091" y="4195717"/>
            <a:ext cx="10297819" cy="2311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5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MUITO OBRIGADO! </a:t>
            </a:r>
            <a:endParaRPr/>
          </a:p>
        </p:txBody>
      </p:sp>
      <p:grpSp>
        <p:nvGrpSpPr>
          <p:cNvPr id="583" name="Google Shape;583;p28"/>
          <p:cNvGrpSpPr/>
          <p:nvPr/>
        </p:nvGrpSpPr>
        <p:grpSpPr>
          <a:xfrm>
            <a:off x="14621492" y="470282"/>
            <a:ext cx="3189598" cy="1097786"/>
            <a:chOff x="0" y="0"/>
            <a:chExt cx="4252797" cy="1463714"/>
          </a:xfrm>
        </p:grpSpPr>
        <p:sp>
          <p:nvSpPr>
            <p:cNvPr id="584" name="Google Shape;584;p28"/>
            <p:cNvSpPr/>
            <p:nvPr/>
          </p:nvSpPr>
          <p:spPr>
            <a:xfrm>
              <a:off x="2084475" y="0"/>
              <a:ext cx="2164184" cy="1313969"/>
            </a:xfrm>
            <a:custGeom>
              <a:rect b="b" l="l" r="r" t="t"/>
              <a:pathLst>
                <a:path extrusionOk="0" h="1313969" w="2164184">
                  <a:moveTo>
                    <a:pt x="0" y="0"/>
                  </a:moveTo>
                  <a:lnTo>
                    <a:pt x="2164184" y="0"/>
                  </a:lnTo>
                  <a:lnTo>
                    <a:pt x="2164184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3551" l="-17645" r="-17201" t="-22492"/>
              </a:stretch>
            </a:blipFill>
            <a:ln>
              <a:noFill/>
            </a:ln>
          </p:spPr>
        </p:sp>
        <p:sp>
          <p:nvSpPr>
            <p:cNvPr id="585" name="Google Shape;585;p28"/>
            <p:cNvSpPr/>
            <p:nvPr/>
          </p:nvSpPr>
          <p:spPr>
            <a:xfrm>
              <a:off x="0" y="0"/>
              <a:ext cx="1618853" cy="1313969"/>
            </a:xfrm>
            <a:custGeom>
              <a:rect b="b" l="l" r="r" t="t"/>
              <a:pathLst>
                <a:path extrusionOk="0" h="1313969" w="1618853">
                  <a:moveTo>
                    <a:pt x="0" y="0"/>
                  </a:moveTo>
                  <a:lnTo>
                    <a:pt x="1618853" y="0"/>
                  </a:lnTo>
                  <a:lnTo>
                    <a:pt x="1618853" y="1313969"/>
                  </a:lnTo>
                  <a:lnTo>
                    <a:pt x="0" y="131396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586" name="Google Shape;586;p28"/>
            <p:cNvCxnSpPr/>
            <p:nvPr/>
          </p:nvCxnSpPr>
          <p:spPr>
            <a:xfrm>
              <a:off x="0" y="1463714"/>
              <a:ext cx="4252797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