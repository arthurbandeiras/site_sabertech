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x="18288000" cy="10287000"/>
  <p:notesSz cx="6858000" cy="9144000"/>
  <p:embeddedFontLst>
    <p:embeddedFont>
      <p:font typeface="Press Start 2P" charset="1" panose="00000500000000000000"/>
      <p:regular r:id="rId36"/>
    </p:embeddedFont>
    <p:embeddedFont>
      <p:font typeface="Disket Mono" charset="1" panose="020B0509050000020004"/>
      <p:regular r:id="rId37"/>
    </p:embeddedFont>
    <p:embeddedFont>
      <p:font typeface="Disket Mono Bold" charset="1" panose="020B0509050000020004"/>
      <p:regular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svg" Type="http://schemas.openxmlformats.org/officeDocument/2006/relationships/image"/><Relationship Id="rId12" Target="../media/image3.png" Type="http://schemas.openxmlformats.org/officeDocument/2006/relationships/image"/><Relationship Id="rId13" Target="../media/image4.svg" Type="http://schemas.openxmlformats.org/officeDocument/2006/relationships/image"/><Relationship Id="rId14" Target="../media/image1.png" Type="http://schemas.openxmlformats.org/officeDocument/2006/relationships/image"/><Relationship Id="rId15" Target="../media/image2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7.png" Type="http://schemas.openxmlformats.org/officeDocument/2006/relationships/image"/><Relationship Id="rId13" Target="../media/image8.svg" Type="http://schemas.openxmlformats.org/officeDocument/2006/relationships/image"/><Relationship Id="rId14" Target="../media/image1.png" Type="http://schemas.openxmlformats.org/officeDocument/2006/relationships/image"/><Relationship Id="rId15" Target="../media/image2.svg" Type="http://schemas.openxmlformats.org/officeDocument/2006/relationships/image"/><Relationship Id="rId16" Target="../media/image3.png" Type="http://schemas.openxmlformats.org/officeDocument/2006/relationships/image"/><Relationship Id="rId17" Target="../media/image4.svg" Type="http://schemas.openxmlformats.org/officeDocument/2006/relationships/image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1.png" Type="http://schemas.openxmlformats.org/officeDocument/2006/relationships/image"/><Relationship Id="rId13" Target="../media/image2.svg" Type="http://schemas.openxmlformats.org/officeDocument/2006/relationships/image"/><Relationship Id="rId14" Target="../media/image3.png" Type="http://schemas.openxmlformats.org/officeDocument/2006/relationships/image"/><Relationship Id="rId15" Target="../media/image4.svg" Type="http://schemas.openxmlformats.org/officeDocument/2006/relationships/image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11" Target="../media/image6.svg" Type="http://schemas.openxmlformats.org/officeDocument/2006/relationships/image"/><Relationship Id="rId12" Target="../media/image7.png" Type="http://schemas.openxmlformats.org/officeDocument/2006/relationships/image"/><Relationship Id="rId13" Target="../media/image8.svg" Type="http://schemas.openxmlformats.org/officeDocument/2006/relationships/image"/><Relationship Id="rId14" Target="../media/image3.png" Type="http://schemas.openxmlformats.org/officeDocument/2006/relationships/image"/><Relationship Id="rId15" Target="../media/image4.sv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14" Target="../media/image3.png" Type="http://schemas.openxmlformats.org/officeDocument/2006/relationships/image"/><Relationship Id="rId15" Target="../media/image4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.png" Type="http://schemas.openxmlformats.org/officeDocument/2006/relationships/image"/><Relationship Id="rId9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14" Target="../media/image3.png" Type="http://schemas.openxmlformats.org/officeDocument/2006/relationships/image"/><Relationship Id="rId15" Target="../media/image4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.png" Type="http://schemas.openxmlformats.org/officeDocument/2006/relationships/image"/><Relationship Id="rId9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4.svg" Type="http://schemas.openxmlformats.org/officeDocument/2006/relationships/image"/><Relationship Id="rId12" Target="../media/image5.png" Type="http://schemas.openxmlformats.org/officeDocument/2006/relationships/image"/><Relationship Id="rId13" Target="../media/image6.svg" Type="http://schemas.openxmlformats.org/officeDocument/2006/relationships/image"/><Relationship Id="rId14" Target="../media/image23.png" Type="http://schemas.openxmlformats.org/officeDocument/2006/relationships/image"/><Relationship Id="rId15" Target="../media/image24.sv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4.svg" Type="http://schemas.openxmlformats.org/officeDocument/2006/relationships/image"/><Relationship Id="rId12" Target="../media/image5.png" Type="http://schemas.openxmlformats.org/officeDocument/2006/relationships/image"/><Relationship Id="rId13" Target="../media/image6.svg" Type="http://schemas.openxmlformats.org/officeDocument/2006/relationships/image"/><Relationship Id="rId14" Target="../media/image23.png" Type="http://schemas.openxmlformats.org/officeDocument/2006/relationships/image"/><Relationship Id="rId15" Target="../media/image24.sv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4.svg" Type="http://schemas.openxmlformats.org/officeDocument/2006/relationships/image"/><Relationship Id="rId12" Target="../media/image5.png" Type="http://schemas.openxmlformats.org/officeDocument/2006/relationships/image"/><Relationship Id="rId13" Target="../media/image6.svg" Type="http://schemas.openxmlformats.org/officeDocument/2006/relationships/image"/><Relationship Id="rId14" Target="../media/image23.png" Type="http://schemas.openxmlformats.org/officeDocument/2006/relationships/image"/><Relationship Id="rId15" Target="../media/image24.sv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4.svg" Type="http://schemas.openxmlformats.org/officeDocument/2006/relationships/image"/><Relationship Id="rId12" Target="../media/image5.png" Type="http://schemas.openxmlformats.org/officeDocument/2006/relationships/image"/><Relationship Id="rId13" Target="../media/image6.svg" Type="http://schemas.openxmlformats.org/officeDocument/2006/relationships/image"/><Relationship Id="rId14" Target="../media/image23.png" Type="http://schemas.openxmlformats.org/officeDocument/2006/relationships/image"/><Relationship Id="rId15" Target="../media/image24.sv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4.svg" Type="http://schemas.openxmlformats.org/officeDocument/2006/relationships/image"/><Relationship Id="rId12" Target="../media/image5.png" Type="http://schemas.openxmlformats.org/officeDocument/2006/relationships/image"/><Relationship Id="rId13" Target="../media/image6.svg" Type="http://schemas.openxmlformats.org/officeDocument/2006/relationships/image"/><Relationship Id="rId14" Target="../media/image23.png" Type="http://schemas.openxmlformats.org/officeDocument/2006/relationships/image"/><Relationship Id="rId15" Target="../media/image24.sv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svg" Type="http://schemas.openxmlformats.org/officeDocument/2006/relationships/image"/><Relationship Id="rId12" Target="../media/image7.png" Type="http://schemas.openxmlformats.org/officeDocument/2006/relationships/image"/><Relationship Id="rId13" Target="../media/image8.svg" Type="http://schemas.openxmlformats.org/officeDocument/2006/relationships/image"/><Relationship Id="rId14" Target="../media/image1.png" Type="http://schemas.openxmlformats.org/officeDocument/2006/relationships/image"/><Relationship Id="rId15" Target="../media/image2.sv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11" Target="../media/image6.svg" Type="http://schemas.openxmlformats.org/officeDocument/2006/relationships/image"/><Relationship Id="rId12" Target="../media/image23.png" Type="http://schemas.openxmlformats.org/officeDocument/2006/relationships/image"/><Relationship Id="rId13" Target="../media/image24.svg" Type="http://schemas.openxmlformats.org/officeDocument/2006/relationships/image"/><Relationship Id="rId14" Target="../media/image1.png" Type="http://schemas.openxmlformats.org/officeDocument/2006/relationships/image"/><Relationship Id="rId15" Target="../media/image2.sv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11" Target="../media/image6.svg" Type="http://schemas.openxmlformats.org/officeDocument/2006/relationships/image"/><Relationship Id="rId12" Target="../media/image23.png" Type="http://schemas.openxmlformats.org/officeDocument/2006/relationships/image"/><Relationship Id="rId13" Target="../media/image24.svg" Type="http://schemas.openxmlformats.org/officeDocument/2006/relationships/image"/><Relationship Id="rId14" Target="../media/image1.png" Type="http://schemas.openxmlformats.org/officeDocument/2006/relationships/image"/><Relationship Id="rId15" Target="../media/image2.sv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svg" Type="http://schemas.openxmlformats.org/officeDocument/2006/relationships/image"/><Relationship Id="rId12" Target="../media/image3.png" Type="http://schemas.openxmlformats.org/officeDocument/2006/relationships/image"/><Relationship Id="rId13" Target="../media/image4.svg" Type="http://schemas.openxmlformats.org/officeDocument/2006/relationships/image"/><Relationship Id="rId14" Target="../media/image1.png" Type="http://schemas.openxmlformats.org/officeDocument/2006/relationships/image"/><Relationship Id="rId15" Target="../media/image2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35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23137" y="6164811"/>
            <a:ext cx="2163004" cy="2333787"/>
          </a:xfrm>
          <a:custGeom>
            <a:avLst/>
            <a:gdLst/>
            <a:ahLst/>
            <a:cxnLst/>
            <a:rect r="r" b="b" t="t" l="l"/>
            <a:pathLst>
              <a:path h="2333787" w="2163004">
                <a:moveTo>
                  <a:pt x="0" y="0"/>
                </a:moveTo>
                <a:lnTo>
                  <a:pt x="2163004" y="0"/>
                </a:lnTo>
                <a:lnTo>
                  <a:pt x="2163004" y="2333787"/>
                </a:lnTo>
                <a:lnTo>
                  <a:pt x="0" y="23337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76448" y="2208605"/>
            <a:ext cx="2980461" cy="839948"/>
          </a:xfrm>
          <a:custGeom>
            <a:avLst/>
            <a:gdLst/>
            <a:ahLst/>
            <a:cxnLst/>
            <a:rect r="r" b="b" t="t" l="l"/>
            <a:pathLst>
              <a:path h="839948" w="2980461">
                <a:moveTo>
                  <a:pt x="0" y="0"/>
                </a:moveTo>
                <a:lnTo>
                  <a:pt x="2980460" y="0"/>
                </a:lnTo>
                <a:lnTo>
                  <a:pt x="2980460" y="839949"/>
                </a:lnTo>
                <a:lnTo>
                  <a:pt x="0" y="8399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302873" y="8393823"/>
            <a:ext cx="7195413" cy="515002"/>
          </a:xfrm>
          <a:custGeom>
            <a:avLst/>
            <a:gdLst/>
            <a:ahLst/>
            <a:cxnLst/>
            <a:rect r="r" b="b" t="t" l="l"/>
            <a:pathLst>
              <a:path h="515002" w="7195413">
                <a:moveTo>
                  <a:pt x="0" y="0"/>
                </a:moveTo>
                <a:lnTo>
                  <a:pt x="7195413" y="0"/>
                </a:lnTo>
                <a:lnTo>
                  <a:pt x="7195413" y="515002"/>
                </a:lnTo>
                <a:lnTo>
                  <a:pt x="0" y="5150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664" t="0" r="0" b="-114354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79017" y="8519989"/>
            <a:ext cx="7291391" cy="426936"/>
          </a:xfrm>
          <a:custGeom>
            <a:avLst/>
            <a:gdLst/>
            <a:ahLst/>
            <a:cxnLst/>
            <a:rect r="r" b="b" t="t" l="l"/>
            <a:pathLst>
              <a:path h="426936" w="7291391">
                <a:moveTo>
                  <a:pt x="0" y="0"/>
                </a:moveTo>
                <a:lnTo>
                  <a:pt x="7291390" y="0"/>
                </a:lnTo>
                <a:lnTo>
                  <a:pt x="7291390" y="426936"/>
                </a:lnTo>
                <a:lnTo>
                  <a:pt x="0" y="4269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326" t="-20627" r="0" b="-137943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690294" y="8431923"/>
            <a:ext cx="7195413" cy="515002"/>
          </a:xfrm>
          <a:custGeom>
            <a:avLst/>
            <a:gdLst/>
            <a:ahLst/>
            <a:cxnLst/>
            <a:rect r="r" b="b" t="t" l="l"/>
            <a:pathLst>
              <a:path h="515002" w="7195413">
                <a:moveTo>
                  <a:pt x="0" y="0"/>
                </a:moveTo>
                <a:lnTo>
                  <a:pt x="7195412" y="0"/>
                </a:lnTo>
                <a:lnTo>
                  <a:pt x="7195412" y="515002"/>
                </a:lnTo>
                <a:lnTo>
                  <a:pt x="0" y="5150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664" t="0" r="0" b="-114354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767421" y="3502577"/>
            <a:ext cx="10753157" cy="2000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36"/>
              </a:lnSpc>
            </a:pPr>
            <a:r>
              <a:rPr lang="en-US" sz="7510">
                <a:solidFill>
                  <a:srgbClr val="F7F7F7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INFORMÁTICA BÁSICA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4135560" y="5973721"/>
            <a:ext cx="1109468" cy="2524877"/>
          </a:xfrm>
          <a:custGeom>
            <a:avLst/>
            <a:gdLst/>
            <a:ahLst/>
            <a:cxnLst/>
            <a:rect r="r" b="b" t="t" l="l"/>
            <a:pathLst>
              <a:path h="2524877" w="1109468">
                <a:moveTo>
                  <a:pt x="0" y="0"/>
                </a:moveTo>
                <a:lnTo>
                  <a:pt x="1109468" y="0"/>
                </a:lnTo>
                <a:lnTo>
                  <a:pt x="1109468" y="2524877"/>
                </a:lnTo>
                <a:lnTo>
                  <a:pt x="0" y="252487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3281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754797" y="3048554"/>
            <a:ext cx="2980461" cy="839948"/>
          </a:xfrm>
          <a:custGeom>
            <a:avLst/>
            <a:gdLst/>
            <a:ahLst/>
            <a:cxnLst/>
            <a:rect r="r" b="b" t="t" l="l"/>
            <a:pathLst>
              <a:path h="839948" w="2980461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199197" y="7996849"/>
            <a:ext cx="1178951" cy="282023"/>
          </a:xfrm>
          <a:custGeom>
            <a:avLst/>
            <a:gdLst/>
            <a:ahLst/>
            <a:cxnLst/>
            <a:rect r="r" b="b" t="t" l="l"/>
            <a:pathLst>
              <a:path h="282023" w="1178951">
                <a:moveTo>
                  <a:pt x="0" y="0"/>
                </a:moveTo>
                <a:lnTo>
                  <a:pt x="1178951" y="0"/>
                </a:lnTo>
                <a:lnTo>
                  <a:pt x="1178951" y="282023"/>
                </a:lnTo>
                <a:lnTo>
                  <a:pt x="0" y="28202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-318033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0" y="8078196"/>
            <a:ext cx="7347797" cy="344202"/>
          </a:xfrm>
          <a:custGeom>
            <a:avLst/>
            <a:gdLst/>
            <a:ahLst/>
            <a:cxnLst/>
            <a:rect r="r" b="b" t="t" l="l"/>
            <a:pathLst>
              <a:path h="344202" w="7347797">
                <a:moveTo>
                  <a:pt x="0" y="0"/>
                </a:moveTo>
                <a:lnTo>
                  <a:pt x="7347797" y="0"/>
                </a:lnTo>
                <a:lnTo>
                  <a:pt x="7347797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816" t="0" r="-5586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661461" y="5655459"/>
            <a:ext cx="2965078" cy="469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0"/>
              </a:lnSpc>
            </a:pPr>
            <a:r>
              <a:rPr lang="en-US" sz="2921" spc="1294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START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8219856" y="8078196"/>
            <a:ext cx="7347797" cy="344202"/>
          </a:xfrm>
          <a:custGeom>
            <a:avLst/>
            <a:gdLst/>
            <a:ahLst/>
            <a:cxnLst/>
            <a:rect r="r" b="b" t="t" l="l"/>
            <a:pathLst>
              <a:path h="344202" w="7347797">
                <a:moveTo>
                  <a:pt x="0" y="0"/>
                </a:moveTo>
                <a:lnTo>
                  <a:pt x="7347796" y="0"/>
                </a:lnTo>
                <a:lnTo>
                  <a:pt x="7347796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816" t="0" r="-5586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567652" y="8078196"/>
            <a:ext cx="7347797" cy="344202"/>
          </a:xfrm>
          <a:custGeom>
            <a:avLst/>
            <a:gdLst/>
            <a:ahLst/>
            <a:cxnLst/>
            <a:rect r="r" b="b" t="t" l="l"/>
            <a:pathLst>
              <a:path h="344202" w="7347797">
                <a:moveTo>
                  <a:pt x="0" y="0"/>
                </a:moveTo>
                <a:lnTo>
                  <a:pt x="7347797" y="0"/>
                </a:lnTo>
                <a:lnTo>
                  <a:pt x="7347797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816" t="0" r="-5586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3838493" y="7513336"/>
            <a:ext cx="457922" cy="1042117"/>
          </a:xfrm>
          <a:custGeom>
            <a:avLst/>
            <a:gdLst/>
            <a:ahLst/>
            <a:cxnLst/>
            <a:rect r="r" b="b" t="t" l="l"/>
            <a:pathLst>
              <a:path h="1042117" w="457922">
                <a:moveTo>
                  <a:pt x="0" y="0"/>
                </a:moveTo>
                <a:lnTo>
                  <a:pt x="457922" y="0"/>
                </a:lnTo>
                <a:lnTo>
                  <a:pt x="457922" y="1042117"/>
                </a:lnTo>
                <a:lnTo>
                  <a:pt x="0" y="104211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3281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661461" y="2728451"/>
            <a:ext cx="2965078" cy="469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0"/>
              </a:lnSpc>
            </a:pPr>
            <a:r>
              <a:rPr lang="en-US" sz="2921" spc="1294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AULA 2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0" y="8965975"/>
            <a:ext cx="2874028" cy="1504069"/>
            <a:chOff x="0" y="0"/>
            <a:chExt cx="3832037" cy="200542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33855"/>
              <a:ext cx="2127780" cy="1771377"/>
            </a:xfrm>
            <a:custGeom>
              <a:avLst/>
              <a:gdLst/>
              <a:ahLst/>
              <a:cxnLst/>
              <a:rect r="r" b="b" t="t" l="l"/>
              <a:pathLst>
                <a:path h="1771377" w="2127780">
                  <a:moveTo>
                    <a:pt x="0" y="0"/>
                  </a:moveTo>
                  <a:lnTo>
                    <a:pt x="2127780" y="0"/>
                  </a:lnTo>
                  <a:lnTo>
                    <a:pt x="2127780" y="1771377"/>
                  </a:lnTo>
                  <a:lnTo>
                    <a:pt x="0" y="17713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826612" y="0"/>
              <a:ext cx="2005425" cy="2005425"/>
            </a:xfrm>
            <a:custGeom>
              <a:avLst/>
              <a:gdLst/>
              <a:ahLst/>
              <a:cxnLst/>
              <a:rect r="r" b="b" t="t" l="l"/>
              <a:pathLst>
                <a:path h="2005425" w="2005425">
                  <a:moveTo>
                    <a:pt x="0" y="0"/>
                  </a:moveTo>
                  <a:lnTo>
                    <a:pt x="2005425" y="0"/>
                  </a:lnTo>
                  <a:lnTo>
                    <a:pt x="2005425" y="2005425"/>
                  </a:lnTo>
                  <a:lnTo>
                    <a:pt x="0" y="20054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45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302873" y="8393823"/>
            <a:ext cx="7195413" cy="515002"/>
          </a:xfrm>
          <a:custGeom>
            <a:avLst/>
            <a:gdLst/>
            <a:ahLst/>
            <a:cxnLst/>
            <a:rect r="r" b="b" t="t" l="l"/>
            <a:pathLst>
              <a:path h="515002" w="7195413">
                <a:moveTo>
                  <a:pt x="0" y="0"/>
                </a:moveTo>
                <a:lnTo>
                  <a:pt x="7195413" y="0"/>
                </a:lnTo>
                <a:lnTo>
                  <a:pt x="7195413" y="515002"/>
                </a:lnTo>
                <a:lnTo>
                  <a:pt x="0" y="515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664" t="0" r="0" b="-11435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9017" y="8519989"/>
            <a:ext cx="7291391" cy="426936"/>
          </a:xfrm>
          <a:custGeom>
            <a:avLst/>
            <a:gdLst/>
            <a:ahLst/>
            <a:cxnLst/>
            <a:rect r="r" b="b" t="t" l="l"/>
            <a:pathLst>
              <a:path h="426936" w="7291391">
                <a:moveTo>
                  <a:pt x="0" y="0"/>
                </a:moveTo>
                <a:lnTo>
                  <a:pt x="7291390" y="0"/>
                </a:lnTo>
                <a:lnTo>
                  <a:pt x="7291390" y="426936"/>
                </a:lnTo>
                <a:lnTo>
                  <a:pt x="0" y="4269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26" t="-20627" r="0" b="-13794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690294" y="8431923"/>
            <a:ext cx="7195413" cy="515002"/>
          </a:xfrm>
          <a:custGeom>
            <a:avLst/>
            <a:gdLst/>
            <a:ahLst/>
            <a:cxnLst/>
            <a:rect r="r" b="b" t="t" l="l"/>
            <a:pathLst>
              <a:path h="515002" w="7195413">
                <a:moveTo>
                  <a:pt x="0" y="0"/>
                </a:moveTo>
                <a:lnTo>
                  <a:pt x="7195412" y="0"/>
                </a:lnTo>
                <a:lnTo>
                  <a:pt x="7195412" y="515002"/>
                </a:lnTo>
                <a:lnTo>
                  <a:pt x="0" y="515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664" t="0" r="0" b="-114354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022642" y="6026748"/>
            <a:ext cx="1109468" cy="2524877"/>
          </a:xfrm>
          <a:custGeom>
            <a:avLst/>
            <a:gdLst/>
            <a:ahLst/>
            <a:cxnLst/>
            <a:rect r="r" b="b" t="t" l="l"/>
            <a:pathLst>
              <a:path h="2524877" w="1109468">
                <a:moveTo>
                  <a:pt x="0" y="0"/>
                </a:moveTo>
                <a:lnTo>
                  <a:pt x="1109469" y="0"/>
                </a:lnTo>
                <a:lnTo>
                  <a:pt x="1109469" y="2524877"/>
                </a:lnTo>
                <a:lnTo>
                  <a:pt x="0" y="25248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3281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007404" y="7996849"/>
            <a:ext cx="1178951" cy="282023"/>
          </a:xfrm>
          <a:custGeom>
            <a:avLst/>
            <a:gdLst/>
            <a:ahLst/>
            <a:cxnLst/>
            <a:rect r="r" b="b" t="t" l="l"/>
            <a:pathLst>
              <a:path h="282023" w="1178951">
                <a:moveTo>
                  <a:pt x="0" y="0"/>
                </a:moveTo>
                <a:lnTo>
                  <a:pt x="1178951" y="0"/>
                </a:lnTo>
                <a:lnTo>
                  <a:pt x="1178951" y="282023"/>
                </a:lnTo>
                <a:lnTo>
                  <a:pt x="0" y="2820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-318033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191793" y="8078196"/>
            <a:ext cx="6432834" cy="344202"/>
          </a:xfrm>
          <a:custGeom>
            <a:avLst/>
            <a:gdLst/>
            <a:ahLst/>
            <a:cxnLst/>
            <a:rect r="r" b="b" t="t" l="l"/>
            <a:pathLst>
              <a:path h="344202" w="6432834">
                <a:moveTo>
                  <a:pt x="0" y="0"/>
                </a:moveTo>
                <a:lnTo>
                  <a:pt x="6432834" y="0"/>
                </a:lnTo>
                <a:lnTo>
                  <a:pt x="6432834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932" t="0" r="-20604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028063" y="8078196"/>
            <a:ext cx="7347797" cy="344202"/>
          </a:xfrm>
          <a:custGeom>
            <a:avLst/>
            <a:gdLst/>
            <a:ahLst/>
            <a:cxnLst/>
            <a:rect r="r" b="b" t="t" l="l"/>
            <a:pathLst>
              <a:path h="344202" w="7347797">
                <a:moveTo>
                  <a:pt x="0" y="0"/>
                </a:moveTo>
                <a:lnTo>
                  <a:pt x="7347797" y="0"/>
                </a:lnTo>
                <a:lnTo>
                  <a:pt x="7347797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816" t="0" r="-5586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375860" y="8078196"/>
            <a:ext cx="7347797" cy="344202"/>
          </a:xfrm>
          <a:custGeom>
            <a:avLst/>
            <a:gdLst/>
            <a:ahLst/>
            <a:cxnLst/>
            <a:rect r="r" b="b" t="t" l="l"/>
            <a:pathLst>
              <a:path h="344202" w="7347797">
                <a:moveTo>
                  <a:pt x="0" y="0"/>
                </a:moveTo>
                <a:lnTo>
                  <a:pt x="7347796" y="0"/>
                </a:lnTo>
                <a:lnTo>
                  <a:pt x="7347796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816" t="0" r="-5586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948355" y="7043319"/>
            <a:ext cx="593432" cy="1350504"/>
          </a:xfrm>
          <a:custGeom>
            <a:avLst/>
            <a:gdLst/>
            <a:ahLst/>
            <a:cxnLst/>
            <a:rect r="r" b="b" t="t" l="l"/>
            <a:pathLst>
              <a:path h="1350504" w="593432">
                <a:moveTo>
                  <a:pt x="0" y="0"/>
                </a:moveTo>
                <a:lnTo>
                  <a:pt x="593432" y="0"/>
                </a:lnTo>
                <a:lnTo>
                  <a:pt x="593432" y="1350504"/>
                </a:lnTo>
                <a:lnTo>
                  <a:pt x="0" y="13505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3281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138206" y="2362167"/>
            <a:ext cx="8011588" cy="3655056"/>
          </a:xfrm>
          <a:custGeom>
            <a:avLst/>
            <a:gdLst/>
            <a:ahLst/>
            <a:cxnLst/>
            <a:rect r="r" b="b" t="t" l="l"/>
            <a:pathLst>
              <a:path h="3655056" w="8011588">
                <a:moveTo>
                  <a:pt x="0" y="0"/>
                </a:moveTo>
                <a:lnTo>
                  <a:pt x="8011588" y="0"/>
                </a:lnTo>
                <a:lnTo>
                  <a:pt x="8011588" y="3655056"/>
                </a:lnTo>
                <a:lnTo>
                  <a:pt x="0" y="365505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512773" y="7289186"/>
            <a:ext cx="554734" cy="1262439"/>
          </a:xfrm>
          <a:custGeom>
            <a:avLst/>
            <a:gdLst/>
            <a:ahLst/>
            <a:cxnLst/>
            <a:rect r="r" b="b" t="t" l="l"/>
            <a:pathLst>
              <a:path h="1262439" w="554734">
                <a:moveTo>
                  <a:pt x="0" y="0"/>
                </a:moveTo>
                <a:lnTo>
                  <a:pt x="554734" y="0"/>
                </a:lnTo>
                <a:lnTo>
                  <a:pt x="554734" y="1262439"/>
                </a:lnTo>
                <a:lnTo>
                  <a:pt x="0" y="12624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3281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094446" y="7996849"/>
            <a:ext cx="1178951" cy="282023"/>
          </a:xfrm>
          <a:custGeom>
            <a:avLst/>
            <a:gdLst/>
            <a:ahLst/>
            <a:cxnLst/>
            <a:rect r="r" b="b" t="t" l="l"/>
            <a:pathLst>
              <a:path h="282023" w="1178951">
                <a:moveTo>
                  <a:pt x="0" y="0"/>
                </a:moveTo>
                <a:lnTo>
                  <a:pt x="1178951" y="0"/>
                </a:lnTo>
                <a:lnTo>
                  <a:pt x="1178951" y="282023"/>
                </a:lnTo>
                <a:lnTo>
                  <a:pt x="0" y="2820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-318033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357384" y="3819362"/>
            <a:ext cx="7573232" cy="1327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3"/>
              </a:lnSpc>
              <a:spcBef>
                <a:spcPct val="0"/>
              </a:spcBef>
            </a:pPr>
            <a:r>
              <a:rPr lang="en-US" sz="5022">
                <a:solidFill>
                  <a:srgbClr val="FFFFFF"/>
                </a:solidFill>
                <a:latin typeface="Disket Mono"/>
                <a:ea typeface="Disket Mono"/>
                <a:cs typeface="Disket Mono"/>
                <a:sym typeface="Disket Mono"/>
              </a:rPr>
              <a:t>navegador de arquIVOS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-1170810" y="4189695"/>
            <a:ext cx="2980461" cy="839948"/>
          </a:xfrm>
          <a:custGeom>
            <a:avLst/>
            <a:gdLst/>
            <a:ahLst/>
            <a:cxnLst/>
            <a:rect r="r" b="b" t="t" l="l"/>
            <a:pathLst>
              <a:path h="839948" w="2980461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30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5059889" y="2190061"/>
            <a:ext cx="2980461" cy="839948"/>
          </a:xfrm>
          <a:custGeom>
            <a:avLst/>
            <a:gdLst/>
            <a:ahLst/>
            <a:cxnLst/>
            <a:rect r="r" b="b" t="t" l="l"/>
            <a:pathLst>
              <a:path h="839948" w="2980461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30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723137" y="6164811"/>
            <a:ext cx="2163004" cy="2333787"/>
          </a:xfrm>
          <a:custGeom>
            <a:avLst/>
            <a:gdLst/>
            <a:ahLst/>
            <a:cxnLst/>
            <a:rect r="r" b="b" t="t" l="l"/>
            <a:pathLst>
              <a:path h="2333787" w="2163004">
                <a:moveTo>
                  <a:pt x="0" y="0"/>
                </a:moveTo>
                <a:lnTo>
                  <a:pt x="2163004" y="0"/>
                </a:lnTo>
                <a:lnTo>
                  <a:pt x="2163004" y="2333787"/>
                </a:lnTo>
                <a:lnTo>
                  <a:pt x="0" y="233378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45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302873" y="8393823"/>
            <a:ext cx="7195413" cy="515002"/>
          </a:xfrm>
          <a:custGeom>
            <a:avLst/>
            <a:gdLst/>
            <a:ahLst/>
            <a:cxnLst/>
            <a:rect r="r" b="b" t="t" l="l"/>
            <a:pathLst>
              <a:path h="515002" w="7195413">
                <a:moveTo>
                  <a:pt x="0" y="0"/>
                </a:moveTo>
                <a:lnTo>
                  <a:pt x="7195413" y="0"/>
                </a:lnTo>
                <a:lnTo>
                  <a:pt x="7195413" y="515002"/>
                </a:lnTo>
                <a:lnTo>
                  <a:pt x="0" y="515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664" t="0" r="0" b="-11435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9017" y="8519989"/>
            <a:ext cx="7291391" cy="426936"/>
          </a:xfrm>
          <a:custGeom>
            <a:avLst/>
            <a:gdLst/>
            <a:ahLst/>
            <a:cxnLst/>
            <a:rect r="r" b="b" t="t" l="l"/>
            <a:pathLst>
              <a:path h="426936" w="7291391">
                <a:moveTo>
                  <a:pt x="0" y="0"/>
                </a:moveTo>
                <a:lnTo>
                  <a:pt x="7291390" y="0"/>
                </a:lnTo>
                <a:lnTo>
                  <a:pt x="7291390" y="426936"/>
                </a:lnTo>
                <a:lnTo>
                  <a:pt x="0" y="4269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326" t="-20627" r="0" b="-13794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690294" y="8431923"/>
            <a:ext cx="7195413" cy="515002"/>
          </a:xfrm>
          <a:custGeom>
            <a:avLst/>
            <a:gdLst/>
            <a:ahLst/>
            <a:cxnLst/>
            <a:rect r="r" b="b" t="t" l="l"/>
            <a:pathLst>
              <a:path h="515002" w="7195413">
                <a:moveTo>
                  <a:pt x="0" y="0"/>
                </a:moveTo>
                <a:lnTo>
                  <a:pt x="7195412" y="0"/>
                </a:lnTo>
                <a:lnTo>
                  <a:pt x="7195412" y="515002"/>
                </a:lnTo>
                <a:lnTo>
                  <a:pt x="0" y="515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664" t="0" r="0" b="-114354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998594" y="1374577"/>
            <a:ext cx="14336496" cy="1761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93"/>
              </a:lnSpc>
              <a:spcBef>
                <a:spcPct val="0"/>
              </a:spcBef>
            </a:pPr>
            <a:r>
              <a:rPr lang="en-US" sz="6595" spc="1734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NAVEGADOR DE ARQUIVOS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06801" y="3629551"/>
            <a:ext cx="14474398" cy="756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3000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O NAVEGADOR DE ARQUIV</a:t>
            </a:r>
            <a:r>
              <a:rPr lang="en-US" sz="3000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OS É O PROGRAMA USADO PARA:</a:t>
            </a:r>
          </a:p>
          <a:p>
            <a:pPr algn="l">
              <a:lnSpc>
                <a:spcPts val="2782"/>
              </a:lnSpc>
              <a:spcBef>
                <a:spcPct val="0"/>
              </a:spcBef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5054607" y="4331142"/>
            <a:ext cx="4032712" cy="973443"/>
            <a:chOff x="0" y="0"/>
            <a:chExt cx="5376950" cy="129792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376950" cy="1297924"/>
            </a:xfrm>
            <a:custGeom>
              <a:avLst/>
              <a:gdLst/>
              <a:ahLst/>
              <a:cxnLst/>
              <a:rect r="r" b="b" t="t" l="l"/>
              <a:pathLst>
                <a:path h="1297924" w="5376950">
                  <a:moveTo>
                    <a:pt x="0" y="0"/>
                  </a:moveTo>
                  <a:lnTo>
                    <a:pt x="5376950" y="0"/>
                  </a:lnTo>
                  <a:lnTo>
                    <a:pt x="5376950" y="1297924"/>
                  </a:lnTo>
                  <a:lnTo>
                    <a:pt x="0" y="1297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25400" y="468072"/>
              <a:ext cx="4944792" cy="3808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40"/>
                </a:lnSpc>
                <a:spcBef>
                  <a:spcPct val="0"/>
                </a:spcBef>
              </a:pPr>
              <a:r>
                <a:rPr lang="en-US" sz="1980">
                  <a:solidFill>
                    <a:srgbClr val="545454"/>
                  </a:solidFill>
                  <a:latin typeface="Disket Mono"/>
                  <a:ea typeface="Disket Mono"/>
                  <a:cs typeface="Disket Mono"/>
                  <a:sym typeface="Disket Mono"/>
                </a:rPr>
                <a:t>📂 ABRIR PASTAS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200681" y="4337276"/>
            <a:ext cx="4032712" cy="973443"/>
            <a:chOff x="0" y="0"/>
            <a:chExt cx="5376950" cy="129792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376950" cy="1297924"/>
            </a:xfrm>
            <a:custGeom>
              <a:avLst/>
              <a:gdLst/>
              <a:ahLst/>
              <a:cxnLst/>
              <a:rect r="r" b="b" t="t" l="l"/>
              <a:pathLst>
                <a:path h="1297924" w="5376950">
                  <a:moveTo>
                    <a:pt x="0" y="0"/>
                  </a:moveTo>
                  <a:lnTo>
                    <a:pt x="5376950" y="0"/>
                  </a:lnTo>
                  <a:lnTo>
                    <a:pt x="5376950" y="1297924"/>
                  </a:lnTo>
                  <a:lnTo>
                    <a:pt x="0" y="1297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12700" y="440821"/>
              <a:ext cx="5275350" cy="3808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40"/>
                </a:lnSpc>
                <a:spcBef>
                  <a:spcPct val="0"/>
                </a:spcBef>
              </a:pPr>
              <a:r>
                <a:rPr lang="en-US" sz="1980">
                  <a:solidFill>
                    <a:srgbClr val="545454"/>
                  </a:solidFill>
                  <a:latin typeface="Disket Mono"/>
                  <a:ea typeface="Disket Mono"/>
                  <a:cs typeface="Disket Mono"/>
                  <a:sym typeface="Disket Mono"/>
                </a:rPr>
                <a:t>📄 VISUALIZAR ARQUIVOS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054607" y="5459888"/>
            <a:ext cx="4032712" cy="973443"/>
            <a:chOff x="0" y="0"/>
            <a:chExt cx="5376950" cy="129792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376950" cy="1297924"/>
            </a:xfrm>
            <a:custGeom>
              <a:avLst/>
              <a:gdLst/>
              <a:ahLst/>
              <a:cxnLst/>
              <a:rect r="r" b="b" t="t" l="l"/>
              <a:pathLst>
                <a:path h="1297924" w="5376950">
                  <a:moveTo>
                    <a:pt x="0" y="0"/>
                  </a:moveTo>
                  <a:lnTo>
                    <a:pt x="5376950" y="0"/>
                  </a:lnTo>
                  <a:lnTo>
                    <a:pt x="5376950" y="1297924"/>
                  </a:lnTo>
                  <a:lnTo>
                    <a:pt x="0" y="1297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127179" y="431802"/>
              <a:ext cx="4944792" cy="3808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40"/>
                </a:lnSpc>
                <a:spcBef>
                  <a:spcPct val="0"/>
                </a:spcBef>
              </a:pPr>
              <a:r>
                <a:rPr lang="en-US" sz="1980">
                  <a:solidFill>
                    <a:srgbClr val="545454"/>
                  </a:solidFill>
                  <a:latin typeface="Disket Mono"/>
                  <a:ea typeface="Disket Mono"/>
                  <a:cs typeface="Disket Mono"/>
                  <a:sym typeface="Disket Mono"/>
                </a:rPr>
                <a:t>➕ CRIAR NOVAS PASTAS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200681" y="5466023"/>
            <a:ext cx="4032712" cy="973443"/>
            <a:chOff x="0" y="0"/>
            <a:chExt cx="5376950" cy="129792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376950" cy="1297924"/>
            </a:xfrm>
            <a:custGeom>
              <a:avLst/>
              <a:gdLst/>
              <a:ahLst/>
              <a:cxnLst/>
              <a:rect r="r" b="b" t="t" l="l"/>
              <a:pathLst>
                <a:path h="1297924" w="5376950">
                  <a:moveTo>
                    <a:pt x="0" y="0"/>
                  </a:moveTo>
                  <a:lnTo>
                    <a:pt x="5376950" y="0"/>
                  </a:lnTo>
                  <a:lnTo>
                    <a:pt x="5376950" y="1297924"/>
                  </a:lnTo>
                  <a:lnTo>
                    <a:pt x="0" y="1297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101600" y="468072"/>
              <a:ext cx="4944792" cy="3808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40"/>
                </a:lnSpc>
                <a:spcBef>
                  <a:spcPct val="0"/>
                </a:spcBef>
              </a:pPr>
              <a:r>
                <a:rPr lang="en-US" sz="1980">
                  <a:solidFill>
                    <a:srgbClr val="545454"/>
                  </a:solidFill>
                  <a:latin typeface="Disket Mono"/>
                  <a:ea typeface="Disket Mono"/>
                  <a:cs typeface="Disket Mono"/>
                  <a:sym typeface="Disket Mono"/>
                </a:rPr>
                <a:t>🗑️ EXCLUIR ARQUIVOS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098465" y="6591866"/>
            <a:ext cx="4032712" cy="973443"/>
            <a:chOff x="0" y="0"/>
            <a:chExt cx="5376950" cy="129792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376950" cy="1297924"/>
            </a:xfrm>
            <a:custGeom>
              <a:avLst/>
              <a:gdLst/>
              <a:ahLst/>
              <a:cxnLst/>
              <a:rect r="r" b="b" t="t" l="l"/>
              <a:pathLst>
                <a:path h="1297924" w="5376950">
                  <a:moveTo>
                    <a:pt x="0" y="0"/>
                  </a:moveTo>
                  <a:lnTo>
                    <a:pt x="5376950" y="0"/>
                  </a:lnTo>
                  <a:lnTo>
                    <a:pt x="5376950" y="1297924"/>
                  </a:lnTo>
                  <a:lnTo>
                    <a:pt x="0" y="1297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179410" y="296600"/>
              <a:ext cx="4944792" cy="7237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40"/>
                </a:lnSpc>
                <a:spcBef>
                  <a:spcPct val="0"/>
                </a:spcBef>
              </a:pPr>
              <a:r>
                <a:rPr lang="en-US" sz="1980">
                  <a:solidFill>
                    <a:srgbClr val="545454"/>
                  </a:solidFill>
                  <a:latin typeface="Disket Mono"/>
                  <a:ea typeface="Disket Mono"/>
                  <a:cs typeface="Disket Mono"/>
                  <a:sym typeface="Disket Mono"/>
                </a:rPr>
                <a:t>🔎 PROCURAR DOCUMENTOS</a:t>
              </a: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4566660" y="7977799"/>
            <a:ext cx="1178951" cy="282023"/>
          </a:xfrm>
          <a:custGeom>
            <a:avLst/>
            <a:gdLst/>
            <a:ahLst/>
            <a:cxnLst/>
            <a:rect r="r" b="b" t="t" l="l"/>
            <a:pathLst>
              <a:path h="282023" w="1178951">
                <a:moveTo>
                  <a:pt x="0" y="0"/>
                </a:moveTo>
                <a:lnTo>
                  <a:pt x="1178951" y="0"/>
                </a:lnTo>
                <a:lnTo>
                  <a:pt x="1178951" y="282023"/>
                </a:lnTo>
                <a:lnTo>
                  <a:pt x="0" y="2820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318033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921967" y="8078196"/>
            <a:ext cx="6432834" cy="344202"/>
          </a:xfrm>
          <a:custGeom>
            <a:avLst/>
            <a:gdLst/>
            <a:ahLst/>
            <a:cxnLst/>
            <a:rect r="r" b="b" t="t" l="l"/>
            <a:pathLst>
              <a:path h="344202" w="6432834">
                <a:moveTo>
                  <a:pt x="0" y="0"/>
                </a:moveTo>
                <a:lnTo>
                  <a:pt x="6432834" y="0"/>
                </a:lnTo>
                <a:lnTo>
                  <a:pt x="6432834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932" t="0" r="-20604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7354801" y="8078196"/>
            <a:ext cx="7347797" cy="344202"/>
          </a:xfrm>
          <a:custGeom>
            <a:avLst/>
            <a:gdLst/>
            <a:ahLst/>
            <a:cxnLst/>
            <a:rect r="r" b="b" t="t" l="l"/>
            <a:pathLst>
              <a:path h="344202" w="7347797">
                <a:moveTo>
                  <a:pt x="0" y="0"/>
                </a:moveTo>
                <a:lnTo>
                  <a:pt x="7347797" y="0"/>
                </a:lnTo>
                <a:lnTo>
                  <a:pt x="7347797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816" t="0" r="-5586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5605634" y="8078196"/>
            <a:ext cx="7347797" cy="344202"/>
          </a:xfrm>
          <a:custGeom>
            <a:avLst/>
            <a:gdLst/>
            <a:ahLst/>
            <a:cxnLst/>
            <a:rect r="r" b="b" t="t" l="l"/>
            <a:pathLst>
              <a:path h="344202" w="7347797">
                <a:moveTo>
                  <a:pt x="0" y="0"/>
                </a:moveTo>
                <a:lnTo>
                  <a:pt x="7347796" y="0"/>
                </a:lnTo>
                <a:lnTo>
                  <a:pt x="7347796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816" t="0" r="-5586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1353833" y="6839230"/>
            <a:ext cx="1543887" cy="1680759"/>
            <a:chOff x="0" y="0"/>
            <a:chExt cx="2058516" cy="224101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073782" y="0"/>
              <a:ext cx="984734" cy="2241012"/>
            </a:xfrm>
            <a:custGeom>
              <a:avLst/>
              <a:gdLst/>
              <a:ahLst/>
              <a:cxnLst/>
              <a:rect r="r" b="b" t="t" l="l"/>
              <a:pathLst>
                <a:path h="2241012" w="984734">
                  <a:moveTo>
                    <a:pt x="0" y="0"/>
                  </a:moveTo>
                  <a:lnTo>
                    <a:pt x="984734" y="0"/>
                  </a:lnTo>
                  <a:lnTo>
                    <a:pt x="984734" y="2241012"/>
                  </a:lnTo>
                  <a:lnTo>
                    <a:pt x="0" y="22410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-3281"/>
              </a:stretch>
            </a:blip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545060"/>
              <a:ext cx="739646" cy="1683251"/>
            </a:xfrm>
            <a:custGeom>
              <a:avLst/>
              <a:gdLst/>
              <a:ahLst/>
              <a:cxnLst/>
              <a:rect r="r" b="b" t="t" l="l"/>
              <a:pathLst>
                <a:path h="1683251" w="739646">
                  <a:moveTo>
                    <a:pt x="0" y="0"/>
                  </a:moveTo>
                  <a:lnTo>
                    <a:pt x="739646" y="0"/>
                  </a:lnTo>
                  <a:lnTo>
                    <a:pt x="739646" y="1683252"/>
                  </a:lnTo>
                  <a:lnTo>
                    <a:pt x="0" y="16832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-3281"/>
              </a:stretch>
            </a:blipFill>
          </p:spPr>
        </p:sp>
      </p:grpSp>
      <p:sp>
        <p:nvSpPr>
          <p:cNvPr name="Freeform 29" id="29"/>
          <p:cNvSpPr/>
          <p:nvPr/>
        </p:nvSpPr>
        <p:spPr>
          <a:xfrm flipH="false" flipV="false" rot="0">
            <a:off x="-6291026" y="8078196"/>
            <a:ext cx="7347797" cy="344202"/>
          </a:xfrm>
          <a:custGeom>
            <a:avLst/>
            <a:gdLst/>
            <a:ahLst/>
            <a:cxnLst/>
            <a:rect r="r" b="b" t="t" l="l"/>
            <a:pathLst>
              <a:path h="344202" w="7347797">
                <a:moveTo>
                  <a:pt x="0" y="0"/>
                </a:moveTo>
                <a:lnTo>
                  <a:pt x="7347797" y="0"/>
                </a:lnTo>
                <a:lnTo>
                  <a:pt x="7347797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816" t="0" r="-5586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5576119" y="6098136"/>
            <a:ext cx="2163004" cy="2333787"/>
          </a:xfrm>
          <a:custGeom>
            <a:avLst/>
            <a:gdLst/>
            <a:ahLst/>
            <a:cxnLst/>
            <a:rect r="r" b="b" t="t" l="l"/>
            <a:pathLst>
              <a:path h="2333787" w="2163004">
                <a:moveTo>
                  <a:pt x="0" y="0"/>
                </a:moveTo>
                <a:lnTo>
                  <a:pt x="2163004" y="0"/>
                </a:lnTo>
                <a:lnTo>
                  <a:pt x="2163004" y="2333787"/>
                </a:lnTo>
                <a:lnTo>
                  <a:pt x="0" y="233378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628650" y="2141100"/>
            <a:ext cx="2980461" cy="839948"/>
          </a:xfrm>
          <a:custGeom>
            <a:avLst/>
            <a:gdLst/>
            <a:ahLst/>
            <a:cxnLst/>
            <a:rect r="r" b="b" t="t" l="l"/>
            <a:pathLst>
              <a:path h="839948" w="2980461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alphaModFix amt="30000"/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5381727" y="2141100"/>
            <a:ext cx="2980461" cy="839948"/>
          </a:xfrm>
          <a:custGeom>
            <a:avLst/>
            <a:gdLst/>
            <a:ahLst/>
            <a:cxnLst/>
            <a:rect r="r" b="b" t="t" l="l"/>
            <a:pathLst>
              <a:path h="839948" w="2980461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alphaModFix amt="30000"/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45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29643" y="2598538"/>
            <a:ext cx="14336496" cy="1761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93"/>
              </a:lnSpc>
              <a:spcBef>
                <a:spcPct val="0"/>
              </a:spcBef>
            </a:pPr>
            <a:r>
              <a:rPr lang="en-US" sz="6595" spc="1734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NAVEGADOR DE ARQUIVOS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860692" y="5246008"/>
            <a:ext cx="14474398" cy="1147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3000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PARA ABRIR, CLIQUE NA PA</a:t>
            </a:r>
            <a:r>
              <a:rPr lang="en-US" sz="3000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STA 📁 NA BARRA DE TAREFAS OU DIGITE FILES/ARQUIVOS.</a:t>
            </a:r>
          </a:p>
          <a:p>
            <a:pPr algn="l">
              <a:lnSpc>
                <a:spcPts val="2782"/>
              </a:lnSpc>
              <a:spcBef>
                <a:spcPct val="0"/>
              </a:spcBef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7302873" y="8393823"/>
            <a:ext cx="7195413" cy="515002"/>
          </a:xfrm>
          <a:custGeom>
            <a:avLst/>
            <a:gdLst/>
            <a:ahLst/>
            <a:cxnLst/>
            <a:rect r="r" b="b" t="t" l="l"/>
            <a:pathLst>
              <a:path h="515002" w="7195413">
                <a:moveTo>
                  <a:pt x="0" y="0"/>
                </a:moveTo>
                <a:lnTo>
                  <a:pt x="7195413" y="0"/>
                </a:lnTo>
                <a:lnTo>
                  <a:pt x="7195413" y="515002"/>
                </a:lnTo>
                <a:lnTo>
                  <a:pt x="0" y="515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664" t="0" r="0" b="-114354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79017" y="8519989"/>
            <a:ext cx="7291391" cy="426936"/>
          </a:xfrm>
          <a:custGeom>
            <a:avLst/>
            <a:gdLst/>
            <a:ahLst/>
            <a:cxnLst/>
            <a:rect r="r" b="b" t="t" l="l"/>
            <a:pathLst>
              <a:path h="426936" w="7291391">
                <a:moveTo>
                  <a:pt x="0" y="0"/>
                </a:moveTo>
                <a:lnTo>
                  <a:pt x="7291390" y="0"/>
                </a:lnTo>
                <a:lnTo>
                  <a:pt x="7291390" y="426936"/>
                </a:lnTo>
                <a:lnTo>
                  <a:pt x="0" y="4269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326" t="-20627" r="0" b="-137943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690294" y="8431923"/>
            <a:ext cx="7195413" cy="515002"/>
          </a:xfrm>
          <a:custGeom>
            <a:avLst/>
            <a:gdLst/>
            <a:ahLst/>
            <a:cxnLst/>
            <a:rect r="r" b="b" t="t" l="l"/>
            <a:pathLst>
              <a:path h="515002" w="7195413">
                <a:moveTo>
                  <a:pt x="0" y="0"/>
                </a:moveTo>
                <a:lnTo>
                  <a:pt x="7195412" y="0"/>
                </a:lnTo>
                <a:lnTo>
                  <a:pt x="7195412" y="515002"/>
                </a:lnTo>
                <a:lnTo>
                  <a:pt x="0" y="515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664" t="0" r="0" b="-114354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033260" y="7977799"/>
            <a:ext cx="1178951" cy="282023"/>
          </a:xfrm>
          <a:custGeom>
            <a:avLst/>
            <a:gdLst/>
            <a:ahLst/>
            <a:cxnLst/>
            <a:rect r="r" b="b" t="t" l="l"/>
            <a:pathLst>
              <a:path h="282023" w="1178951">
                <a:moveTo>
                  <a:pt x="0" y="0"/>
                </a:moveTo>
                <a:lnTo>
                  <a:pt x="1178951" y="0"/>
                </a:lnTo>
                <a:lnTo>
                  <a:pt x="1178951" y="282023"/>
                </a:lnTo>
                <a:lnTo>
                  <a:pt x="0" y="2820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-318033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88567" y="8078196"/>
            <a:ext cx="6432834" cy="344202"/>
          </a:xfrm>
          <a:custGeom>
            <a:avLst/>
            <a:gdLst/>
            <a:ahLst/>
            <a:cxnLst/>
            <a:rect r="r" b="b" t="t" l="l"/>
            <a:pathLst>
              <a:path h="344202" w="6432834">
                <a:moveTo>
                  <a:pt x="0" y="0"/>
                </a:moveTo>
                <a:lnTo>
                  <a:pt x="6432834" y="0"/>
                </a:lnTo>
                <a:lnTo>
                  <a:pt x="6432834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932" t="0" r="-20604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821401" y="8078196"/>
            <a:ext cx="7347797" cy="344202"/>
          </a:xfrm>
          <a:custGeom>
            <a:avLst/>
            <a:gdLst/>
            <a:ahLst/>
            <a:cxnLst/>
            <a:rect r="r" b="b" t="t" l="l"/>
            <a:pathLst>
              <a:path h="344202" w="7347797">
                <a:moveTo>
                  <a:pt x="0" y="0"/>
                </a:moveTo>
                <a:lnTo>
                  <a:pt x="7347797" y="0"/>
                </a:lnTo>
                <a:lnTo>
                  <a:pt x="7347797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816" t="0" r="-5586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072234" y="8078196"/>
            <a:ext cx="7347797" cy="344202"/>
          </a:xfrm>
          <a:custGeom>
            <a:avLst/>
            <a:gdLst/>
            <a:ahLst/>
            <a:cxnLst/>
            <a:rect r="r" b="b" t="t" l="l"/>
            <a:pathLst>
              <a:path h="344202" w="7347797">
                <a:moveTo>
                  <a:pt x="0" y="0"/>
                </a:moveTo>
                <a:lnTo>
                  <a:pt x="7347796" y="0"/>
                </a:lnTo>
                <a:lnTo>
                  <a:pt x="7347796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816" t="0" r="-5586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25769" y="6839230"/>
            <a:ext cx="738550" cy="1680759"/>
          </a:xfrm>
          <a:custGeom>
            <a:avLst/>
            <a:gdLst/>
            <a:ahLst/>
            <a:cxnLst/>
            <a:rect r="r" b="b" t="t" l="l"/>
            <a:pathLst>
              <a:path h="1680759" w="738550">
                <a:moveTo>
                  <a:pt x="0" y="0"/>
                </a:moveTo>
                <a:lnTo>
                  <a:pt x="738550" y="0"/>
                </a:lnTo>
                <a:lnTo>
                  <a:pt x="738550" y="1680759"/>
                </a:lnTo>
                <a:lnTo>
                  <a:pt x="0" y="168075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-3281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20433" y="7248025"/>
            <a:ext cx="554734" cy="1262439"/>
          </a:xfrm>
          <a:custGeom>
            <a:avLst/>
            <a:gdLst/>
            <a:ahLst/>
            <a:cxnLst/>
            <a:rect r="r" b="b" t="t" l="l"/>
            <a:pathLst>
              <a:path h="1262439" w="554734">
                <a:moveTo>
                  <a:pt x="0" y="0"/>
                </a:moveTo>
                <a:lnTo>
                  <a:pt x="554734" y="0"/>
                </a:lnTo>
                <a:lnTo>
                  <a:pt x="554734" y="1262439"/>
                </a:lnTo>
                <a:lnTo>
                  <a:pt x="0" y="126243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-3281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6824426" y="8078196"/>
            <a:ext cx="7347797" cy="344202"/>
          </a:xfrm>
          <a:custGeom>
            <a:avLst/>
            <a:gdLst/>
            <a:ahLst/>
            <a:cxnLst/>
            <a:rect r="r" b="b" t="t" l="l"/>
            <a:pathLst>
              <a:path h="344202" w="7347797">
                <a:moveTo>
                  <a:pt x="0" y="0"/>
                </a:moveTo>
                <a:lnTo>
                  <a:pt x="7347797" y="0"/>
                </a:lnTo>
                <a:lnTo>
                  <a:pt x="7347797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816" t="0" r="-5586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576119" y="6098136"/>
            <a:ext cx="2163004" cy="2333787"/>
          </a:xfrm>
          <a:custGeom>
            <a:avLst/>
            <a:gdLst/>
            <a:ahLst/>
            <a:cxnLst/>
            <a:rect r="r" b="b" t="t" l="l"/>
            <a:pathLst>
              <a:path h="2333787" w="2163004">
                <a:moveTo>
                  <a:pt x="0" y="0"/>
                </a:moveTo>
                <a:lnTo>
                  <a:pt x="2163004" y="0"/>
                </a:lnTo>
                <a:lnTo>
                  <a:pt x="2163004" y="2333787"/>
                </a:lnTo>
                <a:lnTo>
                  <a:pt x="0" y="233378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5250" y="2141100"/>
            <a:ext cx="2980461" cy="839948"/>
          </a:xfrm>
          <a:custGeom>
            <a:avLst/>
            <a:gdLst/>
            <a:ahLst/>
            <a:cxnLst/>
            <a:rect r="r" b="b" t="t" l="l"/>
            <a:pathLst>
              <a:path h="839948" w="2980461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30000"/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4848327" y="2141100"/>
            <a:ext cx="2980461" cy="839948"/>
          </a:xfrm>
          <a:custGeom>
            <a:avLst/>
            <a:gdLst/>
            <a:ahLst/>
            <a:cxnLst/>
            <a:rect r="r" b="b" t="t" l="l"/>
            <a:pathLst>
              <a:path h="839948" w="2980461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30000"/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45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643805" y="7977799"/>
            <a:ext cx="1178951" cy="282023"/>
          </a:xfrm>
          <a:custGeom>
            <a:avLst/>
            <a:gdLst/>
            <a:ahLst/>
            <a:cxnLst/>
            <a:rect r="r" b="b" t="t" l="l"/>
            <a:pathLst>
              <a:path h="282023" w="1178951">
                <a:moveTo>
                  <a:pt x="0" y="0"/>
                </a:moveTo>
                <a:lnTo>
                  <a:pt x="1178952" y="0"/>
                </a:lnTo>
                <a:lnTo>
                  <a:pt x="1178952" y="282023"/>
                </a:lnTo>
                <a:lnTo>
                  <a:pt x="0" y="2820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-3180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432834" y="6098136"/>
            <a:ext cx="15598629" cy="2848789"/>
            <a:chOff x="0" y="0"/>
            <a:chExt cx="20798172" cy="379838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2191047" y="0"/>
              <a:ext cx="2884005" cy="3111716"/>
            </a:xfrm>
            <a:custGeom>
              <a:avLst/>
              <a:gdLst/>
              <a:ahLst/>
              <a:cxnLst/>
              <a:rect r="r" b="b" t="t" l="l"/>
              <a:pathLst>
                <a:path h="3111716" w="2884005">
                  <a:moveTo>
                    <a:pt x="0" y="0"/>
                  </a:moveTo>
                  <a:lnTo>
                    <a:pt x="2884005" y="0"/>
                  </a:lnTo>
                  <a:lnTo>
                    <a:pt x="2884005" y="3111716"/>
                  </a:lnTo>
                  <a:lnTo>
                    <a:pt x="0" y="31117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160053" y="3060916"/>
              <a:ext cx="9593884" cy="686669"/>
            </a:xfrm>
            <a:custGeom>
              <a:avLst/>
              <a:gdLst/>
              <a:ahLst/>
              <a:cxnLst/>
              <a:rect r="r" b="b" t="t" l="l"/>
              <a:pathLst>
                <a:path h="686669" w="9593884">
                  <a:moveTo>
                    <a:pt x="0" y="0"/>
                  </a:moveTo>
                  <a:lnTo>
                    <a:pt x="9593883" y="0"/>
                  </a:lnTo>
                  <a:lnTo>
                    <a:pt x="9593883" y="686669"/>
                  </a:lnTo>
                  <a:lnTo>
                    <a:pt x="0" y="686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-1664" t="0" r="0" b="-114354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1009947" y="3111716"/>
              <a:ext cx="9593884" cy="686669"/>
            </a:xfrm>
            <a:custGeom>
              <a:avLst/>
              <a:gdLst/>
              <a:ahLst/>
              <a:cxnLst/>
              <a:rect r="r" b="b" t="t" l="l"/>
              <a:pathLst>
                <a:path h="686669" w="9593884">
                  <a:moveTo>
                    <a:pt x="0" y="0"/>
                  </a:moveTo>
                  <a:lnTo>
                    <a:pt x="9593883" y="0"/>
                  </a:lnTo>
                  <a:lnTo>
                    <a:pt x="9593883" y="686669"/>
                  </a:lnTo>
                  <a:lnTo>
                    <a:pt x="0" y="686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-1664" t="0" r="0" b="-114354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2640081"/>
              <a:ext cx="9797062" cy="458935"/>
            </a:xfrm>
            <a:custGeom>
              <a:avLst/>
              <a:gdLst/>
              <a:ahLst/>
              <a:cxnLst/>
              <a:rect r="r" b="b" t="t" l="l"/>
              <a:pathLst>
                <a:path h="458935" w="9797062">
                  <a:moveTo>
                    <a:pt x="0" y="0"/>
                  </a:moveTo>
                  <a:lnTo>
                    <a:pt x="9797062" y="0"/>
                  </a:lnTo>
                  <a:lnTo>
                    <a:pt x="9797062" y="458935"/>
                  </a:lnTo>
                  <a:lnTo>
                    <a:pt x="0" y="4589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-816" t="0" r="-5586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1001110" y="2640081"/>
              <a:ext cx="9797062" cy="458935"/>
            </a:xfrm>
            <a:custGeom>
              <a:avLst/>
              <a:gdLst/>
              <a:ahLst/>
              <a:cxnLst/>
              <a:rect r="r" b="b" t="t" l="l"/>
              <a:pathLst>
                <a:path h="458935" w="9797062">
                  <a:moveTo>
                    <a:pt x="0" y="0"/>
                  </a:moveTo>
                  <a:lnTo>
                    <a:pt x="9797062" y="0"/>
                  </a:lnTo>
                  <a:lnTo>
                    <a:pt x="9797062" y="458935"/>
                  </a:lnTo>
                  <a:lnTo>
                    <a:pt x="0" y="4589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-816" t="0" r="-5586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-179017" y="6839230"/>
            <a:ext cx="7291391" cy="2107695"/>
            <a:chOff x="0" y="0"/>
            <a:chExt cx="9721855" cy="28102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2241012"/>
              <a:ext cx="9721855" cy="569248"/>
            </a:xfrm>
            <a:custGeom>
              <a:avLst/>
              <a:gdLst/>
              <a:ahLst/>
              <a:cxnLst/>
              <a:rect r="r" b="b" t="t" l="l"/>
              <a:pathLst>
                <a:path h="569248" w="9721855">
                  <a:moveTo>
                    <a:pt x="0" y="0"/>
                  </a:moveTo>
                  <a:lnTo>
                    <a:pt x="9721855" y="0"/>
                  </a:lnTo>
                  <a:lnTo>
                    <a:pt x="9721855" y="569248"/>
                  </a:lnTo>
                  <a:lnTo>
                    <a:pt x="0" y="5692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-326" t="-20627" r="0" b="-137943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238690" y="1651955"/>
              <a:ext cx="8577112" cy="458935"/>
            </a:xfrm>
            <a:custGeom>
              <a:avLst/>
              <a:gdLst/>
              <a:ahLst/>
              <a:cxnLst/>
              <a:rect r="r" b="b" t="t" l="l"/>
              <a:pathLst>
                <a:path h="458935" w="8577112">
                  <a:moveTo>
                    <a:pt x="0" y="0"/>
                  </a:moveTo>
                  <a:lnTo>
                    <a:pt x="8577112" y="0"/>
                  </a:lnTo>
                  <a:lnTo>
                    <a:pt x="8577112" y="458936"/>
                  </a:lnTo>
                  <a:lnTo>
                    <a:pt x="0" y="458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-932" t="0" r="-20604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888292" y="0"/>
              <a:ext cx="984734" cy="2241012"/>
            </a:xfrm>
            <a:custGeom>
              <a:avLst/>
              <a:gdLst/>
              <a:ahLst/>
              <a:cxnLst/>
              <a:rect r="r" b="b" t="t" l="l"/>
              <a:pathLst>
                <a:path h="2241012" w="984734">
                  <a:moveTo>
                    <a:pt x="0" y="0"/>
                  </a:moveTo>
                  <a:lnTo>
                    <a:pt x="984734" y="0"/>
                  </a:lnTo>
                  <a:lnTo>
                    <a:pt x="984734" y="2241012"/>
                  </a:lnTo>
                  <a:lnTo>
                    <a:pt x="0" y="22410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-3281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814510" y="545060"/>
              <a:ext cx="739646" cy="1683251"/>
            </a:xfrm>
            <a:custGeom>
              <a:avLst/>
              <a:gdLst/>
              <a:ahLst/>
              <a:cxnLst/>
              <a:rect r="r" b="b" t="t" l="l"/>
              <a:pathLst>
                <a:path h="1683251" w="739646">
                  <a:moveTo>
                    <a:pt x="0" y="0"/>
                  </a:moveTo>
                  <a:lnTo>
                    <a:pt x="739646" y="0"/>
                  </a:lnTo>
                  <a:lnTo>
                    <a:pt x="739646" y="1683252"/>
                  </a:lnTo>
                  <a:lnTo>
                    <a:pt x="0" y="16832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-3281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929643" y="2217300"/>
            <a:ext cx="14336496" cy="904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93"/>
              </a:lnSpc>
              <a:spcBef>
                <a:spcPct val="0"/>
              </a:spcBef>
            </a:pPr>
            <a:r>
              <a:rPr lang="en-US" sz="6595" spc="1734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O QUE SÃO PASTAS?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550045" y="4134143"/>
            <a:ext cx="13187911" cy="1147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3000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PASTA É COMO UMA “GAVE</a:t>
            </a:r>
            <a:r>
              <a:rPr lang="en-US" sz="3000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TA” DIGITAL </a:t>
            </a:r>
            <a:r>
              <a:rPr lang="en-US" sz="3000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E </a:t>
            </a:r>
            <a:r>
              <a:rPr lang="en-US" sz="3000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SERVE PARA ORGANIZAR ARQUIVOS.</a:t>
            </a:r>
          </a:p>
          <a:p>
            <a:pPr algn="l">
              <a:lnSpc>
                <a:spcPts val="2782"/>
              </a:lnSpc>
              <a:spcBef>
                <a:spcPct val="0"/>
              </a:spcBef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2550045" y="5180951"/>
            <a:ext cx="13187911" cy="382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2"/>
              </a:lnSpc>
              <a:spcBef>
                <a:spcPct val="0"/>
              </a:spcBef>
            </a:pPr>
            <a:r>
              <a:rPr lang="en-US" sz="2700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EXEMPLO: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2550045" y="5926139"/>
            <a:ext cx="13187911" cy="2004035"/>
            <a:chOff x="0" y="0"/>
            <a:chExt cx="17583881" cy="2672047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47625"/>
              <a:ext cx="17583881" cy="17913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91"/>
                </a:lnSpc>
              </a:pPr>
              <a:r>
                <a:rPr lang="en-US" sz="3000">
                  <a:solidFill>
                    <a:srgbClr val="F7F7F7"/>
                  </a:solidFill>
                  <a:latin typeface="Disket Mono"/>
                  <a:ea typeface="Disket Mono"/>
                  <a:cs typeface="Disket Mono"/>
                  <a:sym typeface="Disket Mono"/>
                </a:rPr>
                <a:t>PASTA TRABALHOS</a:t>
              </a:r>
            </a:p>
            <a:p>
              <a:pPr algn="l">
                <a:lnSpc>
                  <a:spcPts val="4201"/>
                </a:lnSpc>
              </a:pPr>
              <a:r>
                <a:rPr lang="en-US" sz="3000">
                  <a:solidFill>
                    <a:srgbClr val="F7F7F7"/>
                  </a:solidFill>
                  <a:latin typeface="Disket Mono"/>
                  <a:ea typeface="Disket Mono"/>
                  <a:cs typeface="Disket Mono"/>
                  <a:sym typeface="Disket Mono"/>
                </a:rPr>
                <a:t>   📄</a:t>
              </a:r>
              <a:r>
                <a:rPr lang="en-US" sz="3000">
                  <a:solidFill>
                    <a:srgbClr val="F7F7F7"/>
                  </a:solidFill>
                  <a:latin typeface="Disket Mono"/>
                  <a:ea typeface="Disket Mono"/>
                  <a:cs typeface="Disket Mono"/>
                  <a:sym typeface="Disket Mono"/>
                </a:rPr>
                <a:t> TRABALHO1.DOCX</a:t>
              </a:r>
            </a:p>
            <a:p>
              <a:pPr algn="l">
                <a:lnSpc>
                  <a:spcPts val="3091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F7F7F7"/>
                  </a:solidFill>
                  <a:latin typeface="Disket Mono"/>
                  <a:ea typeface="Disket Mono"/>
                  <a:cs typeface="Disket Mono"/>
                  <a:sym typeface="Disket Mono"/>
                </a:rPr>
                <a:t>   📄</a:t>
              </a:r>
              <a:r>
                <a:rPr lang="en-US" sz="3000">
                  <a:solidFill>
                    <a:srgbClr val="F7F7F7"/>
                  </a:solidFill>
                  <a:latin typeface="Disket Mono"/>
                  <a:ea typeface="Disket Mono"/>
                  <a:cs typeface="Disket Mono"/>
                  <a:sym typeface="Disket Mono"/>
                </a:rPr>
                <a:t> T</a:t>
              </a:r>
              <a:r>
                <a:rPr lang="en-US" sz="3000">
                  <a:solidFill>
                    <a:srgbClr val="F7F7F7"/>
                  </a:solidFill>
                  <a:latin typeface="Disket Mono"/>
                  <a:ea typeface="Disket Mono"/>
                  <a:cs typeface="Disket Mono"/>
                  <a:sym typeface="Disket Mono"/>
                </a:rPr>
                <a:t>RABALHO2.DOCX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8791941" y="-66675"/>
              <a:ext cx="8227610" cy="27387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1"/>
                </a:lnSpc>
              </a:pPr>
              <a:r>
                <a:rPr lang="en-US" sz="3000">
                  <a:solidFill>
                    <a:srgbClr val="F7F7F7"/>
                  </a:solidFill>
                  <a:latin typeface="Disket Mono"/>
                  <a:ea typeface="Disket Mono"/>
                  <a:cs typeface="Disket Mono"/>
                  <a:sym typeface="Disket Mono"/>
                </a:rPr>
                <a:t>PASTA VIAGEM</a:t>
              </a:r>
            </a:p>
            <a:p>
              <a:pPr algn="l">
                <a:lnSpc>
                  <a:spcPts val="4201"/>
                </a:lnSpc>
              </a:pPr>
              <a:r>
                <a:rPr lang="en-US" sz="3000">
                  <a:solidFill>
                    <a:srgbClr val="F7F7F7"/>
                  </a:solidFill>
                  <a:latin typeface="Disket Mono"/>
                  <a:ea typeface="Disket Mono"/>
                  <a:cs typeface="Disket Mono"/>
                  <a:sym typeface="Disket Mono"/>
                </a:rPr>
                <a:t>   🖼️ FOTO1.JPG</a:t>
              </a:r>
            </a:p>
            <a:p>
              <a:pPr algn="l">
                <a:lnSpc>
                  <a:spcPts val="4201"/>
                </a:lnSpc>
              </a:pPr>
              <a:r>
                <a:rPr lang="en-US" sz="3000">
                  <a:solidFill>
                    <a:srgbClr val="F7F7F7"/>
                  </a:solidFill>
                  <a:latin typeface="Disket Mono"/>
                  <a:ea typeface="Disket Mono"/>
                  <a:cs typeface="Disket Mono"/>
                  <a:sym typeface="Disket Mono"/>
                </a:rPr>
                <a:t>   🎬️ VÍDEO1.MP4</a:t>
              </a:r>
            </a:p>
            <a:p>
              <a:pPr algn="l">
                <a:lnSpc>
                  <a:spcPts val="3781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-293317" y="2141100"/>
            <a:ext cx="2980461" cy="839948"/>
          </a:xfrm>
          <a:custGeom>
            <a:avLst/>
            <a:gdLst/>
            <a:ahLst/>
            <a:cxnLst/>
            <a:rect r="r" b="b" t="t" l="l"/>
            <a:pathLst>
              <a:path h="839948" w="2980461">
                <a:moveTo>
                  <a:pt x="0" y="0"/>
                </a:moveTo>
                <a:lnTo>
                  <a:pt x="2980460" y="0"/>
                </a:lnTo>
                <a:lnTo>
                  <a:pt x="2980460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30000"/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4459759" y="2141100"/>
            <a:ext cx="2980461" cy="839948"/>
          </a:xfrm>
          <a:custGeom>
            <a:avLst/>
            <a:gdLst/>
            <a:ahLst/>
            <a:cxnLst/>
            <a:rect r="r" b="b" t="t" l="l"/>
            <a:pathLst>
              <a:path h="839948" w="2980461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30000"/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45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087052" y="5291039"/>
            <a:ext cx="6593955" cy="3190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1"/>
              </a:lnSpc>
            </a:pPr>
            <a:r>
              <a:rPr lang="en-US" sz="3000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📄 DOCUMENTO DE TEXTO</a:t>
            </a:r>
          </a:p>
          <a:p>
            <a:pPr algn="l">
              <a:lnSpc>
                <a:spcPts val="4201"/>
              </a:lnSpc>
            </a:pPr>
            <a:r>
              <a:rPr lang="en-US" sz="3000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🖼️</a:t>
            </a:r>
            <a:r>
              <a:rPr lang="en-US" sz="3000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 IMAGEM</a:t>
            </a:r>
          </a:p>
          <a:p>
            <a:pPr algn="l">
              <a:lnSpc>
                <a:spcPts val="4201"/>
              </a:lnSpc>
            </a:pPr>
            <a:r>
              <a:rPr lang="en-US" sz="3000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🎵 MÚSICA</a:t>
            </a:r>
          </a:p>
          <a:p>
            <a:pPr algn="l">
              <a:lnSpc>
                <a:spcPts val="4201"/>
              </a:lnSpc>
            </a:pPr>
            <a:r>
              <a:rPr lang="en-US" sz="3000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🎬 VÍDEO</a:t>
            </a:r>
          </a:p>
          <a:p>
            <a:pPr algn="l">
              <a:lnSpc>
                <a:spcPts val="4201"/>
              </a:lnSpc>
            </a:pPr>
            <a:r>
              <a:rPr lang="en-US" sz="3000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📊</a:t>
            </a:r>
            <a:r>
              <a:rPr lang="en-US" sz="3000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 PL</a:t>
            </a:r>
            <a:r>
              <a:rPr lang="en-US" sz="3000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ANILHA</a:t>
            </a:r>
          </a:p>
          <a:p>
            <a:pPr algn="l">
              <a:lnSpc>
                <a:spcPts val="4201"/>
              </a:lnSpc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-479132" y="6839230"/>
            <a:ext cx="7591505" cy="2107695"/>
            <a:chOff x="0" y="0"/>
            <a:chExt cx="10122007" cy="28102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400152" y="2241012"/>
              <a:ext cx="9721855" cy="569248"/>
            </a:xfrm>
            <a:custGeom>
              <a:avLst/>
              <a:gdLst/>
              <a:ahLst/>
              <a:cxnLst/>
              <a:rect r="r" b="b" t="t" l="l"/>
              <a:pathLst>
                <a:path h="569248" w="9721855">
                  <a:moveTo>
                    <a:pt x="0" y="0"/>
                  </a:moveTo>
                  <a:lnTo>
                    <a:pt x="9721855" y="0"/>
                  </a:lnTo>
                  <a:lnTo>
                    <a:pt x="9721855" y="569248"/>
                  </a:lnTo>
                  <a:lnTo>
                    <a:pt x="0" y="5692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326" t="-20627" r="0" b="-137943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1651955"/>
              <a:ext cx="8577112" cy="458935"/>
            </a:xfrm>
            <a:custGeom>
              <a:avLst/>
              <a:gdLst/>
              <a:ahLst/>
              <a:cxnLst/>
              <a:rect r="r" b="b" t="t" l="l"/>
              <a:pathLst>
                <a:path h="458935" w="8577112">
                  <a:moveTo>
                    <a:pt x="0" y="0"/>
                  </a:moveTo>
                  <a:lnTo>
                    <a:pt x="8577112" y="0"/>
                  </a:lnTo>
                  <a:lnTo>
                    <a:pt x="8577112" y="458936"/>
                  </a:lnTo>
                  <a:lnTo>
                    <a:pt x="0" y="458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-932" t="0" r="-20604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649602" y="0"/>
              <a:ext cx="984734" cy="2241012"/>
            </a:xfrm>
            <a:custGeom>
              <a:avLst/>
              <a:gdLst/>
              <a:ahLst/>
              <a:cxnLst/>
              <a:rect r="r" b="b" t="t" l="l"/>
              <a:pathLst>
                <a:path h="2241012" w="984734">
                  <a:moveTo>
                    <a:pt x="0" y="0"/>
                  </a:moveTo>
                  <a:lnTo>
                    <a:pt x="984734" y="0"/>
                  </a:lnTo>
                  <a:lnTo>
                    <a:pt x="984734" y="2241012"/>
                  </a:lnTo>
                  <a:lnTo>
                    <a:pt x="0" y="22410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-3281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575820" y="545060"/>
              <a:ext cx="739646" cy="1683251"/>
            </a:xfrm>
            <a:custGeom>
              <a:avLst/>
              <a:gdLst/>
              <a:ahLst/>
              <a:cxnLst/>
              <a:rect r="r" b="b" t="t" l="l"/>
              <a:pathLst>
                <a:path h="1683251" w="739646">
                  <a:moveTo>
                    <a:pt x="0" y="0"/>
                  </a:moveTo>
                  <a:lnTo>
                    <a:pt x="739646" y="0"/>
                  </a:lnTo>
                  <a:lnTo>
                    <a:pt x="739646" y="1683252"/>
                  </a:lnTo>
                  <a:lnTo>
                    <a:pt x="0" y="16832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-3281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929643" y="2217300"/>
            <a:ext cx="14336496" cy="1761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93"/>
              </a:lnSpc>
              <a:spcBef>
                <a:spcPct val="0"/>
              </a:spcBef>
            </a:pPr>
            <a:r>
              <a:rPr lang="en-US" sz="6595" spc="1734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O QUE SÃO ARQUIVOS?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800913" y="4253571"/>
            <a:ext cx="6593955" cy="798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0"/>
              </a:lnSpc>
            </a:pPr>
            <a:r>
              <a:rPr lang="en-US" sz="3000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ARQUIVO É O CONTEÚDO.</a:t>
            </a:r>
          </a:p>
          <a:p>
            <a:pPr algn="l">
              <a:lnSpc>
                <a:spcPts val="3090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5800913" y="4809306"/>
            <a:ext cx="6547846" cy="386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8"/>
              </a:lnSpc>
              <a:spcBef>
                <a:spcPct val="0"/>
              </a:spcBef>
            </a:pPr>
            <a:r>
              <a:rPr lang="en-US" sz="2900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PODE SER: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5576119" y="6098136"/>
            <a:ext cx="2163004" cy="2333787"/>
          </a:xfrm>
          <a:custGeom>
            <a:avLst/>
            <a:gdLst/>
            <a:ahLst/>
            <a:cxnLst/>
            <a:rect r="r" b="b" t="t" l="l"/>
            <a:pathLst>
              <a:path h="2333787" w="2163004">
                <a:moveTo>
                  <a:pt x="0" y="0"/>
                </a:moveTo>
                <a:lnTo>
                  <a:pt x="2163004" y="0"/>
                </a:lnTo>
                <a:lnTo>
                  <a:pt x="2163004" y="2333787"/>
                </a:lnTo>
                <a:lnTo>
                  <a:pt x="0" y="233378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302873" y="8393823"/>
            <a:ext cx="7195413" cy="515002"/>
          </a:xfrm>
          <a:custGeom>
            <a:avLst/>
            <a:gdLst/>
            <a:ahLst/>
            <a:cxnLst/>
            <a:rect r="r" b="b" t="t" l="l"/>
            <a:pathLst>
              <a:path h="515002" w="7195413">
                <a:moveTo>
                  <a:pt x="0" y="0"/>
                </a:moveTo>
                <a:lnTo>
                  <a:pt x="7195413" y="0"/>
                </a:lnTo>
                <a:lnTo>
                  <a:pt x="7195413" y="515002"/>
                </a:lnTo>
                <a:lnTo>
                  <a:pt x="0" y="51500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1664" t="0" r="0" b="-114354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690294" y="8431923"/>
            <a:ext cx="7195413" cy="515002"/>
          </a:xfrm>
          <a:custGeom>
            <a:avLst/>
            <a:gdLst/>
            <a:ahLst/>
            <a:cxnLst/>
            <a:rect r="r" b="b" t="t" l="l"/>
            <a:pathLst>
              <a:path h="515002" w="7195413">
                <a:moveTo>
                  <a:pt x="0" y="0"/>
                </a:moveTo>
                <a:lnTo>
                  <a:pt x="7195412" y="0"/>
                </a:lnTo>
                <a:lnTo>
                  <a:pt x="7195412" y="515002"/>
                </a:lnTo>
                <a:lnTo>
                  <a:pt x="0" y="51500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1664" t="0" r="0" b="-114354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158624" y="7977799"/>
            <a:ext cx="1178951" cy="282023"/>
          </a:xfrm>
          <a:custGeom>
            <a:avLst/>
            <a:gdLst/>
            <a:ahLst/>
            <a:cxnLst/>
            <a:rect r="r" b="b" t="t" l="l"/>
            <a:pathLst>
              <a:path h="282023" w="1178951">
                <a:moveTo>
                  <a:pt x="0" y="0"/>
                </a:moveTo>
                <a:lnTo>
                  <a:pt x="1178951" y="0"/>
                </a:lnTo>
                <a:lnTo>
                  <a:pt x="1178951" y="282023"/>
                </a:lnTo>
                <a:lnTo>
                  <a:pt x="0" y="2820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-318033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953702" y="8078196"/>
            <a:ext cx="7347797" cy="344202"/>
          </a:xfrm>
          <a:custGeom>
            <a:avLst/>
            <a:gdLst/>
            <a:ahLst/>
            <a:cxnLst/>
            <a:rect r="r" b="b" t="t" l="l"/>
            <a:pathLst>
              <a:path h="344202" w="7347797">
                <a:moveTo>
                  <a:pt x="0" y="0"/>
                </a:moveTo>
                <a:lnTo>
                  <a:pt x="7347797" y="0"/>
                </a:lnTo>
                <a:lnTo>
                  <a:pt x="7347797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816" t="0" r="-5586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4204535" y="8078196"/>
            <a:ext cx="7347797" cy="344202"/>
          </a:xfrm>
          <a:custGeom>
            <a:avLst/>
            <a:gdLst/>
            <a:ahLst/>
            <a:cxnLst/>
            <a:rect r="r" b="b" t="t" l="l"/>
            <a:pathLst>
              <a:path h="344202" w="7347797">
                <a:moveTo>
                  <a:pt x="0" y="0"/>
                </a:moveTo>
                <a:lnTo>
                  <a:pt x="7347796" y="0"/>
                </a:lnTo>
                <a:lnTo>
                  <a:pt x="7347796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816" t="0" r="-5586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-772449" y="2141100"/>
            <a:ext cx="2980461" cy="839948"/>
          </a:xfrm>
          <a:custGeom>
            <a:avLst/>
            <a:gdLst/>
            <a:ahLst/>
            <a:cxnLst/>
            <a:rect r="r" b="b" t="t" l="l"/>
            <a:pathLst>
              <a:path h="839948" w="2980461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30000"/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3980628" y="2141100"/>
            <a:ext cx="2980461" cy="839948"/>
          </a:xfrm>
          <a:custGeom>
            <a:avLst/>
            <a:gdLst/>
            <a:ahLst/>
            <a:cxnLst/>
            <a:rect r="r" b="b" t="t" l="l"/>
            <a:pathLst>
              <a:path h="839948" w="2980461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30000"/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45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50045" y="4063049"/>
            <a:ext cx="13187911" cy="372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1"/>
              </a:lnSpc>
            </a:pPr>
            <a:r>
              <a:rPr lang="en-US" sz="3000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EXEMPLOS COMUNS:</a:t>
            </a:r>
          </a:p>
          <a:p>
            <a:pPr algn="l">
              <a:lnSpc>
                <a:spcPts val="4201"/>
              </a:lnSpc>
            </a:pPr>
            <a:r>
              <a:rPr lang="en-US" sz="3000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.docx →</a:t>
            </a:r>
            <a:r>
              <a:rPr lang="en-US" sz="3000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 DOCUMENTO DO WORD</a:t>
            </a:r>
          </a:p>
          <a:p>
            <a:pPr algn="l">
              <a:lnSpc>
                <a:spcPts val="4201"/>
              </a:lnSpc>
            </a:pPr>
            <a:r>
              <a:rPr lang="en-US" sz="3000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.PDF → DOCUMENTO PARA LEITURA</a:t>
            </a:r>
          </a:p>
          <a:p>
            <a:pPr algn="l">
              <a:lnSpc>
                <a:spcPts val="4201"/>
              </a:lnSpc>
            </a:pPr>
            <a:r>
              <a:rPr lang="en-US" sz="3000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.JPG / .PNG →</a:t>
            </a:r>
            <a:r>
              <a:rPr lang="en-US" sz="3000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 IMAGEM</a:t>
            </a:r>
          </a:p>
          <a:p>
            <a:pPr algn="l">
              <a:lnSpc>
                <a:spcPts val="4201"/>
              </a:lnSpc>
            </a:pPr>
            <a:r>
              <a:rPr lang="en-US" sz="3000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.MP3 → MÚSICA</a:t>
            </a:r>
          </a:p>
          <a:p>
            <a:pPr algn="l">
              <a:lnSpc>
                <a:spcPts val="4201"/>
              </a:lnSpc>
            </a:pPr>
            <a:r>
              <a:rPr lang="en-US" sz="3000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.MP4 → VÍDEO</a:t>
            </a:r>
          </a:p>
          <a:p>
            <a:pPr algn="l">
              <a:lnSpc>
                <a:spcPts val="4201"/>
              </a:lnSpc>
            </a:pPr>
            <a:r>
              <a:rPr lang="en-US" sz="3000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.XLSX →</a:t>
            </a:r>
            <a:r>
              <a:rPr lang="en-US" sz="3000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 PL</a:t>
            </a:r>
            <a:r>
              <a:rPr lang="en-US" sz="3000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ANILHA DO EXCEL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917282" y="6839230"/>
            <a:ext cx="8029655" cy="2107695"/>
            <a:chOff x="0" y="0"/>
            <a:chExt cx="10706207" cy="28102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984352" y="2241012"/>
              <a:ext cx="9721855" cy="569248"/>
            </a:xfrm>
            <a:custGeom>
              <a:avLst/>
              <a:gdLst/>
              <a:ahLst/>
              <a:cxnLst/>
              <a:rect r="r" b="b" t="t" l="l"/>
              <a:pathLst>
                <a:path h="569248" w="9721855">
                  <a:moveTo>
                    <a:pt x="0" y="0"/>
                  </a:moveTo>
                  <a:lnTo>
                    <a:pt x="9721855" y="0"/>
                  </a:lnTo>
                  <a:lnTo>
                    <a:pt x="9721855" y="569248"/>
                  </a:lnTo>
                  <a:lnTo>
                    <a:pt x="0" y="5692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326" t="-20627" r="0" b="-137943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1651955"/>
              <a:ext cx="8577112" cy="458935"/>
            </a:xfrm>
            <a:custGeom>
              <a:avLst/>
              <a:gdLst/>
              <a:ahLst/>
              <a:cxnLst/>
              <a:rect r="r" b="b" t="t" l="l"/>
              <a:pathLst>
                <a:path h="458935" w="8577112">
                  <a:moveTo>
                    <a:pt x="0" y="0"/>
                  </a:moveTo>
                  <a:lnTo>
                    <a:pt x="8577112" y="0"/>
                  </a:lnTo>
                  <a:lnTo>
                    <a:pt x="8577112" y="458936"/>
                  </a:lnTo>
                  <a:lnTo>
                    <a:pt x="0" y="458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-932" t="0" r="-20604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649602" y="0"/>
              <a:ext cx="984734" cy="2241012"/>
            </a:xfrm>
            <a:custGeom>
              <a:avLst/>
              <a:gdLst/>
              <a:ahLst/>
              <a:cxnLst/>
              <a:rect r="r" b="b" t="t" l="l"/>
              <a:pathLst>
                <a:path h="2241012" w="984734">
                  <a:moveTo>
                    <a:pt x="0" y="0"/>
                  </a:moveTo>
                  <a:lnTo>
                    <a:pt x="984734" y="0"/>
                  </a:lnTo>
                  <a:lnTo>
                    <a:pt x="984734" y="2241012"/>
                  </a:lnTo>
                  <a:lnTo>
                    <a:pt x="0" y="22410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-3281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575820" y="545060"/>
              <a:ext cx="739646" cy="1683251"/>
            </a:xfrm>
            <a:custGeom>
              <a:avLst/>
              <a:gdLst/>
              <a:ahLst/>
              <a:cxnLst/>
              <a:rect r="r" b="b" t="t" l="l"/>
              <a:pathLst>
                <a:path h="1683251" w="739646">
                  <a:moveTo>
                    <a:pt x="0" y="0"/>
                  </a:moveTo>
                  <a:lnTo>
                    <a:pt x="739646" y="0"/>
                  </a:lnTo>
                  <a:lnTo>
                    <a:pt x="739646" y="1683252"/>
                  </a:lnTo>
                  <a:lnTo>
                    <a:pt x="0" y="16832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-3281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929643" y="1316742"/>
            <a:ext cx="14336496" cy="904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93"/>
              </a:lnSpc>
              <a:spcBef>
                <a:spcPct val="0"/>
              </a:spcBef>
            </a:pPr>
            <a:r>
              <a:rPr lang="en-US" sz="6595" spc="1734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TIPOS DE ARQUIVOS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550045" y="2840263"/>
            <a:ext cx="13187911" cy="40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0"/>
              </a:lnSpc>
              <a:spcBef>
                <a:spcPct val="0"/>
              </a:spcBef>
            </a:pPr>
            <a:r>
              <a:rPr lang="en-US" sz="3000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CADA ARQUIVO TEM UM NOME E UMA EXTENSÃO.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550045" y="3395998"/>
            <a:ext cx="13187911" cy="757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8"/>
              </a:lnSpc>
              <a:spcBef>
                <a:spcPct val="0"/>
              </a:spcBef>
            </a:pPr>
            <a:r>
              <a:rPr lang="en-US" sz="2900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EXTENSÃO É O QUE APARECE DEPOIS DO PONTO NO NOME DO ARQUIVO.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5576119" y="6098136"/>
            <a:ext cx="2163004" cy="2333787"/>
          </a:xfrm>
          <a:custGeom>
            <a:avLst/>
            <a:gdLst/>
            <a:ahLst/>
            <a:cxnLst/>
            <a:rect r="r" b="b" t="t" l="l"/>
            <a:pathLst>
              <a:path h="2333787" w="2163004">
                <a:moveTo>
                  <a:pt x="0" y="0"/>
                </a:moveTo>
                <a:lnTo>
                  <a:pt x="2163004" y="0"/>
                </a:lnTo>
                <a:lnTo>
                  <a:pt x="2163004" y="2333787"/>
                </a:lnTo>
                <a:lnTo>
                  <a:pt x="0" y="233378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302873" y="8393823"/>
            <a:ext cx="7195413" cy="515002"/>
          </a:xfrm>
          <a:custGeom>
            <a:avLst/>
            <a:gdLst/>
            <a:ahLst/>
            <a:cxnLst/>
            <a:rect r="r" b="b" t="t" l="l"/>
            <a:pathLst>
              <a:path h="515002" w="7195413">
                <a:moveTo>
                  <a:pt x="0" y="0"/>
                </a:moveTo>
                <a:lnTo>
                  <a:pt x="7195413" y="0"/>
                </a:lnTo>
                <a:lnTo>
                  <a:pt x="7195413" y="515002"/>
                </a:lnTo>
                <a:lnTo>
                  <a:pt x="0" y="51500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1664" t="0" r="0" b="-114354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690294" y="8431923"/>
            <a:ext cx="7195413" cy="515002"/>
          </a:xfrm>
          <a:custGeom>
            <a:avLst/>
            <a:gdLst/>
            <a:ahLst/>
            <a:cxnLst/>
            <a:rect r="r" b="b" t="t" l="l"/>
            <a:pathLst>
              <a:path h="515002" w="7195413">
                <a:moveTo>
                  <a:pt x="0" y="0"/>
                </a:moveTo>
                <a:lnTo>
                  <a:pt x="7195412" y="0"/>
                </a:lnTo>
                <a:lnTo>
                  <a:pt x="7195412" y="515002"/>
                </a:lnTo>
                <a:lnTo>
                  <a:pt x="0" y="51500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1664" t="0" r="0" b="-114354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720474" y="7977799"/>
            <a:ext cx="1178951" cy="282023"/>
          </a:xfrm>
          <a:custGeom>
            <a:avLst/>
            <a:gdLst/>
            <a:ahLst/>
            <a:cxnLst/>
            <a:rect r="r" b="b" t="t" l="l"/>
            <a:pathLst>
              <a:path h="282023" w="1178951">
                <a:moveTo>
                  <a:pt x="0" y="0"/>
                </a:moveTo>
                <a:lnTo>
                  <a:pt x="1178951" y="0"/>
                </a:lnTo>
                <a:lnTo>
                  <a:pt x="1178951" y="282023"/>
                </a:lnTo>
                <a:lnTo>
                  <a:pt x="0" y="2820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-318033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515552" y="8078196"/>
            <a:ext cx="7347797" cy="344202"/>
          </a:xfrm>
          <a:custGeom>
            <a:avLst/>
            <a:gdLst/>
            <a:ahLst/>
            <a:cxnLst/>
            <a:rect r="r" b="b" t="t" l="l"/>
            <a:pathLst>
              <a:path h="344202" w="7347797">
                <a:moveTo>
                  <a:pt x="0" y="0"/>
                </a:moveTo>
                <a:lnTo>
                  <a:pt x="7347797" y="0"/>
                </a:lnTo>
                <a:lnTo>
                  <a:pt x="7347797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816" t="0" r="-5586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766385" y="8078196"/>
            <a:ext cx="7347797" cy="344202"/>
          </a:xfrm>
          <a:custGeom>
            <a:avLst/>
            <a:gdLst/>
            <a:ahLst/>
            <a:cxnLst/>
            <a:rect r="r" b="b" t="t" l="l"/>
            <a:pathLst>
              <a:path h="344202" w="7347797">
                <a:moveTo>
                  <a:pt x="0" y="0"/>
                </a:moveTo>
                <a:lnTo>
                  <a:pt x="7347796" y="0"/>
                </a:lnTo>
                <a:lnTo>
                  <a:pt x="7347796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816" t="0" r="-5586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-1210599" y="2141100"/>
            <a:ext cx="2980461" cy="839948"/>
          </a:xfrm>
          <a:custGeom>
            <a:avLst/>
            <a:gdLst/>
            <a:ahLst/>
            <a:cxnLst/>
            <a:rect r="r" b="b" t="t" l="l"/>
            <a:pathLst>
              <a:path h="839948" w="2980461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30000"/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3542478" y="2141100"/>
            <a:ext cx="2980461" cy="839948"/>
          </a:xfrm>
          <a:custGeom>
            <a:avLst/>
            <a:gdLst/>
            <a:ahLst/>
            <a:cxnLst/>
            <a:rect r="r" b="b" t="t" l="l"/>
            <a:pathLst>
              <a:path h="839948" w="2980461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30000"/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45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58274" y="6839230"/>
            <a:ext cx="6432834" cy="1680759"/>
            <a:chOff x="0" y="0"/>
            <a:chExt cx="8577112" cy="22410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1651955"/>
              <a:ext cx="8577112" cy="458935"/>
            </a:xfrm>
            <a:custGeom>
              <a:avLst/>
              <a:gdLst/>
              <a:ahLst/>
              <a:cxnLst/>
              <a:rect r="r" b="b" t="t" l="l"/>
              <a:pathLst>
                <a:path h="458935" w="8577112">
                  <a:moveTo>
                    <a:pt x="0" y="0"/>
                  </a:moveTo>
                  <a:lnTo>
                    <a:pt x="8577112" y="0"/>
                  </a:lnTo>
                  <a:lnTo>
                    <a:pt x="8577112" y="458936"/>
                  </a:lnTo>
                  <a:lnTo>
                    <a:pt x="0" y="458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932" t="0" r="-20604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649602" y="0"/>
              <a:ext cx="984734" cy="2241012"/>
            </a:xfrm>
            <a:custGeom>
              <a:avLst/>
              <a:gdLst/>
              <a:ahLst/>
              <a:cxnLst/>
              <a:rect r="r" b="b" t="t" l="l"/>
              <a:pathLst>
                <a:path h="2241012" w="984734">
                  <a:moveTo>
                    <a:pt x="0" y="0"/>
                  </a:moveTo>
                  <a:lnTo>
                    <a:pt x="984734" y="0"/>
                  </a:lnTo>
                  <a:lnTo>
                    <a:pt x="984734" y="2241012"/>
                  </a:lnTo>
                  <a:lnTo>
                    <a:pt x="0" y="22410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-3281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575820" y="545060"/>
              <a:ext cx="739646" cy="1683251"/>
            </a:xfrm>
            <a:custGeom>
              <a:avLst/>
              <a:gdLst/>
              <a:ahLst/>
              <a:cxnLst/>
              <a:rect r="r" b="b" t="t" l="l"/>
              <a:pathLst>
                <a:path h="1683251" w="739646">
                  <a:moveTo>
                    <a:pt x="0" y="0"/>
                  </a:moveTo>
                  <a:lnTo>
                    <a:pt x="739646" y="0"/>
                  </a:lnTo>
                  <a:lnTo>
                    <a:pt x="739646" y="1683252"/>
                  </a:lnTo>
                  <a:lnTo>
                    <a:pt x="0" y="16832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-3281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558143" y="1123950"/>
            <a:ext cx="15329657" cy="1761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93"/>
              </a:lnSpc>
              <a:spcBef>
                <a:spcPct val="0"/>
              </a:spcBef>
            </a:pPr>
            <a:r>
              <a:rPr lang="en-US" sz="6595" spc="1734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QUAL APLICATIVO ABRE CADA EXTENSÃO?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5576119" y="6098136"/>
            <a:ext cx="2163004" cy="2333787"/>
          </a:xfrm>
          <a:custGeom>
            <a:avLst/>
            <a:gdLst/>
            <a:ahLst/>
            <a:cxnLst/>
            <a:rect r="r" b="b" t="t" l="l"/>
            <a:pathLst>
              <a:path h="2333787" w="2163004">
                <a:moveTo>
                  <a:pt x="0" y="0"/>
                </a:moveTo>
                <a:lnTo>
                  <a:pt x="2163004" y="0"/>
                </a:lnTo>
                <a:lnTo>
                  <a:pt x="2163004" y="2333787"/>
                </a:lnTo>
                <a:lnTo>
                  <a:pt x="0" y="23337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979481" y="7977799"/>
            <a:ext cx="1178951" cy="282023"/>
          </a:xfrm>
          <a:custGeom>
            <a:avLst/>
            <a:gdLst/>
            <a:ahLst/>
            <a:cxnLst/>
            <a:rect r="r" b="b" t="t" l="l"/>
            <a:pathLst>
              <a:path h="282023" w="1178951">
                <a:moveTo>
                  <a:pt x="0" y="0"/>
                </a:moveTo>
                <a:lnTo>
                  <a:pt x="1178952" y="0"/>
                </a:lnTo>
                <a:lnTo>
                  <a:pt x="1178952" y="282023"/>
                </a:lnTo>
                <a:lnTo>
                  <a:pt x="0" y="2820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318033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774560" y="8078196"/>
            <a:ext cx="7347797" cy="344202"/>
          </a:xfrm>
          <a:custGeom>
            <a:avLst/>
            <a:gdLst/>
            <a:ahLst/>
            <a:cxnLst/>
            <a:rect r="r" b="b" t="t" l="l"/>
            <a:pathLst>
              <a:path h="344202" w="7347797">
                <a:moveTo>
                  <a:pt x="0" y="0"/>
                </a:moveTo>
                <a:lnTo>
                  <a:pt x="7347796" y="0"/>
                </a:lnTo>
                <a:lnTo>
                  <a:pt x="7347796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816" t="0" r="-5586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025392" y="8078196"/>
            <a:ext cx="7347797" cy="344202"/>
          </a:xfrm>
          <a:custGeom>
            <a:avLst/>
            <a:gdLst/>
            <a:ahLst/>
            <a:cxnLst/>
            <a:rect r="r" b="b" t="t" l="l"/>
            <a:pathLst>
              <a:path h="344202" w="7347797">
                <a:moveTo>
                  <a:pt x="0" y="0"/>
                </a:moveTo>
                <a:lnTo>
                  <a:pt x="7347797" y="0"/>
                </a:lnTo>
                <a:lnTo>
                  <a:pt x="7347797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816" t="0" r="-5586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1802020" y="2141100"/>
            <a:ext cx="2980461" cy="839948"/>
          </a:xfrm>
          <a:custGeom>
            <a:avLst/>
            <a:gdLst/>
            <a:ahLst/>
            <a:cxnLst/>
            <a:rect r="r" b="b" t="t" l="l"/>
            <a:pathLst>
              <a:path h="839948" w="2980461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30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951056" y="2141100"/>
            <a:ext cx="2980461" cy="839948"/>
          </a:xfrm>
          <a:custGeom>
            <a:avLst/>
            <a:gdLst/>
            <a:ahLst/>
            <a:cxnLst/>
            <a:rect r="r" b="b" t="t" l="l"/>
            <a:pathLst>
              <a:path h="839948" w="2980461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30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-917282" y="8078196"/>
            <a:ext cx="8029655" cy="868728"/>
            <a:chOff x="0" y="0"/>
            <a:chExt cx="10706207" cy="115830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984352" y="589056"/>
              <a:ext cx="9721855" cy="569248"/>
            </a:xfrm>
            <a:custGeom>
              <a:avLst/>
              <a:gdLst/>
              <a:ahLst/>
              <a:cxnLst/>
              <a:rect r="r" b="b" t="t" l="l"/>
              <a:pathLst>
                <a:path h="569248" w="9721855">
                  <a:moveTo>
                    <a:pt x="0" y="0"/>
                  </a:moveTo>
                  <a:lnTo>
                    <a:pt x="9721855" y="0"/>
                  </a:lnTo>
                  <a:lnTo>
                    <a:pt x="9721855" y="569248"/>
                  </a:lnTo>
                  <a:lnTo>
                    <a:pt x="0" y="5692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-326" t="-20627" r="0" b="-137943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577112" cy="458935"/>
            </a:xfrm>
            <a:custGeom>
              <a:avLst/>
              <a:gdLst/>
              <a:ahLst/>
              <a:cxnLst/>
              <a:rect r="r" b="b" t="t" l="l"/>
              <a:pathLst>
                <a:path h="458935" w="8577112">
                  <a:moveTo>
                    <a:pt x="0" y="0"/>
                  </a:moveTo>
                  <a:lnTo>
                    <a:pt x="8577112" y="0"/>
                  </a:lnTo>
                  <a:lnTo>
                    <a:pt x="8577112" y="458935"/>
                  </a:lnTo>
                  <a:lnTo>
                    <a:pt x="0" y="4589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932" t="0" r="-20604" b="0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7302873" y="8393823"/>
            <a:ext cx="7195413" cy="515002"/>
          </a:xfrm>
          <a:custGeom>
            <a:avLst/>
            <a:gdLst/>
            <a:ahLst/>
            <a:cxnLst/>
            <a:rect r="r" b="b" t="t" l="l"/>
            <a:pathLst>
              <a:path h="515002" w="7195413">
                <a:moveTo>
                  <a:pt x="0" y="0"/>
                </a:moveTo>
                <a:lnTo>
                  <a:pt x="7195413" y="0"/>
                </a:lnTo>
                <a:lnTo>
                  <a:pt x="7195413" y="515002"/>
                </a:lnTo>
                <a:lnTo>
                  <a:pt x="0" y="51500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1664" t="0" r="0" b="-114354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690294" y="8431923"/>
            <a:ext cx="7195413" cy="515002"/>
          </a:xfrm>
          <a:custGeom>
            <a:avLst/>
            <a:gdLst/>
            <a:ahLst/>
            <a:cxnLst/>
            <a:rect r="r" b="b" t="t" l="l"/>
            <a:pathLst>
              <a:path h="515002" w="7195413">
                <a:moveTo>
                  <a:pt x="0" y="0"/>
                </a:moveTo>
                <a:lnTo>
                  <a:pt x="7195412" y="0"/>
                </a:lnTo>
                <a:lnTo>
                  <a:pt x="7195412" y="515002"/>
                </a:lnTo>
                <a:lnTo>
                  <a:pt x="0" y="51500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1664" t="0" r="0" b="-114354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990600" y="3245260"/>
            <a:ext cx="19781866" cy="5257775"/>
            <a:chOff x="0" y="0"/>
            <a:chExt cx="26375822" cy="7010367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-66675"/>
              <a:ext cx="17583881" cy="70770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1"/>
                </a:lnSpc>
              </a:pPr>
              <a:r>
                <a:rPr lang="en-US" sz="3000">
                  <a:solidFill>
                    <a:srgbClr val="F7F7F7"/>
                  </a:solidFill>
                  <a:latin typeface="Disket Mono"/>
                  <a:ea typeface="Disket Mono"/>
                  <a:cs typeface="Disket Mono"/>
                  <a:sym typeface="Disket Mono"/>
                </a:rPr>
                <a:t>📄 DOCUMENTOS DE TEXTO</a:t>
              </a:r>
            </a:p>
            <a:p>
              <a:pPr algn="l">
                <a:lnSpc>
                  <a:spcPts val="4201"/>
                </a:lnSpc>
              </a:pPr>
            </a:p>
            <a:p>
              <a:pPr algn="l" marL="647911" indent="-323955" lvl="1">
                <a:lnSpc>
                  <a:spcPts val="4201"/>
                </a:lnSpc>
                <a:buFont typeface="Arial"/>
                <a:buChar char="•"/>
              </a:pPr>
              <a:r>
                <a:rPr lang="en-US" sz="3000">
                  <a:solidFill>
                    <a:srgbClr val="F7F7F7"/>
                  </a:solidFill>
                  <a:latin typeface="Disket Mono"/>
                  <a:ea typeface="Disket Mono"/>
                  <a:cs typeface="Disket Mono"/>
                  <a:sym typeface="Disket Mono"/>
                </a:rPr>
                <a:t>.docx</a:t>
              </a:r>
            </a:p>
            <a:p>
              <a:pPr algn="l" marL="1295821" indent="-431940" lvl="2">
                <a:lnSpc>
                  <a:spcPts val="4201"/>
                </a:lnSpc>
                <a:buFont typeface="Arial"/>
                <a:buChar char="⚬"/>
              </a:pPr>
              <a:r>
                <a:rPr lang="en-US" sz="3000">
                  <a:solidFill>
                    <a:srgbClr val="F7F7F7"/>
                  </a:solidFill>
                  <a:latin typeface="Disket Mono"/>
                  <a:ea typeface="Disket Mono"/>
                  <a:cs typeface="Disket Mono"/>
                  <a:sym typeface="Disket Mono"/>
                </a:rPr>
                <a:t>💻 Mi</a:t>
              </a:r>
              <a:r>
                <a:rPr lang="en-US" sz="3000">
                  <a:solidFill>
                    <a:srgbClr val="F7F7F7"/>
                  </a:solidFill>
                  <a:latin typeface="Disket Mono"/>
                  <a:ea typeface="Disket Mono"/>
                  <a:cs typeface="Disket Mono"/>
                  <a:sym typeface="Disket Mono"/>
                </a:rPr>
                <a:t>CROSOFT WORD</a:t>
              </a:r>
            </a:p>
            <a:p>
              <a:pPr algn="l" marL="1295821" indent="-431940" lvl="2">
                <a:lnSpc>
                  <a:spcPts val="4201"/>
                </a:lnSpc>
                <a:buFont typeface="Arial"/>
                <a:buChar char="⚬"/>
              </a:pPr>
              <a:r>
                <a:rPr lang="en-US" sz="3000">
                  <a:solidFill>
                    <a:srgbClr val="F7F7F7"/>
                  </a:solidFill>
                  <a:latin typeface="Disket Mono"/>
                  <a:ea typeface="Disket Mono"/>
                  <a:cs typeface="Disket Mono"/>
                  <a:sym typeface="Disket Mono"/>
                </a:rPr>
                <a:t>🌐 GOOGLE DOCS</a:t>
              </a:r>
            </a:p>
            <a:p>
              <a:pPr algn="l">
                <a:lnSpc>
                  <a:spcPts val="4201"/>
                </a:lnSpc>
              </a:pPr>
            </a:p>
            <a:p>
              <a:pPr algn="l" marL="647911" indent="-323955" lvl="1">
                <a:lnSpc>
                  <a:spcPts val="4201"/>
                </a:lnSpc>
                <a:buFont typeface="Arial"/>
                <a:buChar char="•"/>
              </a:pPr>
              <a:r>
                <a:rPr lang="en-US" sz="3000">
                  <a:solidFill>
                    <a:srgbClr val="F7F7F7"/>
                  </a:solidFill>
                  <a:latin typeface="Disket Mono"/>
                  <a:ea typeface="Disket Mono"/>
                  <a:cs typeface="Disket Mono"/>
                  <a:sym typeface="Disket Mono"/>
                </a:rPr>
                <a:t>.TXT</a:t>
              </a:r>
            </a:p>
            <a:p>
              <a:pPr algn="l" marL="1295821" indent="-431940" lvl="2">
                <a:lnSpc>
                  <a:spcPts val="4201"/>
                </a:lnSpc>
                <a:buFont typeface="Arial"/>
                <a:buChar char="⚬"/>
              </a:pPr>
              <a:r>
                <a:rPr lang="en-US" sz="3000">
                  <a:solidFill>
                    <a:srgbClr val="F7F7F7"/>
                  </a:solidFill>
                  <a:latin typeface="Disket Mono"/>
                  <a:ea typeface="Disket Mono"/>
                  <a:cs typeface="Disket Mono"/>
                  <a:sym typeface="Disket Mono"/>
                </a:rPr>
                <a:t>📝 BLOCO DE</a:t>
              </a:r>
              <a:r>
                <a:rPr lang="en-US" sz="3000">
                  <a:solidFill>
                    <a:srgbClr val="F7F7F7"/>
                  </a:solidFill>
                  <a:latin typeface="Disket Mono"/>
                  <a:ea typeface="Disket Mono"/>
                  <a:cs typeface="Disket Mono"/>
                  <a:sym typeface="Disket Mono"/>
                </a:rPr>
                <a:t> NOT</a:t>
              </a:r>
              <a:r>
                <a:rPr lang="en-US" sz="3000">
                  <a:solidFill>
                    <a:srgbClr val="F7F7F7"/>
                  </a:solidFill>
                  <a:latin typeface="Disket Mono"/>
                  <a:ea typeface="Disket Mono"/>
                  <a:cs typeface="Disket Mono"/>
                  <a:sym typeface="Disket Mono"/>
                </a:rPr>
                <a:t>AS</a:t>
              </a:r>
            </a:p>
            <a:p>
              <a:pPr algn="l" marL="1295821" indent="-431940" lvl="2">
                <a:lnSpc>
                  <a:spcPts val="4201"/>
                </a:lnSpc>
                <a:buFont typeface="Arial"/>
                <a:buChar char="⚬"/>
              </a:pPr>
              <a:r>
                <a:rPr lang="en-US" sz="3000">
                  <a:solidFill>
                    <a:srgbClr val="F7F7F7"/>
                  </a:solidFill>
                  <a:latin typeface="Disket Mono"/>
                  <a:ea typeface="Disket Mono"/>
                  <a:cs typeface="Disket Mono"/>
                  <a:sym typeface="Disket Mono"/>
                </a:rPr>
                <a:t>🌐 GOOGLE DOCS</a:t>
              </a:r>
            </a:p>
            <a:p>
              <a:pPr algn="l">
                <a:lnSpc>
                  <a:spcPts val="4201"/>
                </a:lnSpc>
              </a:pP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8791941" y="1321328"/>
              <a:ext cx="17583881" cy="2809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911" indent="-323955" lvl="1">
                <a:lnSpc>
                  <a:spcPts val="4201"/>
                </a:lnSpc>
                <a:buFont typeface="Arial"/>
                <a:buChar char="•"/>
              </a:pPr>
              <a:r>
                <a:rPr lang="en-US" sz="3000">
                  <a:solidFill>
                    <a:srgbClr val="F7F7F7"/>
                  </a:solidFill>
                  <a:latin typeface="Disket Mono"/>
                  <a:ea typeface="Disket Mono"/>
                  <a:cs typeface="Disket Mono"/>
                  <a:sym typeface="Disket Mono"/>
                </a:rPr>
                <a:t>.PDF</a:t>
              </a:r>
            </a:p>
            <a:p>
              <a:pPr algn="l" marL="1295821" indent="-431940" lvl="2">
                <a:lnSpc>
                  <a:spcPts val="4201"/>
                </a:lnSpc>
                <a:buFont typeface="Arial"/>
                <a:buChar char="⚬"/>
              </a:pPr>
              <a:r>
                <a:rPr lang="en-US" sz="3000">
                  <a:solidFill>
                    <a:srgbClr val="F7F7F7"/>
                  </a:solidFill>
                  <a:latin typeface="Disket Mono"/>
                  <a:ea typeface="Disket Mono"/>
                  <a:cs typeface="Disket Mono"/>
                  <a:sym typeface="Disket Mono"/>
                </a:rPr>
                <a:t>🌐 NAVEGADOR (CHROME,</a:t>
              </a:r>
              <a:r>
                <a:rPr lang="en-US" sz="3000">
                  <a:solidFill>
                    <a:srgbClr val="F7F7F7"/>
                  </a:solidFill>
                  <a:latin typeface="Disket Mono"/>
                  <a:ea typeface="Disket Mono"/>
                  <a:cs typeface="Disket Mono"/>
                  <a:sym typeface="Disket Mono"/>
                </a:rPr>
                <a:t> EDGE)</a:t>
              </a:r>
            </a:p>
            <a:p>
              <a:pPr algn="l" marL="1295821" indent="-431940" lvl="2">
                <a:lnSpc>
                  <a:spcPts val="4201"/>
                </a:lnSpc>
                <a:buFont typeface="Arial"/>
                <a:buChar char="⚬"/>
              </a:pPr>
              <a:r>
                <a:rPr lang="en-US" sz="3000">
                  <a:solidFill>
                    <a:srgbClr val="F7F7F7"/>
                  </a:solidFill>
                  <a:latin typeface="Disket Mono"/>
                  <a:ea typeface="Disket Mono"/>
                  <a:cs typeface="Disket Mono"/>
                  <a:sym typeface="Disket Mono"/>
                </a:rPr>
                <a:t>📄 LEITOR DE PDF</a:t>
              </a:r>
            </a:p>
            <a:p>
              <a:pPr algn="l">
                <a:lnSpc>
                  <a:spcPts val="4201"/>
                </a:lnSpc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45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58274" y="6839230"/>
            <a:ext cx="6432834" cy="1680759"/>
            <a:chOff x="0" y="0"/>
            <a:chExt cx="8577112" cy="22410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1651955"/>
              <a:ext cx="8577112" cy="458935"/>
            </a:xfrm>
            <a:custGeom>
              <a:avLst/>
              <a:gdLst/>
              <a:ahLst/>
              <a:cxnLst/>
              <a:rect r="r" b="b" t="t" l="l"/>
              <a:pathLst>
                <a:path h="458935" w="8577112">
                  <a:moveTo>
                    <a:pt x="0" y="0"/>
                  </a:moveTo>
                  <a:lnTo>
                    <a:pt x="8577112" y="0"/>
                  </a:lnTo>
                  <a:lnTo>
                    <a:pt x="8577112" y="458936"/>
                  </a:lnTo>
                  <a:lnTo>
                    <a:pt x="0" y="458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932" t="0" r="-20604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649602" y="0"/>
              <a:ext cx="984734" cy="2241012"/>
            </a:xfrm>
            <a:custGeom>
              <a:avLst/>
              <a:gdLst/>
              <a:ahLst/>
              <a:cxnLst/>
              <a:rect r="r" b="b" t="t" l="l"/>
              <a:pathLst>
                <a:path h="2241012" w="984734">
                  <a:moveTo>
                    <a:pt x="0" y="0"/>
                  </a:moveTo>
                  <a:lnTo>
                    <a:pt x="984734" y="0"/>
                  </a:lnTo>
                  <a:lnTo>
                    <a:pt x="984734" y="2241012"/>
                  </a:lnTo>
                  <a:lnTo>
                    <a:pt x="0" y="22410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-3281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575820" y="545060"/>
              <a:ext cx="739646" cy="1683251"/>
            </a:xfrm>
            <a:custGeom>
              <a:avLst/>
              <a:gdLst/>
              <a:ahLst/>
              <a:cxnLst/>
              <a:rect r="r" b="b" t="t" l="l"/>
              <a:pathLst>
                <a:path h="1683251" w="739646">
                  <a:moveTo>
                    <a:pt x="0" y="0"/>
                  </a:moveTo>
                  <a:lnTo>
                    <a:pt x="739646" y="0"/>
                  </a:lnTo>
                  <a:lnTo>
                    <a:pt x="739646" y="1683252"/>
                  </a:lnTo>
                  <a:lnTo>
                    <a:pt x="0" y="16832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-3281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558143" y="1123950"/>
            <a:ext cx="15329657" cy="1761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93"/>
              </a:lnSpc>
              <a:spcBef>
                <a:spcPct val="0"/>
              </a:spcBef>
            </a:pPr>
            <a:r>
              <a:rPr lang="en-US" sz="6595" spc="1734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QUAL APLICATIVO ABRE CADA EXTENSÃO?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5576119" y="6098136"/>
            <a:ext cx="2163004" cy="2333787"/>
          </a:xfrm>
          <a:custGeom>
            <a:avLst/>
            <a:gdLst/>
            <a:ahLst/>
            <a:cxnLst/>
            <a:rect r="r" b="b" t="t" l="l"/>
            <a:pathLst>
              <a:path h="2333787" w="2163004">
                <a:moveTo>
                  <a:pt x="0" y="0"/>
                </a:moveTo>
                <a:lnTo>
                  <a:pt x="2163004" y="0"/>
                </a:lnTo>
                <a:lnTo>
                  <a:pt x="2163004" y="2333787"/>
                </a:lnTo>
                <a:lnTo>
                  <a:pt x="0" y="23337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979481" y="7977799"/>
            <a:ext cx="1178951" cy="282023"/>
          </a:xfrm>
          <a:custGeom>
            <a:avLst/>
            <a:gdLst/>
            <a:ahLst/>
            <a:cxnLst/>
            <a:rect r="r" b="b" t="t" l="l"/>
            <a:pathLst>
              <a:path h="282023" w="1178951">
                <a:moveTo>
                  <a:pt x="0" y="0"/>
                </a:moveTo>
                <a:lnTo>
                  <a:pt x="1178952" y="0"/>
                </a:lnTo>
                <a:lnTo>
                  <a:pt x="1178952" y="282023"/>
                </a:lnTo>
                <a:lnTo>
                  <a:pt x="0" y="2820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318033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774560" y="8078196"/>
            <a:ext cx="7347797" cy="344202"/>
          </a:xfrm>
          <a:custGeom>
            <a:avLst/>
            <a:gdLst/>
            <a:ahLst/>
            <a:cxnLst/>
            <a:rect r="r" b="b" t="t" l="l"/>
            <a:pathLst>
              <a:path h="344202" w="7347797">
                <a:moveTo>
                  <a:pt x="0" y="0"/>
                </a:moveTo>
                <a:lnTo>
                  <a:pt x="7347796" y="0"/>
                </a:lnTo>
                <a:lnTo>
                  <a:pt x="7347796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816" t="0" r="-5586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025392" y="8078196"/>
            <a:ext cx="7347797" cy="344202"/>
          </a:xfrm>
          <a:custGeom>
            <a:avLst/>
            <a:gdLst/>
            <a:ahLst/>
            <a:cxnLst/>
            <a:rect r="r" b="b" t="t" l="l"/>
            <a:pathLst>
              <a:path h="344202" w="7347797">
                <a:moveTo>
                  <a:pt x="0" y="0"/>
                </a:moveTo>
                <a:lnTo>
                  <a:pt x="7347797" y="0"/>
                </a:lnTo>
                <a:lnTo>
                  <a:pt x="7347797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816" t="0" r="-5586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1802020" y="2141100"/>
            <a:ext cx="2980461" cy="839948"/>
          </a:xfrm>
          <a:custGeom>
            <a:avLst/>
            <a:gdLst/>
            <a:ahLst/>
            <a:cxnLst/>
            <a:rect r="r" b="b" t="t" l="l"/>
            <a:pathLst>
              <a:path h="839948" w="2980461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30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951056" y="2141100"/>
            <a:ext cx="2980461" cy="839948"/>
          </a:xfrm>
          <a:custGeom>
            <a:avLst/>
            <a:gdLst/>
            <a:ahLst/>
            <a:cxnLst/>
            <a:rect r="r" b="b" t="t" l="l"/>
            <a:pathLst>
              <a:path h="839948" w="2980461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30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-917282" y="8078196"/>
            <a:ext cx="8029655" cy="868728"/>
            <a:chOff x="0" y="0"/>
            <a:chExt cx="10706207" cy="115830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984352" y="589056"/>
              <a:ext cx="9721855" cy="569248"/>
            </a:xfrm>
            <a:custGeom>
              <a:avLst/>
              <a:gdLst/>
              <a:ahLst/>
              <a:cxnLst/>
              <a:rect r="r" b="b" t="t" l="l"/>
              <a:pathLst>
                <a:path h="569248" w="9721855">
                  <a:moveTo>
                    <a:pt x="0" y="0"/>
                  </a:moveTo>
                  <a:lnTo>
                    <a:pt x="9721855" y="0"/>
                  </a:lnTo>
                  <a:lnTo>
                    <a:pt x="9721855" y="569248"/>
                  </a:lnTo>
                  <a:lnTo>
                    <a:pt x="0" y="5692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-326" t="-20627" r="0" b="-137943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577112" cy="458935"/>
            </a:xfrm>
            <a:custGeom>
              <a:avLst/>
              <a:gdLst/>
              <a:ahLst/>
              <a:cxnLst/>
              <a:rect r="r" b="b" t="t" l="l"/>
              <a:pathLst>
                <a:path h="458935" w="8577112">
                  <a:moveTo>
                    <a:pt x="0" y="0"/>
                  </a:moveTo>
                  <a:lnTo>
                    <a:pt x="8577112" y="0"/>
                  </a:lnTo>
                  <a:lnTo>
                    <a:pt x="8577112" y="458935"/>
                  </a:lnTo>
                  <a:lnTo>
                    <a:pt x="0" y="4589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932" t="0" r="-20604" b="0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7302873" y="8393823"/>
            <a:ext cx="7195413" cy="515002"/>
          </a:xfrm>
          <a:custGeom>
            <a:avLst/>
            <a:gdLst/>
            <a:ahLst/>
            <a:cxnLst/>
            <a:rect r="r" b="b" t="t" l="l"/>
            <a:pathLst>
              <a:path h="515002" w="7195413">
                <a:moveTo>
                  <a:pt x="0" y="0"/>
                </a:moveTo>
                <a:lnTo>
                  <a:pt x="7195413" y="0"/>
                </a:lnTo>
                <a:lnTo>
                  <a:pt x="7195413" y="515002"/>
                </a:lnTo>
                <a:lnTo>
                  <a:pt x="0" y="51500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1664" t="0" r="0" b="-114354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690294" y="8431923"/>
            <a:ext cx="7195413" cy="515002"/>
          </a:xfrm>
          <a:custGeom>
            <a:avLst/>
            <a:gdLst/>
            <a:ahLst/>
            <a:cxnLst/>
            <a:rect r="r" b="b" t="t" l="l"/>
            <a:pathLst>
              <a:path h="515002" w="7195413">
                <a:moveTo>
                  <a:pt x="0" y="0"/>
                </a:moveTo>
                <a:lnTo>
                  <a:pt x="7195412" y="0"/>
                </a:lnTo>
                <a:lnTo>
                  <a:pt x="7195412" y="515002"/>
                </a:lnTo>
                <a:lnTo>
                  <a:pt x="0" y="51500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1664" t="0" r="0" b="-114354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502383" y="3848112"/>
            <a:ext cx="21184299" cy="3124175"/>
            <a:chOff x="0" y="0"/>
            <a:chExt cx="28245732" cy="4165567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-66675"/>
              <a:ext cx="17583881" cy="42322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1"/>
                </a:lnSpc>
              </a:pPr>
              <a:r>
                <a:rPr lang="en-US" sz="3000">
                  <a:solidFill>
                    <a:srgbClr val="F7F7F7"/>
                  </a:solidFill>
                  <a:latin typeface="Disket Mono"/>
                  <a:ea typeface="Disket Mono"/>
                  <a:cs typeface="Disket Mono"/>
                  <a:sym typeface="Disket Mono"/>
                </a:rPr>
                <a:t>📊 PLANILHAS</a:t>
              </a:r>
            </a:p>
            <a:p>
              <a:pPr algn="l">
                <a:lnSpc>
                  <a:spcPts val="4201"/>
                </a:lnSpc>
              </a:pPr>
            </a:p>
            <a:p>
              <a:pPr algn="l" marL="647911" indent="-323955" lvl="1">
                <a:lnSpc>
                  <a:spcPts val="4201"/>
                </a:lnSpc>
                <a:buFont typeface="Arial"/>
                <a:buChar char="•"/>
              </a:pPr>
              <a:r>
                <a:rPr lang="en-US" sz="3000">
                  <a:solidFill>
                    <a:srgbClr val="F7F7F7"/>
                  </a:solidFill>
                  <a:latin typeface="Disket Mono"/>
                  <a:ea typeface="Disket Mono"/>
                  <a:cs typeface="Disket Mono"/>
                  <a:sym typeface="Disket Mono"/>
                </a:rPr>
                <a:t>.xlsx</a:t>
              </a:r>
            </a:p>
            <a:p>
              <a:pPr algn="l" marL="1295821" indent="-431940" lvl="2">
                <a:lnSpc>
                  <a:spcPts val="4201"/>
                </a:lnSpc>
                <a:buFont typeface="Arial"/>
                <a:buChar char="⚬"/>
              </a:pPr>
              <a:r>
                <a:rPr lang="en-US" sz="3000">
                  <a:solidFill>
                    <a:srgbClr val="F7F7F7"/>
                  </a:solidFill>
                  <a:latin typeface="Disket Mono"/>
                  <a:ea typeface="Disket Mono"/>
                  <a:cs typeface="Disket Mono"/>
                  <a:sym typeface="Disket Mono"/>
                </a:rPr>
                <a:t>💻 Mi</a:t>
              </a:r>
              <a:r>
                <a:rPr lang="en-US" sz="3000">
                  <a:solidFill>
                    <a:srgbClr val="F7F7F7"/>
                  </a:solidFill>
                  <a:latin typeface="Disket Mono"/>
                  <a:ea typeface="Disket Mono"/>
                  <a:cs typeface="Disket Mono"/>
                  <a:sym typeface="Disket Mono"/>
                </a:rPr>
                <a:t>CROSOFT E</a:t>
              </a:r>
              <a:r>
                <a:rPr lang="en-US" sz="3000">
                  <a:solidFill>
                    <a:srgbClr val="F7F7F7"/>
                  </a:solidFill>
                  <a:latin typeface="Disket Mono"/>
                  <a:ea typeface="Disket Mono"/>
                  <a:cs typeface="Disket Mono"/>
                  <a:sym typeface="Disket Mono"/>
                </a:rPr>
                <a:t>XCEL</a:t>
              </a:r>
            </a:p>
            <a:p>
              <a:pPr algn="l" marL="1295821" indent="-431940" lvl="2">
                <a:lnSpc>
                  <a:spcPts val="4201"/>
                </a:lnSpc>
                <a:buFont typeface="Arial"/>
                <a:buChar char="⚬"/>
              </a:pPr>
              <a:r>
                <a:rPr lang="en-US" sz="3000">
                  <a:solidFill>
                    <a:srgbClr val="F7F7F7"/>
                  </a:solidFill>
                  <a:latin typeface="Disket Mono"/>
                  <a:ea typeface="Disket Mono"/>
                  <a:cs typeface="Disket Mono"/>
                  <a:sym typeface="Disket Mono"/>
                </a:rPr>
                <a:t>🌐 GOOGLE SHEETS</a:t>
              </a:r>
            </a:p>
            <a:p>
              <a:pPr algn="l">
                <a:lnSpc>
                  <a:spcPts val="4201"/>
                </a:lnSpc>
              </a:pP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10661851" y="-66675"/>
              <a:ext cx="17583881" cy="35210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1"/>
                </a:lnSpc>
              </a:pPr>
              <a:r>
                <a:rPr lang="en-US" sz="3000">
                  <a:solidFill>
                    <a:srgbClr val="F7F7F7"/>
                  </a:solidFill>
                  <a:latin typeface="Disket Mono"/>
                  <a:ea typeface="Disket Mono"/>
                  <a:cs typeface="Disket Mono"/>
                  <a:sym typeface="Disket Mono"/>
                </a:rPr>
                <a:t>📽️ APRESENTAÇÕES</a:t>
              </a:r>
            </a:p>
            <a:p>
              <a:pPr algn="l">
                <a:lnSpc>
                  <a:spcPts val="4201"/>
                </a:lnSpc>
              </a:pPr>
            </a:p>
            <a:p>
              <a:pPr algn="l" marL="647911" indent="-323955" lvl="1">
                <a:lnSpc>
                  <a:spcPts val="4201"/>
                </a:lnSpc>
                <a:buFont typeface="Arial"/>
                <a:buChar char="•"/>
              </a:pPr>
              <a:r>
                <a:rPr lang="en-US" sz="3000">
                  <a:solidFill>
                    <a:srgbClr val="F7F7F7"/>
                  </a:solidFill>
                  <a:latin typeface="Disket Mono"/>
                  <a:ea typeface="Disket Mono"/>
                  <a:cs typeface="Disket Mono"/>
                  <a:sym typeface="Disket Mono"/>
                </a:rPr>
                <a:t>.PPTX</a:t>
              </a:r>
            </a:p>
            <a:p>
              <a:pPr algn="l" marL="1295821" indent="-431940" lvl="2">
                <a:lnSpc>
                  <a:spcPts val="4201"/>
                </a:lnSpc>
                <a:buFont typeface="Arial"/>
                <a:buChar char="⚬"/>
              </a:pPr>
              <a:r>
                <a:rPr lang="en-US" sz="3000">
                  <a:solidFill>
                    <a:srgbClr val="F7F7F7"/>
                  </a:solidFill>
                  <a:latin typeface="Disket Mono"/>
                  <a:ea typeface="Disket Mono"/>
                  <a:cs typeface="Disket Mono"/>
                  <a:sym typeface="Disket Mono"/>
                </a:rPr>
                <a:t>💻 MICROSOFT POWERPOINT</a:t>
              </a:r>
            </a:p>
            <a:p>
              <a:pPr algn="l" marL="1295821" indent="-431940" lvl="2">
                <a:lnSpc>
                  <a:spcPts val="4201"/>
                </a:lnSpc>
                <a:buFont typeface="Arial"/>
                <a:buChar char="⚬"/>
              </a:pPr>
              <a:r>
                <a:rPr lang="en-US" sz="3000">
                  <a:solidFill>
                    <a:srgbClr val="F7F7F7"/>
                  </a:solidFill>
                  <a:latin typeface="Disket Mono"/>
                  <a:ea typeface="Disket Mono"/>
                  <a:cs typeface="Disket Mono"/>
                  <a:sym typeface="Disket Mono"/>
                </a:rPr>
                <a:t>🌐 GOOGLE SLIDES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45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96424" y="6839230"/>
            <a:ext cx="6432834" cy="1680759"/>
            <a:chOff x="0" y="0"/>
            <a:chExt cx="8577112" cy="22410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1651955"/>
              <a:ext cx="8577112" cy="458935"/>
            </a:xfrm>
            <a:custGeom>
              <a:avLst/>
              <a:gdLst/>
              <a:ahLst/>
              <a:cxnLst/>
              <a:rect r="r" b="b" t="t" l="l"/>
              <a:pathLst>
                <a:path h="458935" w="8577112">
                  <a:moveTo>
                    <a:pt x="0" y="0"/>
                  </a:moveTo>
                  <a:lnTo>
                    <a:pt x="8577112" y="0"/>
                  </a:lnTo>
                  <a:lnTo>
                    <a:pt x="8577112" y="458936"/>
                  </a:lnTo>
                  <a:lnTo>
                    <a:pt x="0" y="458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932" t="0" r="-20604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649602" y="0"/>
              <a:ext cx="984734" cy="2241012"/>
            </a:xfrm>
            <a:custGeom>
              <a:avLst/>
              <a:gdLst/>
              <a:ahLst/>
              <a:cxnLst/>
              <a:rect r="r" b="b" t="t" l="l"/>
              <a:pathLst>
                <a:path h="2241012" w="984734">
                  <a:moveTo>
                    <a:pt x="0" y="0"/>
                  </a:moveTo>
                  <a:lnTo>
                    <a:pt x="984734" y="0"/>
                  </a:lnTo>
                  <a:lnTo>
                    <a:pt x="984734" y="2241012"/>
                  </a:lnTo>
                  <a:lnTo>
                    <a:pt x="0" y="22410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-3281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575820" y="545060"/>
              <a:ext cx="739646" cy="1683251"/>
            </a:xfrm>
            <a:custGeom>
              <a:avLst/>
              <a:gdLst/>
              <a:ahLst/>
              <a:cxnLst/>
              <a:rect r="r" b="b" t="t" l="l"/>
              <a:pathLst>
                <a:path h="1683251" w="739646">
                  <a:moveTo>
                    <a:pt x="0" y="0"/>
                  </a:moveTo>
                  <a:lnTo>
                    <a:pt x="739646" y="0"/>
                  </a:lnTo>
                  <a:lnTo>
                    <a:pt x="739646" y="1683252"/>
                  </a:lnTo>
                  <a:lnTo>
                    <a:pt x="0" y="16832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-3281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558143" y="1123950"/>
            <a:ext cx="15329657" cy="1761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93"/>
              </a:lnSpc>
              <a:spcBef>
                <a:spcPct val="0"/>
              </a:spcBef>
            </a:pPr>
            <a:r>
              <a:rPr lang="en-US" sz="6595" spc="1734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QUAL APLICATIVO ABRE CADA EXTENSÃO?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5576119" y="6098136"/>
            <a:ext cx="2163004" cy="2333787"/>
          </a:xfrm>
          <a:custGeom>
            <a:avLst/>
            <a:gdLst/>
            <a:ahLst/>
            <a:cxnLst/>
            <a:rect r="r" b="b" t="t" l="l"/>
            <a:pathLst>
              <a:path h="2333787" w="2163004">
                <a:moveTo>
                  <a:pt x="0" y="0"/>
                </a:moveTo>
                <a:lnTo>
                  <a:pt x="2163004" y="0"/>
                </a:lnTo>
                <a:lnTo>
                  <a:pt x="2163004" y="2333787"/>
                </a:lnTo>
                <a:lnTo>
                  <a:pt x="0" y="23337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541331" y="7977799"/>
            <a:ext cx="1178951" cy="282023"/>
          </a:xfrm>
          <a:custGeom>
            <a:avLst/>
            <a:gdLst/>
            <a:ahLst/>
            <a:cxnLst/>
            <a:rect r="r" b="b" t="t" l="l"/>
            <a:pathLst>
              <a:path h="282023" w="1178951">
                <a:moveTo>
                  <a:pt x="0" y="0"/>
                </a:moveTo>
                <a:lnTo>
                  <a:pt x="1178952" y="0"/>
                </a:lnTo>
                <a:lnTo>
                  <a:pt x="1178952" y="282023"/>
                </a:lnTo>
                <a:lnTo>
                  <a:pt x="0" y="2820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318033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336410" y="8078196"/>
            <a:ext cx="7347797" cy="344202"/>
          </a:xfrm>
          <a:custGeom>
            <a:avLst/>
            <a:gdLst/>
            <a:ahLst/>
            <a:cxnLst/>
            <a:rect r="r" b="b" t="t" l="l"/>
            <a:pathLst>
              <a:path h="344202" w="7347797">
                <a:moveTo>
                  <a:pt x="0" y="0"/>
                </a:moveTo>
                <a:lnTo>
                  <a:pt x="7347796" y="0"/>
                </a:lnTo>
                <a:lnTo>
                  <a:pt x="7347796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816" t="0" r="-5586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587242" y="8078196"/>
            <a:ext cx="7347797" cy="344202"/>
          </a:xfrm>
          <a:custGeom>
            <a:avLst/>
            <a:gdLst/>
            <a:ahLst/>
            <a:cxnLst/>
            <a:rect r="r" b="b" t="t" l="l"/>
            <a:pathLst>
              <a:path h="344202" w="7347797">
                <a:moveTo>
                  <a:pt x="0" y="0"/>
                </a:moveTo>
                <a:lnTo>
                  <a:pt x="7347797" y="0"/>
                </a:lnTo>
                <a:lnTo>
                  <a:pt x="7347797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816" t="0" r="-5586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2240170" y="2141100"/>
            <a:ext cx="2980461" cy="839948"/>
          </a:xfrm>
          <a:custGeom>
            <a:avLst/>
            <a:gdLst/>
            <a:ahLst/>
            <a:cxnLst/>
            <a:rect r="r" b="b" t="t" l="l"/>
            <a:pathLst>
              <a:path h="839948" w="2980461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30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512906" y="2141100"/>
            <a:ext cx="2980461" cy="839948"/>
          </a:xfrm>
          <a:custGeom>
            <a:avLst/>
            <a:gdLst/>
            <a:ahLst/>
            <a:cxnLst/>
            <a:rect r="r" b="b" t="t" l="l"/>
            <a:pathLst>
              <a:path h="839948" w="2980461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30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825357" y="3781437"/>
            <a:ext cx="13187911" cy="3190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1"/>
              </a:lnSpc>
            </a:pPr>
            <a:r>
              <a:rPr lang="en-US" sz="3000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🖼️ IMAGENS</a:t>
            </a:r>
          </a:p>
          <a:p>
            <a:pPr algn="l">
              <a:lnSpc>
                <a:spcPts val="4201"/>
              </a:lnSpc>
            </a:pPr>
          </a:p>
          <a:p>
            <a:pPr algn="l" marL="647911" indent="-323955" lvl="1">
              <a:lnSpc>
                <a:spcPts val="4201"/>
              </a:lnSpc>
              <a:buFont typeface="Arial"/>
              <a:buChar char="•"/>
            </a:pPr>
            <a:r>
              <a:rPr lang="en-US" sz="3000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.JPG / </a:t>
            </a:r>
            <a:r>
              <a:rPr lang="en-US" sz="3000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.png</a:t>
            </a:r>
          </a:p>
          <a:p>
            <a:pPr algn="l" marL="1295821" indent="-431940" lvl="2">
              <a:lnSpc>
                <a:spcPts val="4201"/>
              </a:lnSpc>
              <a:buFont typeface="Arial"/>
              <a:buChar char="⚬"/>
            </a:pPr>
            <a:r>
              <a:rPr lang="en-US" sz="3000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🖼️</a:t>
            </a:r>
            <a:r>
              <a:rPr lang="en-US" sz="3000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 Vi</a:t>
            </a:r>
            <a:r>
              <a:rPr lang="en-US" sz="3000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SUALIZADOR D</a:t>
            </a:r>
            <a:r>
              <a:rPr lang="en-US" sz="3000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E FOTOS</a:t>
            </a:r>
          </a:p>
          <a:p>
            <a:pPr algn="l" marL="1295821" indent="-431940" lvl="2">
              <a:lnSpc>
                <a:spcPts val="4201"/>
              </a:lnSpc>
              <a:buFont typeface="Arial"/>
              <a:buChar char="⚬"/>
            </a:pPr>
            <a:r>
              <a:rPr lang="en-US" sz="3000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🌐 GOOGLE DRIVE</a:t>
            </a:r>
          </a:p>
          <a:p>
            <a:pPr algn="l">
              <a:lnSpc>
                <a:spcPts val="4201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8821745" y="3781437"/>
            <a:ext cx="13187911" cy="2657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1"/>
              </a:lnSpc>
            </a:pPr>
            <a:r>
              <a:rPr lang="en-US" sz="3000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🎵 ÁUDIO E VÍDEO</a:t>
            </a:r>
          </a:p>
          <a:p>
            <a:pPr algn="l">
              <a:lnSpc>
                <a:spcPts val="4201"/>
              </a:lnSpc>
            </a:pPr>
          </a:p>
          <a:p>
            <a:pPr algn="l" marL="647911" indent="-323955" lvl="1">
              <a:lnSpc>
                <a:spcPts val="4201"/>
              </a:lnSpc>
              <a:buFont typeface="Arial"/>
              <a:buChar char="•"/>
            </a:pPr>
            <a:r>
              <a:rPr lang="en-US" sz="3000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.MP3 / .MP4</a:t>
            </a:r>
          </a:p>
          <a:p>
            <a:pPr algn="l" marL="1295821" indent="-431940" lvl="2">
              <a:lnSpc>
                <a:spcPts val="4201"/>
              </a:lnSpc>
              <a:buFont typeface="Arial"/>
              <a:buChar char="⚬"/>
            </a:pPr>
            <a:r>
              <a:rPr lang="en-US" sz="3000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💻 REPRODUTOR DO COMPUTADOR</a:t>
            </a:r>
          </a:p>
          <a:p>
            <a:pPr algn="l" marL="1295821" indent="-431940" lvl="2">
              <a:lnSpc>
                <a:spcPts val="4201"/>
              </a:lnSpc>
              <a:buFont typeface="Arial"/>
              <a:buChar char="⚬"/>
            </a:pPr>
            <a:r>
              <a:rPr lang="en-US" sz="3000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🌐 GOOGLE DRIVE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-917282" y="8078196"/>
            <a:ext cx="8029655" cy="868728"/>
            <a:chOff x="0" y="0"/>
            <a:chExt cx="10706207" cy="115830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984352" y="589056"/>
              <a:ext cx="9721855" cy="569248"/>
            </a:xfrm>
            <a:custGeom>
              <a:avLst/>
              <a:gdLst/>
              <a:ahLst/>
              <a:cxnLst/>
              <a:rect r="r" b="b" t="t" l="l"/>
              <a:pathLst>
                <a:path h="569248" w="9721855">
                  <a:moveTo>
                    <a:pt x="0" y="0"/>
                  </a:moveTo>
                  <a:lnTo>
                    <a:pt x="9721855" y="0"/>
                  </a:lnTo>
                  <a:lnTo>
                    <a:pt x="9721855" y="569248"/>
                  </a:lnTo>
                  <a:lnTo>
                    <a:pt x="0" y="5692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-326" t="-20627" r="0" b="-137943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577112" cy="458935"/>
            </a:xfrm>
            <a:custGeom>
              <a:avLst/>
              <a:gdLst/>
              <a:ahLst/>
              <a:cxnLst/>
              <a:rect r="r" b="b" t="t" l="l"/>
              <a:pathLst>
                <a:path h="458935" w="8577112">
                  <a:moveTo>
                    <a:pt x="0" y="0"/>
                  </a:moveTo>
                  <a:lnTo>
                    <a:pt x="8577112" y="0"/>
                  </a:lnTo>
                  <a:lnTo>
                    <a:pt x="8577112" y="458935"/>
                  </a:lnTo>
                  <a:lnTo>
                    <a:pt x="0" y="4589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932" t="0" r="-20604" b="0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7302873" y="8393823"/>
            <a:ext cx="7195413" cy="515002"/>
          </a:xfrm>
          <a:custGeom>
            <a:avLst/>
            <a:gdLst/>
            <a:ahLst/>
            <a:cxnLst/>
            <a:rect r="r" b="b" t="t" l="l"/>
            <a:pathLst>
              <a:path h="515002" w="7195413">
                <a:moveTo>
                  <a:pt x="0" y="0"/>
                </a:moveTo>
                <a:lnTo>
                  <a:pt x="7195413" y="0"/>
                </a:lnTo>
                <a:lnTo>
                  <a:pt x="7195413" y="515002"/>
                </a:lnTo>
                <a:lnTo>
                  <a:pt x="0" y="51500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1664" t="0" r="0" b="-114354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4690294" y="8431923"/>
            <a:ext cx="7195413" cy="515002"/>
          </a:xfrm>
          <a:custGeom>
            <a:avLst/>
            <a:gdLst/>
            <a:ahLst/>
            <a:cxnLst/>
            <a:rect r="r" b="b" t="t" l="l"/>
            <a:pathLst>
              <a:path h="515002" w="7195413">
                <a:moveTo>
                  <a:pt x="0" y="0"/>
                </a:moveTo>
                <a:lnTo>
                  <a:pt x="7195412" y="0"/>
                </a:lnTo>
                <a:lnTo>
                  <a:pt x="7195412" y="515002"/>
                </a:lnTo>
                <a:lnTo>
                  <a:pt x="0" y="51500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1664" t="0" r="0" b="-114354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18" r="0" b="-718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0" y="28575"/>
            <a:ext cx="2239698" cy="0"/>
          </a:xfrm>
          <a:prstGeom prst="line">
            <a:avLst/>
          </a:prstGeom>
          <a:ln cap="flat" w="38100">
            <a:solidFill>
              <a:srgbClr val="FF313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H="true" flipV="true">
            <a:off x="19050" y="-9525"/>
            <a:ext cx="0" cy="10277475"/>
          </a:xfrm>
          <a:prstGeom prst="line">
            <a:avLst/>
          </a:prstGeom>
          <a:ln cap="flat" w="38100">
            <a:solidFill>
              <a:srgbClr val="FF313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0" y="10267950"/>
            <a:ext cx="2239698" cy="0"/>
          </a:xfrm>
          <a:prstGeom prst="line">
            <a:avLst/>
          </a:prstGeom>
          <a:ln cap="flat" w="38100">
            <a:solidFill>
              <a:srgbClr val="FF313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H="true" flipV="true">
            <a:off x="2220648" y="-9525"/>
            <a:ext cx="0" cy="10277475"/>
          </a:xfrm>
          <a:prstGeom prst="line">
            <a:avLst/>
          </a:prstGeom>
          <a:ln cap="flat" w="38100">
            <a:solidFill>
              <a:srgbClr val="FF313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2566715" y="4029345"/>
            <a:ext cx="8953484" cy="875761"/>
            <a:chOff x="0" y="0"/>
            <a:chExt cx="11937979" cy="1167681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1240350" y="28575"/>
              <a:ext cx="10697629" cy="11391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46"/>
                </a:lnSpc>
              </a:pPr>
              <a:r>
                <a:rPr lang="en-US" sz="2180">
                  <a:solidFill>
                    <a:srgbClr val="545454"/>
                  </a:solidFill>
                  <a:latin typeface="Disket Mono"/>
                  <a:ea typeface="Disket Mono"/>
                  <a:cs typeface="Disket Mono"/>
                  <a:sym typeface="Disket Mono"/>
                </a:rPr>
                <a:t>ESTA É A </a:t>
              </a:r>
              <a:r>
                <a:rPr lang="en-US" sz="2180" b="true">
                  <a:solidFill>
                    <a:srgbClr val="545454"/>
                  </a:solidFill>
                  <a:latin typeface="Disket Mono Bold"/>
                  <a:ea typeface="Disket Mono Bold"/>
                  <a:cs typeface="Disket Mono Bold"/>
                  <a:sym typeface="Disket Mono Bold"/>
                </a:rPr>
                <a:t>BARRA LATERAL</a:t>
              </a:r>
              <a:r>
                <a:rPr lang="en-US" sz="2180">
                  <a:solidFill>
                    <a:srgbClr val="545454"/>
                  </a:solidFill>
                  <a:latin typeface="Disket Mono"/>
                  <a:ea typeface="Disket Mono"/>
                  <a:cs typeface="Disket Mono"/>
                  <a:sym typeface="Disket Mono"/>
                </a:rPr>
                <a:t>, ONDE SE ENCONTRAM AS PASTAS PRINCIPAIS</a:t>
              </a:r>
            </a:p>
            <a:p>
              <a:pPr algn="l">
                <a:lnSpc>
                  <a:spcPts val="2246"/>
                </a:lnSpc>
                <a:spcBef>
                  <a:spcPct val="0"/>
                </a:spcBef>
              </a:pPr>
            </a:p>
          </p:txBody>
        </p:sp>
        <p:sp>
          <p:nvSpPr>
            <p:cNvPr name="AutoShape 9" id="9"/>
            <p:cNvSpPr/>
            <p:nvPr/>
          </p:nvSpPr>
          <p:spPr>
            <a:xfrm flipH="true" flipV="true">
              <a:off x="0" y="386632"/>
              <a:ext cx="981720" cy="0"/>
            </a:xfrm>
            <a:prstGeom prst="line">
              <a:avLst/>
            </a:prstGeom>
            <a:ln cap="flat" w="63500">
              <a:solidFill>
                <a:srgbClr val="FF3131"/>
              </a:solidFill>
              <a:prstDash val="solid"/>
              <a:headEnd type="none" len="sm" w="sm"/>
              <a:tailEnd type="arrow" len="sm" w="med"/>
            </a:ln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18" r="0" b="-718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2220648" y="516926"/>
            <a:ext cx="16029252" cy="0"/>
          </a:xfrm>
          <a:prstGeom prst="line">
            <a:avLst/>
          </a:prstGeom>
          <a:ln cap="flat" w="57150">
            <a:solidFill>
              <a:srgbClr val="FF313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2220648" y="497913"/>
            <a:ext cx="19050" cy="9770037"/>
          </a:xfrm>
          <a:prstGeom prst="line">
            <a:avLst/>
          </a:prstGeom>
          <a:ln cap="flat" w="57150">
            <a:solidFill>
              <a:srgbClr val="FF313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3025770" y="4076043"/>
            <a:ext cx="8023222" cy="294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  <a:spcBef>
                <a:spcPct val="0"/>
              </a:spcBef>
            </a:pPr>
            <a:r>
              <a:rPr lang="en-US" sz="2180">
                <a:solidFill>
                  <a:srgbClr val="545454"/>
                </a:solidFill>
                <a:latin typeface="Disket Mono"/>
                <a:ea typeface="Disket Mono"/>
                <a:cs typeface="Disket Mono"/>
                <a:sym typeface="Disket Mono"/>
              </a:rPr>
              <a:t>ESTA É ÁREA DE VISUALIZAÇÃO DOS ARQUIVOS</a:t>
            </a:r>
          </a:p>
        </p:txBody>
      </p:sp>
      <p:sp>
        <p:nvSpPr>
          <p:cNvPr name="AutoShape 6" id="6"/>
          <p:cNvSpPr/>
          <p:nvPr/>
        </p:nvSpPr>
        <p:spPr>
          <a:xfrm flipV="true">
            <a:off x="2211146" y="10239375"/>
            <a:ext cx="16067329" cy="0"/>
          </a:xfrm>
          <a:prstGeom prst="line">
            <a:avLst/>
          </a:prstGeom>
          <a:ln cap="flat" w="57150">
            <a:solidFill>
              <a:srgbClr val="FF313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18249900" y="497913"/>
            <a:ext cx="0" cy="9750987"/>
          </a:xfrm>
          <a:prstGeom prst="line">
            <a:avLst/>
          </a:prstGeom>
          <a:ln cap="flat" w="57150">
            <a:solidFill>
              <a:srgbClr val="FF3131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18" r="0" b="-71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698770" y="488351"/>
            <a:ext cx="8087102" cy="3466280"/>
            <a:chOff x="0" y="0"/>
            <a:chExt cx="10782802" cy="4621707"/>
          </a:xfrm>
        </p:grpSpPr>
        <p:sp>
          <p:nvSpPr>
            <p:cNvPr name="AutoShape 4" id="4"/>
            <p:cNvSpPr/>
            <p:nvPr/>
          </p:nvSpPr>
          <p:spPr>
            <a:xfrm flipV="true">
              <a:off x="9292826" y="38100"/>
              <a:ext cx="1489977" cy="0"/>
            </a:xfrm>
            <a:prstGeom prst="line">
              <a:avLst/>
            </a:prstGeom>
            <a:ln cap="flat" w="76200">
              <a:solidFill>
                <a:srgbClr val="FF3131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" id="5"/>
            <p:cNvSpPr/>
            <p:nvPr/>
          </p:nvSpPr>
          <p:spPr>
            <a:xfrm flipV="true">
              <a:off x="9333998" y="38100"/>
              <a:ext cx="0" cy="358195"/>
            </a:xfrm>
            <a:prstGeom prst="line">
              <a:avLst/>
            </a:prstGeom>
            <a:ln cap="flat" w="76200">
              <a:solidFill>
                <a:srgbClr val="FF3131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>
              <a:off x="9292826" y="396295"/>
              <a:ext cx="1489977" cy="0"/>
            </a:xfrm>
            <a:prstGeom prst="line">
              <a:avLst/>
            </a:prstGeom>
            <a:ln cap="flat" w="76200">
              <a:solidFill>
                <a:srgbClr val="FF3131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 flipV="true">
              <a:off x="10741630" y="38100"/>
              <a:ext cx="0" cy="358195"/>
            </a:xfrm>
            <a:prstGeom prst="line">
              <a:avLst/>
            </a:prstGeom>
            <a:ln cap="flat" w="76200">
              <a:solidFill>
                <a:srgbClr val="FF3131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" id="8"/>
            <p:cNvSpPr/>
            <p:nvPr/>
          </p:nvSpPr>
          <p:spPr>
            <a:xfrm flipV="true">
              <a:off x="6252323" y="720466"/>
              <a:ext cx="3040503" cy="2396132"/>
            </a:xfrm>
            <a:prstGeom prst="line">
              <a:avLst/>
            </a:prstGeom>
            <a:ln cap="flat" w="63500">
              <a:solidFill>
                <a:srgbClr val="FF3131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TextBox 9" id="9"/>
            <p:cNvSpPr txBox="true"/>
            <p:nvPr/>
          </p:nvSpPr>
          <p:spPr>
            <a:xfrm rot="0">
              <a:off x="0" y="3482601"/>
              <a:ext cx="7388141" cy="11391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46"/>
                </a:lnSpc>
                <a:spcBef>
                  <a:spcPct val="0"/>
                </a:spcBef>
              </a:pPr>
              <a:r>
                <a:rPr lang="en-US" sz="2180">
                  <a:solidFill>
                    <a:srgbClr val="545454"/>
                  </a:solidFill>
                  <a:latin typeface="Disket Mono"/>
                  <a:ea typeface="Disket Mono"/>
                  <a:cs typeface="Disket Mono"/>
                  <a:sym typeface="Disket Mono"/>
                </a:rPr>
                <a:t>NESTA COLUNA É POSSÍVEL VER A DATA DA ÚLTIMA MODIFICAÇÃO DO ARQUIVO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0" y="488351"/>
            <a:ext cx="7607778" cy="1139885"/>
            <a:chOff x="0" y="0"/>
            <a:chExt cx="10143704" cy="1519847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749041"/>
              <a:ext cx="7186276" cy="7708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46"/>
                </a:lnSpc>
                <a:spcBef>
                  <a:spcPct val="0"/>
                </a:spcBef>
              </a:pPr>
              <a:r>
                <a:rPr lang="en-US" sz="2180">
                  <a:solidFill>
                    <a:srgbClr val="545454"/>
                  </a:solidFill>
                  <a:latin typeface="Disket Mono"/>
                  <a:ea typeface="Disket Mono"/>
                  <a:cs typeface="Disket Mono"/>
                  <a:sym typeface="Disket Mono"/>
                </a:rPr>
                <a:t>NESTA COLUNA É POSSÍVEL VER O TAMANHO DO ARQUIVO</a:t>
              </a:r>
            </a:p>
          </p:txBody>
        </p:sp>
        <p:sp>
          <p:nvSpPr>
            <p:cNvPr name="AutoShape 12" id="12"/>
            <p:cNvSpPr/>
            <p:nvPr/>
          </p:nvSpPr>
          <p:spPr>
            <a:xfrm flipV="true">
              <a:off x="8694437" y="38100"/>
              <a:ext cx="1449266" cy="0"/>
            </a:xfrm>
            <a:prstGeom prst="line">
              <a:avLst/>
            </a:prstGeom>
            <a:ln cap="flat" w="76200">
              <a:solidFill>
                <a:srgbClr val="FF3131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3" id="13"/>
            <p:cNvSpPr/>
            <p:nvPr/>
          </p:nvSpPr>
          <p:spPr>
            <a:xfrm flipV="true">
              <a:off x="8734485" y="38100"/>
              <a:ext cx="0" cy="358195"/>
            </a:xfrm>
            <a:prstGeom prst="line">
              <a:avLst/>
            </a:prstGeom>
            <a:ln cap="flat" w="76200">
              <a:solidFill>
                <a:srgbClr val="FF3131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4" id="14"/>
            <p:cNvSpPr/>
            <p:nvPr/>
          </p:nvSpPr>
          <p:spPr>
            <a:xfrm>
              <a:off x="8694437" y="396295"/>
              <a:ext cx="1449266" cy="0"/>
            </a:xfrm>
            <a:prstGeom prst="line">
              <a:avLst/>
            </a:prstGeom>
            <a:ln cap="flat" w="76200">
              <a:solidFill>
                <a:srgbClr val="FF3131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5" id="15"/>
            <p:cNvSpPr/>
            <p:nvPr/>
          </p:nvSpPr>
          <p:spPr>
            <a:xfrm flipV="true">
              <a:off x="10103656" y="38100"/>
              <a:ext cx="0" cy="358195"/>
            </a:xfrm>
            <a:prstGeom prst="line">
              <a:avLst/>
            </a:prstGeom>
            <a:ln cap="flat" w="76200">
              <a:solidFill>
                <a:srgbClr val="FF3131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6" id="16"/>
            <p:cNvSpPr/>
            <p:nvPr/>
          </p:nvSpPr>
          <p:spPr>
            <a:xfrm flipV="true">
              <a:off x="7436716" y="434395"/>
              <a:ext cx="1045749" cy="857775"/>
            </a:xfrm>
            <a:prstGeom prst="line">
              <a:avLst/>
            </a:prstGeom>
            <a:ln cap="flat" w="63500">
              <a:solidFill>
                <a:srgbClr val="FF3131"/>
              </a:solidFill>
              <a:prstDash val="solid"/>
              <a:headEnd type="none" len="sm" w="sm"/>
              <a:tailEnd type="arrow" len="sm" w="med"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2215043" y="488351"/>
            <a:ext cx="9547463" cy="2164970"/>
            <a:chOff x="0" y="0"/>
            <a:chExt cx="12729951" cy="2886627"/>
          </a:xfrm>
        </p:grpSpPr>
        <p:sp>
          <p:nvSpPr>
            <p:cNvPr name="AutoShape 18" id="18"/>
            <p:cNvSpPr/>
            <p:nvPr/>
          </p:nvSpPr>
          <p:spPr>
            <a:xfrm flipV="true">
              <a:off x="0" y="38100"/>
              <a:ext cx="1430459" cy="0"/>
            </a:xfrm>
            <a:prstGeom prst="line">
              <a:avLst/>
            </a:prstGeom>
            <a:ln cap="flat" w="76200">
              <a:solidFill>
                <a:srgbClr val="FF3131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9" id="19"/>
            <p:cNvSpPr/>
            <p:nvPr/>
          </p:nvSpPr>
          <p:spPr>
            <a:xfrm flipV="true">
              <a:off x="39528" y="38100"/>
              <a:ext cx="0" cy="358195"/>
            </a:xfrm>
            <a:prstGeom prst="line">
              <a:avLst/>
            </a:prstGeom>
            <a:ln cap="flat" w="76200">
              <a:solidFill>
                <a:srgbClr val="FF3131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0" id="20"/>
            <p:cNvSpPr/>
            <p:nvPr/>
          </p:nvSpPr>
          <p:spPr>
            <a:xfrm>
              <a:off x="0" y="396295"/>
              <a:ext cx="1430459" cy="0"/>
            </a:xfrm>
            <a:prstGeom prst="line">
              <a:avLst/>
            </a:prstGeom>
            <a:ln cap="flat" w="76200">
              <a:solidFill>
                <a:srgbClr val="FF3131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1" id="21"/>
            <p:cNvSpPr/>
            <p:nvPr/>
          </p:nvSpPr>
          <p:spPr>
            <a:xfrm flipV="true">
              <a:off x="1390931" y="38100"/>
              <a:ext cx="0" cy="358195"/>
            </a:xfrm>
            <a:prstGeom prst="line">
              <a:avLst/>
            </a:prstGeom>
            <a:ln cap="flat" w="76200">
              <a:solidFill>
                <a:srgbClr val="FF3131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2" id="22"/>
            <p:cNvSpPr/>
            <p:nvPr/>
          </p:nvSpPr>
          <p:spPr>
            <a:xfrm flipH="true" flipV="true">
              <a:off x="1884439" y="434395"/>
              <a:ext cx="3752494" cy="1331462"/>
            </a:xfrm>
            <a:prstGeom prst="line">
              <a:avLst/>
            </a:prstGeom>
            <a:ln cap="flat" w="63500">
              <a:solidFill>
                <a:srgbClr val="FF3131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TextBox 23" id="23"/>
            <p:cNvSpPr txBox="true"/>
            <p:nvPr/>
          </p:nvSpPr>
          <p:spPr>
            <a:xfrm rot="0">
              <a:off x="5636933" y="2115821"/>
              <a:ext cx="7093018" cy="7708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46"/>
                </a:lnSpc>
                <a:spcBef>
                  <a:spcPct val="0"/>
                </a:spcBef>
              </a:pPr>
              <a:r>
                <a:rPr lang="en-US" sz="2180">
                  <a:solidFill>
                    <a:srgbClr val="545454"/>
                  </a:solidFill>
                  <a:latin typeface="Disket Mono"/>
                  <a:ea typeface="Disket Mono"/>
                  <a:cs typeface="Disket Mono"/>
                  <a:sym typeface="Disket Mono"/>
                </a:rPr>
                <a:t>NESTA COLUNA É POSSÍVEL VER O NOME DO ARQUIVO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5178791" y="7569600"/>
            <a:ext cx="10246898" cy="987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5"/>
              </a:lnSpc>
              <a:spcBef>
                <a:spcPct val="0"/>
              </a:spcBef>
            </a:pPr>
            <a:r>
              <a:rPr lang="en-US" b="true" sz="2500">
                <a:solidFill>
                  <a:srgbClr val="545454"/>
                </a:solidFill>
                <a:latin typeface="Disket Mono Bold"/>
                <a:ea typeface="Disket Mono Bold"/>
                <a:cs typeface="Disket Mono Bold"/>
                <a:sym typeface="Disket Mono Bold"/>
              </a:rPr>
              <a:t>e possível ordenar os arquivos por nome, data e tamanho clicando no topo de cada uma das colunas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18" r="0" b="-71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291981" y="-9525"/>
            <a:ext cx="9122598" cy="461016"/>
            <a:chOff x="0" y="0"/>
            <a:chExt cx="12163464" cy="614688"/>
          </a:xfrm>
        </p:grpSpPr>
        <p:sp>
          <p:nvSpPr>
            <p:cNvPr name="AutoShape 4" id="4"/>
            <p:cNvSpPr/>
            <p:nvPr/>
          </p:nvSpPr>
          <p:spPr>
            <a:xfrm>
              <a:off x="25400" y="589288"/>
              <a:ext cx="12138064" cy="0"/>
            </a:xfrm>
            <a:prstGeom prst="line">
              <a:avLst/>
            </a:prstGeom>
            <a:ln cap="flat" w="50800">
              <a:solidFill>
                <a:srgbClr val="FF3131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" id="5"/>
            <p:cNvSpPr/>
            <p:nvPr/>
          </p:nvSpPr>
          <p:spPr>
            <a:xfrm>
              <a:off x="25400" y="38100"/>
              <a:ext cx="12138064" cy="0"/>
            </a:xfrm>
            <a:prstGeom prst="line">
              <a:avLst/>
            </a:prstGeom>
            <a:ln cap="flat" w="50800">
              <a:solidFill>
                <a:srgbClr val="FF3131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 flipV="true">
              <a:off x="25400" y="12700"/>
              <a:ext cx="0" cy="601988"/>
            </a:xfrm>
            <a:prstGeom prst="line">
              <a:avLst/>
            </a:prstGeom>
            <a:ln cap="flat" w="50800">
              <a:solidFill>
                <a:srgbClr val="FF3131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 flipV="true">
              <a:off x="12138064" y="0"/>
              <a:ext cx="0" cy="601988"/>
            </a:xfrm>
            <a:prstGeom prst="line">
              <a:avLst/>
            </a:prstGeom>
            <a:ln cap="flat" w="50800">
              <a:solidFill>
                <a:srgbClr val="FF3131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4982263" y="656755"/>
            <a:ext cx="9840329" cy="4912813"/>
            <a:chOff x="0" y="0"/>
            <a:chExt cx="13120439" cy="6550417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988414" y="610712"/>
              <a:ext cx="12132026" cy="59397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46"/>
                </a:lnSpc>
              </a:pPr>
              <a:r>
                <a:rPr lang="en-US" sz="2180">
                  <a:solidFill>
                    <a:srgbClr val="545454"/>
                  </a:solidFill>
                  <a:latin typeface="Disket Mono"/>
                  <a:ea typeface="Disket Mono"/>
                  <a:cs typeface="Disket Mono"/>
                  <a:sym typeface="Disket Mono"/>
                </a:rPr>
                <a:t>ESTA É A </a:t>
              </a:r>
              <a:r>
                <a:rPr lang="en-US" sz="2180" b="true">
                  <a:solidFill>
                    <a:srgbClr val="545454"/>
                  </a:solidFill>
                  <a:latin typeface="Disket Mono Bold"/>
                  <a:ea typeface="Disket Mono Bold"/>
                  <a:cs typeface="Disket Mono Bold"/>
                  <a:sym typeface="Disket Mono Bold"/>
                </a:rPr>
                <a:t>BARRA DE ENDEREÇO</a:t>
              </a:r>
              <a:r>
                <a:rPr lang="en-US" sz="2180">
                  <a:solidFill>
                    <a:srgbClr val="545454"/>
                  </a:solidFill>
                  <a:latin typeface="Disket Mono"/>
                  <a:ea typeface="Disket Mono"/>
                  <a:cs typeface="Disket Mono"/>
                  <a:sym typeface="Disket Mono"/>
                </a:rPr>
                <a:t>. ELA INDICA O CAMINHO (PATH) DE UMA PASTA OU ARQUIVO.</a:t>
              </a:r>
            </a:p>
            <a:p>
              <a:pPr algn="l">
                <a:lnSpc>
                  <a:spcPts val="2246"/>
                </a:lnSpc>
              </a:pPr>
            </a:p>
            <a:p>
              <a:pPr algn="l">
                <a:lnSpc>
                  <a:spcPts val="3053"/>
                </a:lnSpc>
              </a:pPr>
              <a:r>
                <a:rPr lang="en-US" sz="2180" b="true">
                  <a:solidFill>
                    <a:srgbClr val="545454"/>
                  </a:solidFill>
                  <a:latin typeface="Disket Mono Bold"/>
                  <a:ea typeface="Disket Mono Bold"/>
                  <a:cs typeface="Disket Mono Bold"/>
                  <a:sym typeface="Disket Mono Bold"/>
                </a:rPr>
                <a:t>O QUE SIGNIFICA?</a:t>
              </a:r>
            </a:p>
            <a:p>
              <a:pPr algn="l">
                <a:lnSpc>
                  <a:spcPts val="3053"/>
                </a:lnSpc>
              </a:pPr>
              <a:r>
                <a:rPr lang="en-US" sz="2180">
                  <a:solidFill>
                    <a:srgbClr val="545454"/>
                  </a:solidFill>
                  <a:latin typeface="Disket Mono"/>
                  <a:ea typeface="Disket Mono"/>
                  <a:cs typeface="Disket Mono"/>
                  <a:sym typeface="Disket Mono"/>
                </a:rPr>
                <a:t>/HOME → PASTA DOS USUÁRIOS</a:t>
              </a:r>
            </a:p>
            <a:p>
              <a:pPr algn="l">
                <a:lnSpc>
                  <a:spcPts val="3053"/>
                </a:lnSpc>
              </a:pPr>
              <a:r>
                <a:rPr lang="en-US" sz="2180">
                  <a:solidFill>
                    <a:srgbClr val="545454"/>
                  </a:solidFill>
                  <a:latin typeface="Disket Mono"/>
                  <a:ea typeface="Disket Mono"/>
                  <a:cs typeface="Disket Mono"/>
                  <a:sym typeface="Disket Mono"/>
                </a:rPr>
                <a:t>/DOCUMENTOS → SUBPASTA</a:t>
              </a:r>
            </a:p>
            <a:p>
              <a:pPr algn="l">
                <a:lnSpc>
                  <a:spcPts val="3053"/>
                </a:lnSpc>
              </a:pPr>
              <a:r>
                <a:rPr lang="en-US" sz="2180">
                  <a:solidFill>
                    <a:srgbClr val="545454"/>
                  </a:solidFill>
                  <a:latin typeface="Disket Mono"/>
                  <a:ea typeface="Disket Mono"/>
                  <a:cs typeface="Disket Mono"/>
                  <a:sym typeface="Disket Mono"/>
                </a:rPr>
                <a:t>/AULA2 → PASTA ATUAL</a:t>
              </a:r>
            </a:p>
            <a:p>
              <a:pPr algn="l">
                <a:lnSpc>
                  <a:spcPts val="3053"/>
                </a:lnSpc>
              </a:pPr>
            </a:p>
            <a:p>
              <a:pPr algn="l">
                <a:lnSpc>
                  <a:spcPts val="3053"/>
                </a:lnSpc>
              </a:pPr>
              <a:r>
                <a:rPr lang="en-US" sz="2180">
                  <a:solidFill>
                    <a:srgbClr val="545454"/>
                  </a:solidFill>
                  <a:latin typeface="Disket Mono"/>
                  <a:ea typeface="Disket Mono"/>
                  <a:cs typeface="Disket Mono"/>
                  <a:sym typeface="Disket Mono"/>
                </a:rPr>
                <a:t>PORTANTO, O CAMINHO DA PASTA “AULA 2” É:</a:t>
              </a:r>
            </a:p>
            <a:p>
              <a:pPr algn="l">
                <a:lnSpc>
                  <a:spcPts val="3053"/>
                </a:lnSpc>
              </a:pPr>
              <a:r>
                <a:rPr lang="en-US" sz="2180">
                  <a:solidFill>
                    <a:srgbClr val="545454"/>
                  </a:solidFill>
                  <a:latin typeface="Disket Mono"/>
                  <a:ea typeface="Disket Mono"/>
                  <a:cs typeface="Disket Mono"/>
                  <a:sym typeface="Disket Mono"/>
                </a:rPr>
                <a:t>/HOME/DOCUMENTOS/AULA 2</a:t>
              </a:r>
            </a:p>
            <a:p>
              <a:pPr algn="l">
                <a:lnSpc>
                  <a:spcPts val="3053"/>
                </a:lnSpc>
              </a:pPr>
            </a:p>
            <a:p>
              <a:pPr algn="l">
                <a:lnSpc>
                  <a:spcPts val="2246"/>
                </a:lnSpc>
              </a:pPr>
            </a:p>
            <a:p>
              <a:pPr algn="l">
                <a:lnSpc>
                  <a:spcPts val="2246"/>
                </a:lnSpc>
                <a:spcBef>
                  <a:spcPct val="0"/>
                </a:spcBef>
              </a:pPr>
            </a:p>
          </p:txBody>
        </p:sp>
        <p:sp>
          <p:nvSpPr>
            <p:cNvPr name="AutoShape 10" id="10"/>
            <p:cNvSpPr/>
            <p:nvPr/>
          </p:nvSpPr>
          <p:spPr>
            <a:xfrm flipH="true" flipV="true">
              <a:off x="20224" y="24475"/>
              <a:ext cx="674881" cy="557661"/>
            </a:xfrm>
            <a:prstGeom prst="line">
              <a:avLst/>
            </a:prstGeom>
            <a:ln cap="flat" w="63500">
              <a:solidFill>
                <a:srgbClr val="FF3131"/>
              </a:solidFill>
              <a:prstDash val="solid"/>
              <a:headEnd type="none" len="sm" w="sm"/>
              <a:tailEnd type="arrow" len="sm" w="med"/>
            </a:ln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18" r="0" b="-718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5410306" y="28575"/>
            <a:ext cx="813426" cy="0"/>
          </a:xfrm>
          <a:prstGeom prst="line">
            <a:avLst/>
          </a:prstGeom>
          <a:ln cap="flat" w="57150">
            <a:solidFill>
              <a:srgbClr val="FF313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15410306" y="28575"/>
            <a:ext cx="0" cy="373421"/>
          </a:xfrm>
          <a:prstGeom prst="line">
            <a:avLst/>
          </a:prstGeom>
          <a:ln cap="flat" w="57150">
            <a:solidFill>
              <a:srgbClr val="FF313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V="true">
            <a:off x="15410306" y="401996"/>
            <a:ext cx="813426" cy="0"/>
          </a:xfrm>
          <a:prstGeom prst="line">
            <a:avLst/>
          </a:prstGeom>
          <a:ln cap="flat" w="57150">
            <a:solidFill>
              <a:srgbClr val="FF313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V="true">
            <a:off x="16233257" y="28575"/>
            <a:ext cx="0" cy="373421"/>
          </a:xfrm>
          <a:prstGeom prst="line">
            <a:avLst/>
          </a:prstGeom>
          <a:ln cap="flat" w="57150">
            <a:solidFill>
              <a:srgbClr val="FF313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14282320" y="401996"/>
            <a:ext cx="908097" cy="820676"/>
          </a:xfrm>
          <a:prstGeom prst="line">
            <a:avLst/>
          </a:prstGeom>
          <a:ln cap="flat" w="47625">
            <a:solidFill>
              <a:srgbClr val="FF3131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8" id="8"/>
          <p:cNvSpPr txBox="true"/>
          <p:nvPr/>
        </p:nvSpPr>
        <p:spPr>
          <a:xfrm rot="0">
            <a:off x="7376696" y="1435786"/>
            <a:ext cx="7424710" cy="1952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2180">
                <a:solidFill>
                  <a:srgbClr val="545454"/>
                </a:solidFill>
                <a:latin typeface="Disket Mono"/>
                <a:ea typeface="Disket Mono"/>
                <a:cs typeface="Disket Mono"/>
                <a:sym typeface="Disket Mono"/>
              </a:rPr>
              <a:t>AQUI HÁ OPÇÕES DE VISUALIZAÇÃO EM FORMATO DE  LISTA DETALHADA OU EM FORMATO DE ÍCONE. VOCÊ TAMBÉM PODE AUMENTAR O TAMANO DOS ÍCONES APERTANDO CTRL + “+” OU CTRL + GIRAR A RODINHA DO MOUSE.</a:t>
            </a:r>
          </a:p>
          <a:p>
            <a:pPr algn="l">
              <a:lnSpc>
                <a:spcPts val="224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45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96424" y="6839230"/>
            <a:ext cx="6432834" cy="1680759"/>
            <a:chOff x="0" y="0"/>
            <a:chExt cx="8577112" cy="22410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1651955"/>
              <a:ext cx="8577112" cy="458935"/>
            </a:xfrm>
            <a:custGeom>
              <a:avLst/>
              <a:gdLst/>
              <a:ahLst/>
              <a:cxnLst/>
              <a:rect r="r" b="b" t="t" l="l"/>
              <a:pathLst>
                <a:path h="458935" w="8577112">
                  <a:moveTo>
                    <a:pt x="0" y="0"/>
                  </a:moveTo>
                  <a:lnTo>
                    <a:pt x="8577112" y="0"/>
                  </a:lnTo>
                  <a:lnTo>
                    <a:pt x="8577112" y="458936"/>
                  </a:lnTo>
                  <a:lnTo>
                    <a:pt x="0" y="458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932" t="0" r="-20604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649602" y="0"/>
              <a:ext cx="984734" cy="2241012"/>
            </a:xfrm>
            <a:custGeom>
              <a:avLst/>
              <a:gdLst/>
              <a:ahLst/>
              <a:cxnLst/>
              <a:rect r="r" b="b" t="t" l="l"/>
              <a:pathLst>
                <a:path h="2241012" w="984734">
                  <a:moveTo>
                    <a:pt x="0" y="0"/>
                  </a:moveTo>
                  <a:lnTo>
                    <a:pt x="984734" y="0"/>
                  </a:lnTo>
                  <a:lnTo>
                    <a:pt x="984734" y="2241012"/>
                  </a:lnTo>
                  <a:lnTo>
                    <a:pt x="0" y="22410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-3281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575820" y="545060"/>
              <a:ext cx="739646" cy="1683251"/>
            </a:xfrm>
            <a:custGeom>
              <a:avLst/>
              <a:gdLst/>
              <a:ahLst/>
              <a:cxnLst/>
              <a:rect r="r" b="b" t="t" l="l"/>
              <a:pathLst>
                <a:path h="1683251" w="739646">
                  <a:moveTo>
                    <a:pt x="0" y="0"/>
                  </a:moveTo>
                  <a:lnTo>
                    <a:pt x="739646" y="0"/>
                  </a:lnTo>
                  <a:lnTo>
                    <a:pt x="739646" y="1683252"/>
                  </a:lnTo>
                  <a:lnTo>
                    <a:pt x="0" y="16832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-3281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558143" y="1123950"/>
            <a:ext cx="15329657" cy="1761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93"/>
              </a:lnSpc>
              <a:spcBef>
                <a:spcPct val="0"/>
              </a:spcBef>
            </a:pPr>
            <a:r>
              <a:rPr lang="en-US" sz="6595" spc="1734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MANIPULANDO PASTAS E ARQUIVOS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5576119" y="6098136"/>
            <a:ext cx="2163004" cy="2333787"/>
          </a:xfrm>
          <a:custGeom>
            <a:avLst/>
            <a:gdLst/>
            <a:ahLst/>
            <a:cxnLst/>
            <a:rect r="r" b="b" t="t" l="l"/>
            <a:pathLst>
              <a:path h="2333787" w="2163004">
                <a:moveTo>
                  <a:pt x="0" y="0"/>
                </a:moveTo>
                <a:lnTo>
                  <a:pt x="2163004" y="0"/>
                </a:lnTo>
                <a:lnTo>
                  <a:pt x="2163004" y="2333787"/>
                </a:lnTo>
                <a:lnTo>
                  <a:pt x="0" y="23337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541331" y="7977799"/>
            <a:ext cx="1178951" cy="282023"/>
          </a:xfrm>
          <a:custGeom>
            <a:avLst/>
            <a:gdLst/>
            <a:ahLst/>
            <a:cxnLst/>
            <a:rect r="r" b="b" t="t" l="l"/>
            <a:pathLst>
              <a:path h="282023" w="1178951">
                <a:moveTo>
                  <a:pt x="0" y="0"/>
                </a:moveTo>
                <a:lnTo>
                  <a:pt x="1178952" y="0"/>
                </a:lnTo>
                <a:lnTo>
                  <a:pt x="1178952" y="282023"/>
                </a:lnTo>
                <a:lnTo>
                  <a:pt x="0" y="2820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318033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336410" y="8078196"/>
            <a:ext cx="7347797" cy="344202"/>
          </a:xfrm>
          <a:custGeom>
            <a:avLst/>
            <a:gdLst/>
            <a:ahLst/>
            <a:cxnLst/>
            <a:rect r="r" b="b" t="t" l="l"/>
            <a:pathLst>
              <a:path h="344202" w="7347797">
                <a:moveTo>
                  <a:pt x="0" y="0"/>
                </a:moveTo>
                <a:lnTo>
                  <a:pt x="7347796" y="0"/>
                </a:lnTo>
                <a:lnTo>
                  <a:pt x="7347796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816" t="0" r="-5586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423452" y="8078196"/>
            <a:ext cx="7347797" cy="344202"/>
          </a:xfrm>
          <a:custGeom>
            <a:avLst/>
            <a:gdLst/>
            <a:ahLst/>
            <a:cxnLst/>
            <a:rect r="r" b="b" t="t" l="l"/>
            <a:pathLst>
              <a:path h="344202" w="7347797">
                <a:moveTo>
                  <a:pt x="0" y="0"/>
                </a:moveTo>
                <a:lnTo>
                  <a:pt x="7347796" y="0"/>
                </a:lnTo>
                <a:lnTo>
                  <a:pt x="7347796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816" t="0" r="-5586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91388" y="2141100"/>
            <a:ext cx="2980461" cy="839948"/>
          </a:xfrm>
          <a:custGeom>
            <a:avLst/>
            <a:gdLst/>
            <a:ahLst/>
            <a:cxnLst/>
            <a:rect r="r" b="b" t="t" l="l"/>
            <a:pathLst>
              <a:path h="839948" w="2980461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30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498286" y="2141100"/>
            <a:ext cx="2980461" cy="839948"/>
          </a:xfrm>
          <a:custGeom>
            <a:avLst/>
            <a:gdLst/>
            <a:ahLst/>
            <a:cxnLst/>
            <a:rect r="r" b="b" t="t" l="l"/>
            <a:pathLst>
              <a:path h="839948" w="2980461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30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550045" y="3638855"/>
            <a:ext cx="13187911" cy="3190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1"/>
              </a:lnSpc>
            </a:pPr>
            <a:r>
              <a:rPr lang="en-US" sz="3000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PARA CRIAR UMA NOVA PASTA:</a:t>
            </a:r>
          </a:p>
          <a:p>
            <a:pPr algn="l" marL="647911" indent="-323955" lvl="1">
              <a:lnSpc>
                <a:spcPts val="4201"/>
              </a:lnSpc>
              <a:buAutoNum type="arabicPeriod" startAt="1"/>
            </a:pPr>
            <a:r>
              <a:rPr lang="en-US" sz="3000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CLIQUE COM</a:t>
            </a:r>
            <a:r>
              <a:rPr lang="en-US" sz="3000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 O BOTÃO</a:t>
            </a:r>
            <a:r>
              <a:rPr lang="en-US" sz="3000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 direito em um e</a:t>
            </a:r>
            <a:r>
              <a:rPr lang="en-US" sz="3000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SPAÇO VAZIO</a:t>
            </a:r>
          </a:p>
          <a:p>
            <a:pPr algn="l" marL="647911" indent="-323955" lvl="1">
              <a:lnSpc>
                <a:spcPts val="4201"/>
              </a:lnSpc>
              <a:buAutoNum type="arabicPeriod" startAt="1"/>
            </a:pPr>
            <a:r>
              <a:rPr lang="en-US" sz="3000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CLIQUE </a:t>
            </a:r>
            <a:r>
              <a:rPr lang="en-US" sz="3000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EM NOVA PASTA</a:t>
            </a:r>
          </a:p>
          <a:p>
            <a:pPr algn="l" marL="647911" indent="-323955" lvl="1">
              <a:lnSpc>
                <a:spcPts val="4201"/>
              </a:lnSpc>
              <a:buAutoNum type="arabicPeriod" startAt="1"/>
            </a:pPr>
            <a:r>
              <a:rPr lang="en-US" sz="3000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DIGITE</a:t>
            </a:r>
            <a:r>
              <a:rPr lang="en-US" sz="3000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 O NOME</a:t>
            </a:r>
          </a:p>
          <a:p>
            <a:pPr algn="l" marL="647911" indent="-323955" lvl="1">
              <a:lnSpc>
                <a:spcPts val="4201"/>
              </a:lnSpc>
              <a:buAutoNum type="arabicPeriod" startAt="1"/>
            </a:pPr>
            <a:r>
              <a:rPr lang="en-US" sz="3000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PRESSIONE ENTER</a:t>
            </a:r>
          </a:p>
          <a:p>
            <a:pPr algn="l">
              <a:lnSpc>
                <a:spcPts val="4201"/>
              </a:lnSpc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-917282" y="8078196"/>
            <a:ext cx="8029655" cy="868728"/>
            <a:chOff x="0" y="0"/>
            <a:chExt cx="10706207" cy="115830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984352" y="589056"/>
              <a:ext cx="9721855" cy="569248"/>
            </a:xfrm>
            <a:custGeom>
              <a:avLst/>
              <a:gdLst/>
              <a:ahLst/>
              <a:cxnLst/>
              <a:rect r="r" b="b" t="t" l="l"/>
              <a:pathLst>
                <a:path h="569248" w="9721855">
                  <a:moveTo>
                    <a:pt x="0" y="0"/>
                  </a:moveTo>
                  <a:lnTo>
                    <a:pt x="9721855" y="0"/>
                  </a:lnTo>
                  <a:lnTo>
                    <a:pt x="9721855" y="569248"/>
                  </a:lnTo>
                  <a:lnTo>
                    <a:pt x="0" y="5692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-326" t="-20627" r="0" b="-137943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577112" cy="458935"/>
            </a:xfrm>
            <a:custGeom>
              <a:avLst/>
              <a:gdLst/>
              <a:ahLst/>
              <a:cxnLst/>
              <a:rect r="r" b="b" t="t" l="l"/>
              <a:pathLst>
                <a:path h="458935" w="8577112">
                  <a:moveTo>
                    <a:pt x="0" y="0"/>
                  </a:moveTo>
                  <a:lnTo>
                    <a:pt x="8577112" y="0"/>
                  </a:lnTo>
                  <a:lnTo>
                    <a:pt x="8577112" y="458935"/>
                  </a:lnTo>
                  <a:lnTo>
                    <a:pt x="0" y="4589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932" t="0" r="-20604" b="0"/>
              </a:stretch>
            </a:blip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7302873" y="8393823"/>
            <a:ext cx="7195413" cy="515002"/>
          </a:xfrm>
          <a:custGeom>
            <a:avLst/>
            <a:gdLst/>
            <a:ahLst/>
            <a:cxnLst/>
            <a:rect r="r" b="b" t="t" l="l"/>
            <a:pathLst>
              <a:path h="515002" w="7195413">
                <a:moveTo>
                  <a:pt x="0" y="0"/>
                </a:moveTo>
                <a:lnTo>
                  <a:pt x="7195413" y="0"/>
                </a:lnTo>
                <a:lnTo>
                  <a:pt x="7195413" y="515002"/>
                </a:lnTo>
                <a:lnTo>
                  <a:pt x="0" y="51500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1664" t="0" r="0" b="-114354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4690294" y="8431923"/>
            <a:ext cx="7195413" cy="515002"/>
          </a:xfrm>
          <a:custGeom>
            <a:avLst/>
            <a:gdLst/>
            <a:ahLst/>
            <a:cxnLst/>
            <a:rect r="r" b="b" t="t" l="l"/>
            <a:pathLst>
              <a:path h="515002" w="7195413">
                <a:moveTo>
                  <a:pt x="0" y="0"/>
                </a:moveTo>
                <a:lnTo>
                  <a:pt x="7195412" y="0"/>
                </a:lnTo>
                <a:lnTo>
                  <a:pt x="7195412" y="515002"/>
                </a:lnTo>
                <a:lnTo>
                  <a:pt x="0" y="51500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1664" t="0" r="0" b="-114354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2417656" y="7977799"/>
            <a:ext cx="1178951" cy="282023"/>
          </a:xfrm>
          <a:custGeom>
            <a:avLst/>
            <a:gdLst/>
            <a:ahLst/>
            <a:cxnLst/>
            <a:rect r="r" b="b" t="t" l="l"/>
            <a:pathLst>
              <a:path h="282023" w="1178951">
                <a:moveTo>
                  <a:pt x="0" y="0"/>
                </a:moveTo>
                <a:lnTo>
                  <a:pt x="1178952" y="0"/>
                </a:lnTo>
                <a:lnTo>
                  <a:pt x="1178952" y="282023"/>
                </a:lnTo>
                <a:lnTo>
                  <a:pt x="0" y="2820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318033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2025751" y="6839230"/>
            <a:ext cx="1543887" cy="1680759"/>
            <a:chOff x="0" y="0"/>
            <a:chExt cx="2058516" cy="224101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073782" y="0"/>
              <a:ext cx="984734" cy="2241012"/>
            </a:xfrm>
            <a:custGeom>
              <a:avLst/>
              <a:gdLst/>
              <a:ahLst/>
              <a:cxnLst/>
              <a:rect r="r" b="b" t="t" l="l"/>
              <a:pathLst>
                <a:path h="2241012" w="984734">
                  <a:moveTo>
                    <a:pt x="0" y="0"/>
                  </a:moveTo>
                  <a:lnTo>
                    <a:pt x="984734" y="0"/>
                  </a:lnTo>
                  <a:lnTo>
                    <a:pt x="984734" y="2241012"/>
                  </a:lnTo>
                  <a:lnTo>
                    <a:pt x="0" y="22410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-3281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545060"/>
              <a:ext cx="739646" cy="1683251"/>
            </a:xfrm>
            <a:custGeom>
              <a:avLst/>
              <a:gdLst/>
              <a:ahLst/>
              <a:cxnLst/>
              <a:rect r="r" b="b" t="t" l="l"/>
              <a:pathLst>
                <a:path h="1683251" w="739646">
                  <a:moveTo>
                    <a:pt x="0" y="0"/>
                  </a:moveTo>
                  <a:lnTo>
                    <a:pt x="739646" y="0"/>
                  </a:lnTo>
                  <a:lnTo>
                    <a:pt x="739646" y="1683252"/>
                  </a:lnTo>
                  <a:lnTo>
                    <a:pt x="0" y="16832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-3281"/>
              </a:stretch>
            </a:blipFill>
          </p:spPr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45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96424" y="6839230"/>
            <a:ext cx="6432834" cy="1680759"/>
            <a:chOff x="0" y="0"/>
            <a:chExt cx="8577112" cy="22410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1651955"/>
              <a:ext cx="8577112" cy="458935"/>
            </a:xfrm>
            <a:custGeom>
              <a:avLst/>
              <a:gdLst/>
              <a:ahLst/>
              <a:cxnLst/>
              <a:rect r="r" b="b" t="t" l="l"/>
              <a:pathLst>
                <a:path h="458935" w="8577112">
                  <a:moveTo>
                    <a:pt x="0" y="0"/>
                  </a:moveTo>
                  <a:lnTo>
                    <a:pt x="8577112" y="0"/>
                  </a:lnTo>
                  <a:lnTo>
                    <a:pt x="8577112" y="458936"/>
                  </a:lnTo>
                  <a:lnTo>
                    <a:pt x="0" y="458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932" t="0" r="-20604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649602" y="0"/>
              <a:ext cx="984734" cy="2241012"/>
            </a:xfrm>
            <a:custGeom>
              <a:avLst/>
              <a:gdLst/>
              <a:ahLst/>
              <a:cxnLst/>
              <a:rect r="r" b="b" t="t" l="l"/>
              <a:pathLst>
                <a:path h="2241012" w="984734">
                  <a:moveTo>
                    <a:pt x="0" y="0"/>
                  </a:moveTo>
                  <a:lnTo>
                    <a:pt x="984734" y="0"/>
                  </a:lnTo>
                  <a:lnTo>
                    <a:pt x="984734" y="2241012"/>
                  </a:lnTo>
                  <a:lnTo>
                    <a:pt x="0" y="22410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-3281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575820" y="545060"/>
              <a:ext cx="739646" cy="1683251"/>
            </a:xfrm>
            <a:custGeom>
              <a:avLst/>
              <a:gdLst/>
              <a:ahLst/>
              <a:cxnLst/>
              <a:rect r="r" b="b" t="t" l="l"/>
              <a:pathLst>
                <a:path h="1683251" w="739646">
                  <a:moveTo>
                    <a:pt x="0" y="0"/>
                  </a:moveTo>
                  <a:lnTo>
                    <a:pt x="739646" y="0"/>
                  </a:lnTo>
                  <a:lnTo>
                    <a:pt x="739646" y="1683252"/>
                  </a:lnTo>
                  <a:lnTo>
                    <a:pt x="0" y="16832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-3281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558143" y="1123950"/>
            <a:ext cx="15329657" cy="1761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93"/>
              </a:lnSpc>
              <a:spcBef>
                <a:spcPct val="0"/>
              </a:spcBef>
            </a:pPr>
            <a:r>
              <a:rPr lang="en-US" sz="6595" spc="1734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MANIPULANDO PASTAS E ARQUIVOS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5576119" y="6098136"/>
            <a:ext cx="2163004" cy="2333787"/>
          </a:xfrm>
          <a:custGeom>
            <a:avLst/>
            <a:gdLst/>
            <a:ahLst/>
            <a:cxnLst/>
            <a:rect r="r" b="b" t="t" l="l"/>
            <a:pathLst>
              <a:path h="2333787" w="2163004">
                <a:moveTo>
                  <a:pt x="0" y="0"/>
                </a:moveTo>
                <a:lnTo>
                  <a:pt x="2163004" y="0"/>
                </a:lnTo>
                <a:lnTo>
                  <a:pt x="2163004" y="2333787"/>
                </a:lnTo>
                <a:lnTo>
                  <a:pt x="0" y="23337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541331" y="7977799"/>
            <a:ext cx="1178951" cy="282023"/>
          </a:xfrm>
          <a:custGeom>
            <a:avLst/>
            <a:gdLst/>
            <a:ahLst/>
            <a:cxnLst/>
            <a:rect r="r" b="b" t="t" l="l"/>
            <a:pathLst>
              <a:path h="282023" w="1178951">
                <a:moveTo>
                  <a:pt x="0" y="0"/>
                </a:moveTo>
                <a:lnTo>
                  <a:pt x="1178952" y="0"/>
                </a:lnTo>
                <a:lnTo>
                  <a:pt x="1178952" y="282023"/>
                </a:lnTo>
                <a:lnTo>
                  <a:pt x="0" y="2820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318033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336410" y="8078196"/>
            <a:ext cx="7347797" cy="344202"/>
          </a:xfrm>
          <a:custGeom>
            <a:avLst/>
            <a:gdLst/>
            <a:ahLst/>
            <a:cxnLst/>
            <a:rect r="r" b="b" t="t" l="l"/>
            <a:pathLst>
              <a:path h="344202" w="7347797">
                <a:moveTo>
                  <a:pt x="0" y="0"/>
                </a:moveTo>
                <a:lnTo>
                  <a:pt x="7347796" y="0"/>
                </a:lnTo>
                <a:lnTo>
                  <a:pt x="7347796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816" t="0" r="-5586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423452" y="8078196"/>
            <a:ext cx="7347797" cy="344202"/>
          </a:xfrm>
          <a:custGeom>
            <a:avLst/>
            <a:gdLst/>
            <a:ahLst/>
            <a:cxnLst/>
            <a:rect r="r" b="b" t="t" l="l"/>
            <a:pathLst>
              <a:path h="344202" w="7347797">
                <a:moveTo>
                  <a:pt x="0" y="0"/>
                </a:moveTo>
                <a:lnTo>
                  <a:pt x="7347796" y="0"/>
                </a:lnTo>
                <a:lnTo>
                  <a:pt x="7347796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816" t="0" r="-5586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91388" y="2141100"/>
            <a:ext cx="2980461" cy="839948"/>
          </a:xfrm>
          <a:custGeom>
            <a:avLst/>
            <a:gdLst/>
            <a:ahLst/>
            <a:cxnLst/>
            <a:rect r="r" b="b" t="t" l="l"/>
            <a:pathLst>
              <a:path h="839948" w="2980461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30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498286" y="2141100"/>
            <a:ext cx="2980461" cy="839948"/>
          </a:xfrm>
          <a:custGeom>
            <a:avLst/>
            <a:gdLst/>
            <a:ahLst/>
            <a:cxnLst/>
            <a:rect r="r" b="b" t="t" l="l"/>
            <a:pathLst>
              <a:path h="839948" w="2980461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30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550045" y="3638855"/>
            <a:ext cx="13187911" cy="3190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1"/>
              </a:lnSpc>
            </a:pPr>
            <a:r>
              <a:rPr lang="en-US" sz="3000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PARA RENOMER UMA PASTA:</a:t>
            </a:r>
          </a:p>
          <a:p>
            <a:pPr algn="l" marL="647911" indent="-323955" lvl="1">
              <a:lnSpc>
                <a:spcPts val="4201"/>
              </a:lnSpc>
              <a:buAutoNum type="arabicPeriod" startAt="1"/>
            </a:pPr>
            <a:r>
              <a:rPr lang="en-US" sz="3000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CLIQUE COM</a:t>
            </a:r>
            <a:r>
              <a:rPr lang="en-US" sz="3000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 O BOTÃO</a:t>
            </a:r>
            <a:r>
              <a:rPr lang="en-US" sz="3000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 direito em cima da pasta</a:t>
            </a:r>
          </a:p>
          <a:p>
            <a:pPr algn="l" marL="647911" indent="-323955" lvl="1">
              <a:lnSpc>
                <a:spcPts val="4201"/>
              </a:lnSpc>
              <a:buAutoNum type="arabicPeriod" startAt="1"/>
            </a:pPr>
            <a:r>
              <a:rPr lang="en-US" sz="3000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CLIQUE </a:t>
            </a:r>
            <a:r>
              <a:rPr lang="en-US" sz="3000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EM RENOMEAR</a:t>
            </a:r>
          </a:p>
          <a:p>
            <a:pPr algn="l" marL="647911" indent="-323955" lvl="1">
              <a:lnSpc>
                <a:spcPts val="4201"/>
              </a:lnSpc>
              <a:buAutoNum type="arabicPeriod" startAt="1"/>
            </a:pPr>
            <a:r>
              <a:rPr lang="en-US" sz="3000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DIGITE</a:t>
            </a:r>
            <a:r>
              <a:rPr lang="en-US" sz="3000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 O NOME</a:t>
            </a:r>
          </a:p>
          <a:p>
            <a:pPr algn="l" marL="647911" indent="-323955" lvl="1">
              <a:lnSpc>
                <a:spcPts val="4201"/>
              </a:lnSpc>
              <a:buAutoNum type="arabicPeriod" startAt="1"/>
            </a:pPr>
            <a:r>
              <a:rPr lang="en-US" sz="3000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PRESSIONE ENTER</a:t>
            </a:r>
          </a:p>
          <a:p>
            <a:pPr algn="l">
              <a:lnSpc>
                <a:spcPts val="4201"/>
              </a:lnSpc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-917282" y="8078196"/>
            <a:ext cx="8029655" cy="868728"/>
            <a:chOff x="0" y="0"/>
            <a:chExt cx="10706207" cy="115830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984352" y="589056"/>
              <a:ext cx="9721855" cy="569248"/>
            </a:xfrm>
            <a:custGeom>
              <a:avLst/>
              <a:gdLst/>
              <a:ahLst/>
              <a:cxnLst/>
              <a:rect r="r" b="b" t="t" l="l"/>
              <a:pathLst>
                <a:path h="569248" w="9721855">
                  <a:moveTo>
                    <a:pt x="0" y="0"/>
                  </a:moveTo>
                  <a:lnTo>
                    <a:pt x="9721855" y="0"/>
                  </a:lnTo>
                  <a:lnTo>
                    <a:pt x="9721855" y="569248"/>
                  </a:lnTo>
                  <a:lnTo>
                    <a:pt x="0" y="5692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-326" t="-20627" r="0" b="-137943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577112" cy="458935"/>
            </a:xfrm>
            <a:custGeom>
              <a:avLst/>
              <a:gdLst/>
              <a:ahLst/>
              <a:cxnLst/>
              <a:rect r="r" b="b" t="t" l="l"/>
              <a:pathLst>
                <a:path h="458935" w="8577112">
                  <a:moveTo>
                    <a:pt x="0" y="0"/>
                  </a:moveTo>
                  <a:lnTo>
                    <a:pt x="8577112" y="0"/>
                  </a:lnTo>
                  <a:lnTo>
                    <a:pt x="8577112" y="458935"/>
                  </a:lnTo>
                  <a:lnTo>
                    <a:pt x="0" y="4589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932" t="0" r="-20604" b="0"/>
              </a:stretch>
            </a:blip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7302873" y="8393823"/>
            <a:ext cx="7195413" cy="515002"/>
          </a:xfrm>
          <a:custGeom>
            <a:avLst/>
            <a:gdLst/>
            <a:ahLst/>
            <a:cxnLst/>
            <a:rect r="r" b="b" t="t" l="l"/>
            <a:pathLst>
              <a:path h="515002" w="7195413">
                <a:moveTo>
                  <a:pt x="0" y="0"/>
                </a:moveTo>
                <a:lnTo>
                  <a:pt x="7195413" y="0"/>
                </a:lnTo>
                <a:lnTo>
                  <a:pt x="7195413" y="515002"/>
                </a:lnTo>
                <a:lnTo>
                  <a:pt x="0" y="51500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1664" t="0" r="0" b="-114354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4690294" y="8431923"/>
            <a:ext cx="7195413" cy="515002"/>
          </a:xfrm>
          <a:custGeom>
            <a:avLst/>
            <a:gdLst/>
            <a:ahLst/>
            <a:cxnLst/>
            <a:rect r="r" b="b" t="t" l="l"/>
            <a:pathLst>
              <a:path h="515002" w="7195413">
                <a:moveTo>
                  <a:pt x="0" y="0"/>
                </a:moveTo>
                <a:lnTo>
                  <a:pt x="7195412" y="0"/>
                </a:lnTo>
                <a:lnTo>
                  <a:pt x="7195412" y="515002"/>
                </a:lnTo>
                <a:lnTo>
                  <a:pt x="0" y="51500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1664" t="0" r="0" b="-114354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2417656" y="7977799"/>
            <a:ext cx="1178951" cy="282023"/>
          </a:xfrm>
          <a:custGeom>
            <a:avLst/>
            <a:gdLst/>
            <a:ahLst/>
            <a:cxnLst/>
            <a:rect r="r" b="b" t="t" l="l"/>
            <a:pathLst>
              <a:path h="282023" w="1178951">
                <a:moveTo>
                  <a:pt x="0" y="0"/>
                </a:moveTo>
                <a:lnTo>
                  <a:pt x="1178952" y="0"/>
                </a:lnTo>
                <a:lnTo>
                  <a:pt x="1178952" y="282023"/>
                </a:lnTo>
                <a:lnTo>
                  <a:pt x="0" y="2820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318033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2025751" y="6839230"/>
            <a:ext cx="1543887" cy="1680759"/>
            <a:chOff x="0" y="0"/>
            <a:chExt cx="2058516" cy="224101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073782" y="0"/>
              <a:ext cx="984734" cy="2241012"/>
            </a:xfrm>
            <a:custGeom>
              <a:avLst/>
              <a:gdLst/>
              <a:ahLst/>
              <a:cxnLst/>
              <a:rect r="r" b="b" t="t" l="l"/>
              <a:pathLst>
                <a:path h="2241012" w="984734">
                  <a:moveTo>
                    <a:pt x="0" y="0"/>
                  </a:moveTo>
                  <a:lnTo>
                    <a:pt x="984734" y="0"/>
                  </a:lnTo>
                  <a:lnTo>
                    <a:pt x="984734" y="2241012"/>
                  </a:lnTo>
                  <a:lnTo>
                    <a:pt x="0" y="22410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-3281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545060"/>
              <a:ext cx="739646" cy="1683251"/>
            </a:xfrm>
            <a:custGeom>
              <a:avLst/>
              <a:gdLst/>
              <a:ahLst/>
              <a:cxnLst/>
              <a:rect r="r" b="b" t="t" l="l"/>
              <a:pathLst>
                <a:path h="1683251" w="739646">
                  <a:moveTo>
                    <a:pt x="0" y="0"/>
                  </a:moveTo>
                  <a:lnTo>
                    <a:pt x="739646" y="0"/>
                  </a:lnTo>
                  <a:lnTo>
                    <a:pt x="739646" y="1683252"/>
                  </a:lnTo>
                  <a:lnTo>
                    <a:pt x="0" y="16832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-3281"/>
              </a:stretch>
            </a:blipFill>
          </p:spPr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45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50045" y="2725171"/>
            <a:ext cx="14337755" cy="5324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1"/>
              </a:lnSpc>
            </a:pPr>
            <a:r>
              <a:rPr lang="en-US" sz="3000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COPIAR</a:t>
            </a:r>
          </a:p>
          <a:p>
            <a:pPr algn="l" marL="647911" indent="-323955" lvl="1">
              <a:lnSpc>
                <a:spcPts val="4201"/>
              </a:lnSpc>
              <a:buAutoNum type="arabicPeriod" startAt="1"/>
            </a:pPr>
            <a:r>
              <a:rPr lang="en-US" sz="3000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ATALHO: CTRL + C</a:t>
            </a:r>
          </a:p>
          <a:p>
            <a:pPr algn="l" marL="647911" indent="-323955" lvl="1">
              <a:lnSpc>
                <a:spcPts val="4201"/>
              </a:lnSpc>
              <a:buAutoNum type="arabicPeriod" startAt="1"/>
            </a:pPr>
            <a:r>
              <a:rPr lang="en-US" sz="3000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CRIA UMA CÓPIA DO ARQUIVO</a:t>
            </a:r>
          </a:p>
          <a:p>
            <a:pPr algn="l" marL="647911" indent="-323955" lvl="1">
              <a:lnSpc>
                <a:spcPts val="4201"/>
              </a:lnSpc>
              <a:buAutoNum type="arabicPeriod" startAt="1"/>
            </a:pPr>
            <a:r>
              <a:rPr lang="en-US" sz="3000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O ORIGINAL PERMANECE </a:t>
            </a:r>
            <a:r>
              <a:rPr lang="en-US" sz="3000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NO</a:t>
            </a:r>
            <a:r>
              <a:rPr lang="en-US" sz="3000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 mesmo lugar</a:t>
            </a:r>
          </a:p>
          <a:p>
            <a:pPr algn="l">
              <a:lnSpc>
                <a:spcPts val="4201"/>
              </a:lnSpc>
            </a:pPr>
            <a:r>
              <a:rPr lang="en-US" sz="3000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Use qu</a:t>
            </a:r>
            <a:r>
              <a:rPr lang="en-US" sz="3000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ANDO QUISER D</a:t>
            </a:r>
            <a:r>
              <a:rPr lang="en-US" sz="3000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UPLICAR O ARQU</a:t>
            </a:r>
            <a:r>
              <a:rPr lang="en-US" sz="3000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IV</a:t>
            </a:r>
            <a:r>
              <a:rPr lang="en-US" sz="3000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O.</a:t>
            </a:r>
          </a:p>
          <a:p>
            <a:pPr algn="l">
              <a:lnSpc>
                <a:spcPts val="4201"/>
              </a:lnSpc>
            </a:pPr>
          </a:p>
          <a:p>
            <a:pPr algn="l">
              <a:lnSpc>
                <a:spcPts val="4201"/>
              </a:lnSpc>
            </a:pPr>
            <a:r>
              <a:rPr lang="en-US" sz="3000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ATALHO: CTRL + V</a:t>
            </a:r>
          </a:p>
          <a:p>
            <a:pPr algn="l" marL="647911" indent="-323955" lvl="1">
              <a:lnSpc>
                <a:spcPts val="4201"/>
              </a:lnSpc>
              <a:buAutoNum type="arabicPeriod" startAt="1"/>
            </a:pPr>
            <a:r>
              <a:rPr lang="en-US" sz="3000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COLA O ARQUIVO COPIADO OU RECORTADO NA PASTA ATUAL</a:t>
            </a:r>
          </a:p>
          <a:p>
            <a:pPr algn="l">
              <a:lnSpc>
                <a:spcPts val="4201"/>
              </a:lnSpc>
            </a:pPr>
          </a:p>
          <a:p>
            <a:pPr algn="l">
              <a:lnSpc>
                <a:spcPts val="4201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2744124" y="8078196"/>
            <a:ext cx="6432834" cy="344202"/>
          </a:xfrm>
          <a:custGeom>
            <a:avLst/>
            <a:gdLst/>
            <a:ahLst/>
            <a:cxnLst/>
            <a:rect r="r" b="b" t="t" l="l"/>
            <a:pathLst>
              <a:path h="344202" w="6432834">
                <a:moveTo>
                  <a:pt x="0" y="0"/>
                </a:moveTo>
                <a:lnTo>
                  <a:pt x="6432834" y="0"/>
                </a:lnTo>
                <a:lnTo>
                  <a:pt x="6432834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932" t="0" r="-20604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564982" y="8078196"/>
            <a:ext cx="6432834" cy="344202"/>
          </a:xfrm>
          <a:custGeom>
            <a:avLst/>
            <a:gdLst/>
            <a:ahLst/>
            <a:cxnLst/>
            <a:rect r="r" b="b" t="t" l="l"/>
            <a:pathLst>
              <a:path h="344202" w="6432834">
                <a:moveTo>
                  <a:pt x="0" y="0"/>
                </a:moveTo>
                <a:lnTo>
                  <a:pt x="6432834" y="0"/>
                </a:lnTo>
                <a:lnTo>
                  <a:pt x="6432834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932" t="0" r="-20604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341306" y="7977799"/>
            <a:ext cx="1178951" cy="282023"/>
          </a:xfrm>
          <a:custGeom>
            <a:avLst/>
            <a:gdLst/>
            <a:ahLst/>
            <a:cxnLst/>
            <a:rect r="r" b="b" t="t" l="l"/>
            <a:pathLst>
              <a:path h="282023" w="1178951">
                <a:moveTo>
                  <a:pt x="0" y="0"/>
                </a:moveTo>
                <a:lnTo>
                  <a:pt x="1178952" y="0"/>
                </a:lnTo>
                <a:lnTo>
                  <a:pt x="1178952" y="282023"/>
                </a:lnTo>
                <a:lnTo>
                  <a:pt x="0" y="2820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318033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136385" y="8078196"/>
            <a:ext cx="7347797" cy="344202"/>
          </a:xfrm>
          <a:custGeom>
            <a:avLst/>
            <a:gdLst/>
            <a:ahLst/>
            <a:cxnLst/>
            <a:rect r="r" b="b" t="t" l="l"/>
            <a:pathLst>
              <a:path h="344202" w="7347797">
                <a:moveTo>
                  <a:pt x="0" y="0"/>
                </a:moveTo>
                <a:lnTo>
                  <a:pt x="7347796" y="0"/>
                </a:lnTo>
                <a:lnTo>
                  <a:pt x="7347796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816" t="0" r="-5586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223427" y="8078196"/>
            <a:ext cx="7347797" cy="344202"/>
          </a:xfrm>
          <a:custGeom>
            <a:avLst/>
            <a:gdLst/>
            <a:ahLst/>
            <a:cxnLst/>
            <a:rect r="r" b="b" t="t" l="l"/>
            <a:pathLst>
              <a:path h="344202" w="7347797">
                <a:moveTo>
                  <a:pt x="0" y="0"/>
                </a:moveTo>
                <a:lnTo>
                  <a:pt x="7347796" y="0"/>
                </a:lnTo>
                <a:lnTo>
                  <a:pt x="7347796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816" t="0" r="-5586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1363" y="2141100"/>
            <a:ext cx="2980461" cy="839948"/>
          </a:xfrm>
          <a:custGeom>
            <a:avLst/>
            <a:gdLst/>
            <a:ahLst/>
            <a:cxnLst/>
            <a:rect r="r" b="b" t="t" l="l"/>
            <a:pathLst>
              <a:path h="839948" w="2980461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3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298261" y="2141100"/>
            <a:ext cx="2980461" cy="839948"/>
          </a:xfrm>
          <a:custGeom>
            <a:avLst/>
            <a:gdLst/>
            <a:ahLst/>
            <a:cxnLst/>
            <a:rect r="r" b="b" t="t" l="l"/>
            <a:pathLst>
              <a:path h="839948" w="2980461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3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79042" y="8519989"/>
            <a:ext cx="7291391" cy="426936"/>
          </a:xfrm>
          <a:custGeom>
            <a:avLst/>
            <a:gdLst/>
            <a:ahLst/>
            <a:cxnLst/>
            <a:rect r="r" b="b" t="t" l="l"/>
            <a:pathLst>
              <a:path h="426936" w="7291391">
                <a:moveTo>
                  <a:pt x="0" y="0"/>
                </a:moveTo>
                <a:lnTo>
                  <a:pt x="7291390" y="0"/>
                </a:lnTo>
                <a:lnTo>
                  <a:pt x="7291390" y="426936"/>
                </a:lnTo>
                <a:lnTo>
                  <a:pt x="0" y="4269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326" t="-20627" r="0" b="-137943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102848" y="8393823"/>
            <a:ext cx="7195413" cy="515002"/>
          </a:xfrm>
          <a:custGeom>
            <a:avLst/>
            <a:gdLst/>
            <a:ahLst/>
            <a:cxnLst/>
            <a:rect r="r" b="b" t="t" l="l"/>
            <a:pathLst>
              <a:path h="515002" w="7195413">
                <a:moveTo>
                  <a:pt x="0" y="0"/>
                </a:moveTo>
                <a:lnTo>
                  <a:pt x="7195413" y="0"/>
                </a:lnTo>
                <a:lnTo>
                  <a:pt x="7195413" y="515002"/>
                </a:lnTo>
                <a:lnTo>
                  <a:pt x="0" y="51500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1664" t="0" r="0" b="-114354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490269" y="8431923"/>
            <a:ext cx="7195413" cy="515002"/>
          </a:xfrm>
          <a:custGeom>
            <a:avLst/>
            <a:gdLst/>
            <a:ahLst/>
            <a:cxnLst/>
            <a:rect r="r" b="b" t="t" l="l"/>
            <a:pathLst>
              <a:path h="515002" w="7195413">
                <a:moveTo>
                  <a:pt x="0" y="0"/>
                </a:moveTo>
                <a:lnTo>
                  <a:pt x="7195412" y="0"/>
                </a:lnTo>
                <a:lnTo>
                  <a:pt x="7195412" y="515002"/>
                </a:lnTo>
                <a:lnTo>
                  <a:pt x="0" y="51500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1664" t="0" r="0" b="-114354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217631" y="7977799"/>
            <a:ext cx="1178951" cy="282023"/>
          </a:xfrm>
          <a:custGeom>
            <a:avLst/>
            <a:gdLst/>
            <a:ahLst/>
            <a:cxnLst/>
            <a:rect r="r" b="b" t="t" l="l"/>
            <a:pathLst>
              <a:path h="282023" w="1178951">
                <a:moveTo>
                  <a:pt x="0" y="0"/>
                </a:moveTo>
                <a:lnTo>
                  <a:pt x="1178952" y="0"/>
                </a:lnTo>
                <a:lnTo>
                  <a:pt x="1178952" y="282023"/>
                </a:lnTo>
                <a:lnTo>
                  <a:pt x="0" y="2820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318033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631063" y="6839230"/>
            <a:ext cx="738550" cy="1680759"/>
          </a:xfrm>
          <a:custGeom>
            <a:avLst/>
            <a:gdLst/>
            <a:ahLst/>
            <a:cxnLst/>
            <a:rect r="r" b="b" t="t" l="l"/>
            <a:pathLst>
              <a:path h="1680759" w="738550">
                <a:moveTo>
                  <a:pt x="0" y="0"/>
                </a:moveTo>
                <a:lnTo>
                  <a:pt x="738550" y="0"/>
                </a:lnTo>
                <a:lnTo>
                  <a:pt x="738550" y="1680759"/>
                </a:lnTo>
                <a:lnTo>
                  <a:pt x="0" y="168075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-3281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825726" y="7248025"/>
            <a:ext cx="554734" cy="1262439"/>
          </a:xfrm>
          <a:custGeom>
            <a:avLst/>
            <a:gdLst/>
            <a:ahLst/>
            <a:cxnLst/>
            <a:rect r="r" b="b" t="t" l="l"/>
            <a:pathLst>
              <a:path h="1262439" w="554734">
                <a:moveTo>
                  <a:pt x="0" y="0"/>
                </a:moveTo>
                <a:lnTo>
                  <a:pt x="554734" y="0"/>
                </a:lnTo>
                <a:lnTo>
                  <a:pt x="554734" y="1262439"/>
                </a:lnTo>
                <a:lnTo>
                  <a:pt x="0" y="126243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-3281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5699944" y="6098136"/>
            <a:ext cx="2163004" cy="2333787"/>
          </a:xfrm>
          <a:custGeom>
            <a:avLst/>
            <a:gdLst/>
            <a:ahLst/>
            <a:cxnLst/>
            <a:rect r="r" b="b" t="t" l="l"/>
            <a:pathLst>
              <a:path h="2333787" w="2163004">
                <a:moveTo>
                  <a:pt x="0" y="0"/>
                </a:moveTo>
                <a:lnTo>
                  <a:pt x="2163004" y="0"/>
                </a:lnTo>
                <a:lnTo>
                  <a:pt x="2163004" y="2333787"/>
                </a:lnTo>
                <a:lnTo>
                  <a:pt x="0" y="233378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558143" y="980611"/>
            <a:ext cx="15329657" cy="1761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93"/>
              </a:lnSpc>
              <a:spcBef>
                <a:spcPct val="0"/>
              </a:spcBef>
            </a:pPr>
            <a:r>
              <a:rPr lang="en-US" sz="6595" spc="1734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MANIPULANDO PASTAS E ARQUIVOS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45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932790" y="2141100"/>
            <a:ext cx="23982130" cy="6805825"/>
            <a:chOff x="0" y="0"/>
            <a:chExt cx="31976174" cy="90744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7916129"/>
              <a:ext cx="8577112" cy="458935"/>
            </a:xfrm>
            <a:custGeom>
              <a:avLst/>
              <a:gdLst/>
              <a:ahLst/>
              <a:cxnLst/>
              <a:rect r="r" b="b" t="t" l="l"/>
              <a:pathLst>
                <a:path h="458935" w="8577112">
                  <a:moveTo>
                    <a:pt x="0" y="0"/>
                  </a:moveTo>
                  <a:lnTo>
                    <a:pt x="8577112" y="0"/>
                  </a:lnTo>
                  <a:lnTo>
                    <a:pt x="8577112" y="458936"/>
                  </a:lnTo>
                  <a:lnTo>
                    <a:pt x="0" y="458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932" t="0" r="-20604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649602" y="6264174"/>
              <a:ext cx="984734" cy="2241012"/>
            </a:xfrm>
            <a:custGeom>
              <a:avLst/>
              <a:gdLst/>
              <a:ahLst/>
              <a:cxnLst/>
              <a:rect r="r" b="b" t="t" l="l"/>
              <a:pathLst>
                <a:path h="2241012" w="984734">
                  <a:moveTo>
                    <a:pt x="0" y="0"/>
                  </a:moveTo>
                  <a:lnTo>
                    <a:pt x="984734" y="0"/>
                  </a:lnTo>
                  <a:lnTo>
                    <a:pt x="984734" y="2241012"/>
                  </a:lnTo>
                  <a:lnTo>
                    <a:pt x="0" y="22410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-3281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575820" y="6809234"/>
              <a:ext cx="739646" cy="1683251"/>
            </a:xfrm>
            <a:custGeom>
              <a:avLst/>
              <a:gdLst/>
              <a:ahLst/>
              <a:cxnLst/>
              <a:rect r="r" b="b" t="t" l="l"/>
              <a:pathLst>
                <a:path h="1683251" w="739646">
                  <a:moveTo>
                    <a:pt x="0" y="0"/>
                  </a:moveTo>
                  <a:lnTo>
                    <a:pt x="739646" y="0"/>
                  </a:lnTo>
                  <a:lnTo>
                    <a:pt x="739646" y="1683252"/>
                  </a:lnTo>
                  <a:lnTo>
                    <a:pt x="0" y="16832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-3281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8183674" y="7782266"/>
              <a:ext cx="1571935" cy="376031"/>
            </a:xfrm>
            <a:custGeom>
              <a:avLst/>
              <a:gdLst/>
              <a:ahLst/>
              <a:cxnLst/>
              <a:rect r="r" b="b" t="t" l="l"/>
              <a:pathLst>
                <a:path h="376031" w="1571935">
                  <a:moveTo>
                    <a:pt x="0" y="0"/>
                  </a:moveTo>
                  <a:lnTo>
                    <a:pt x="1571935" y="0"/>
                  </a:lnTo>
                  <a:lnTo>
                    <a:pt x="1571935" y="376031"/>
                  </a:lnTo>
                  <a:lnTo>
                    <a:pt x="0" y="3760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-318033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8577112" y="7916129"/>
              <a:ext cx="9797062" cy="458935"/>
            </a:xfrm>
            <a:custGeom>
              <a:avLst/>
              <a:gdLst/>
              <a:ahLst/>
              <a:cxnLst/>
              <a:rect r="r" b="b" t="t" l="l"/>
              <a:pathLst>
                <a:path h="458935" w="9797062">
                  <a:moveTo>
                    <a:pt x="0" y="0"/>
                  </a:moveTo>
                  <a:lnTo>
                    <a:pt x="9797062" y="0"/>
                  </a:lnTo>
                  <a:lnTo>
                    <a:pt x="9797062" y="458936"/>
                  </a:lnTo>
                  <a:lnTo>
                    <a:pt x="0" y="458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816" t="0" r="-5586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0693168" y="7916129"/>
              <a:ext cx="9797062" cy="458935"/>
            </a:xfrm>
            <a:custGeom>
              <a:avLst/>
              <a:gdLst/>
              <a:ahLst/>
              <a:cxnLst/>
              <a:rect r="r" b="b" t="t" l="l"/>
              <a:pathLst>
                <a:path h="458935" w="9797062">
                  <a:moveTo>
                    <a:pt x="0" y="0"/>
                  </a:moveTo>
                  <a:lnTo>
                    <a:pt x="9797062" y="0"/>
                  </a:lnTo>
                  <a:lnTo>
                    <a:pt x="9797062" y="458936"/>
                  </a:lnTo>
                  <a:lnTo>
                    <a:pt x="0" y="458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816" t="0" r="-5586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183750" y="0"/>
              <a:ext cx="3973948" cy="1119931"/>
            </a:xfrm>
            <a:custGeom>
              <a:avLst/>
              <a:gdLst/>
              <a:ahLst/>
              <a:cxnLst/>
              <a:rect r="r" b="b" t="t" l="l"/>
              <a:pathLst>
                <a:path h="1119931" w="3973948">
                  <a:moveTo>
                    <a:pt x="0" y="0"/>
                  </a:moveTo>
                  <a:lnTo>
                    <a:pt x="3973948" y="0"/>
                  </a:lnTo>
                  <a:lnTo>
                    <a:pt x="3973948" y="1119931"/>
                  </a:lnTo>
                  <a:lnTo>
                    <a:pt x="0" y="11199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30000"/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2126280" y="0"/>
              <a:ext cx="3973948" cy="1119931"/>
            </a:xfrm>
            <a:custGeom>
              <a:avLst/>
              <a:gdLst/>
              <a:ahLst/>
              <a:cxnLst/>
              <a:rect r="r" b="b" t="t" l="l"/>
              <a:pathLst>
                <a:path h="1119931" w="3973948">
                  <a:moveTo>
                    <a:pt x="0" y="0"/>
                  </a:moveTo>
                  <a:lnTo>
                    <a:pt x="3973948" y="0"/>
                  </a:lnTo>
                  <a:lnTo>
                    <a:pt x="3973948" y="1119931"/>
                  </a:lnTo>
                  <a:lnTo>
                    <a:pt x="0" y="11199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30000"/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2556542" y="8505186"/>
              <a:ext cx="9721855" cy="569248"/>
            </a:xfrm>
            <a:custGeom>
              <a:avLst/>
              <a:gdLst/>
              <a:ahLst/>
              <a:cxnLst/>
              <a:rect r="r" b="b" t="t" l="l"/>
              <a:pathLst>
                <a:path h="569248" w="9721855">
                  <a:moveTo>
                    <a:pt x="0" y="0"/>
                  </a:moveTo>
                  <a:lnTo>
                    <a:pt x="9721855" y="0"/>
                  </a:lnTo>
                  <a:lnTo>
                    <a:pt x="9721855" y="569248"/>
                  </a:lnTo>
                  <a:lnTo>
                    <a:pt x="0" y="5692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-326" t="-20627" r="0" b="-137943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572190" y="7916129"/>
              <a:ext cx="8577112" cy="458935"/>
            </a:xfrm>
            <a:custGeom>
              <a:avLst/>
              <a:gdLst/>
              <a:ahLst/>
              <a:cxnLst/>
              <a:rect r="r" b="b" t="t" l="l"/>
              <a:pathLst>
                <a:path h="458935" w="8577112">
                  <a:moveTo>
                    <a:pt x="0" y="0"/>
                  </a:moveTo>
                  <a:lnTo>
                    <a:pt x="8577112" y="0"/>
                  </a:lnTo>
                  <a:lnTo>
                    <a:pt x="8577112" y="458936"/>
                  </a:lnTo>
                  <a:lnTo>
                    <a:pt x="0" y="458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932" t="0" r="-20604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2532397" y="8336965"/>
              <a:ext cx="9593884" cy="686669"/>
            </a:xfrm>
            <a:custGeom>
              <a:avLst/>
              <a:gdLst/>
              <a:ahLst/>
              <a:cxnLst/>
              <a:rect r="r" b="b" t="t" l="l"/>
              <a:pathLst>
                <a:path h="686669" w="9593884">
                  <a:moveTo>
                    <a:pt x="0" y="0"/>
                  </a:moveTo>
                  <a:lnTo>
                    <a:pt x="9593883" y="0"/>
                  </a:lnTo>
                  <a:lnTo>
                    <a:pt x="9593883" y="686669"/>
                  </a:lnTo>
                  <a:lnTo>
                    <a:pt x="0" y="686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-1664" t="0" r="0" b="-114354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22382290" y="8387765"/>
              <a:ext cx="9593884" cy="686669"/>
            </a:xfrm>
            <a:custGeom>
              <a:avLst/>
              <a:gdLst/>
              <a:ahLst/>
              <a:cxnLst/>
              <a:rect r="r" b="b" t="t" l="l"/>
              <a:pathLst>
                <a:path h="686669" w="9593884">
                  <a:moveTo>
                    <a:pt x="0" y="0"/>
                  </a:moveTo>
                  <a:lnTo>
                    <a:pt x="9593884" y="0"/>
                  </a:lnTo>
                  <a:lnTo>
                    <a:pt x="9593884" y="686669"/>
                  </a:lnTo>
                  <a:lnTo>
                    <a:pt x="0" y="686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-1664" t="0" r="0" b="-114354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9352107" y="7782266"/>
              <a:ext cx="1571935" cy="376031"/>
            </a:xfrm>
            <a:custGeom>
              <a:avLst/>
              <a:gdLst/>
              <a:ahLst/>
              <a:cxnLst/>
              <a:rect r="r" b="b" t="t" l="l"/>
              <a:pathLst>
                <a:path h="376031" w="1571935">
                  <a:moveTo>
                    <a:pt x="0" y="0"/>
                  </a:moveTo>
                  <a:lnTo>
                    <a:pt x="1571935" y="0"/>
                  </a:lnTo>
                  <a:lnTo>
                    <a:pt x="1571935" y="376031"/>
                  </a:lnTo>
                  <a:lnTo>
                    <a:pt x="0" y="3760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-318033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6570016" y="6264174"/>
              <a:ext cx="984734" cy="2241012"/>
            </a:xfrm>
            <a:custGeom>
              <a:avLst/>
              <a:gdLst/>
              <a:ahLst/>
              <a:cxnLst/>
              <a:rect r="r" b="b" t="t" l="l"/>
              <a:pathLst>
                <a:path h="2241012" w="984734">
                  <a:moveTo>
                    <a:pt x="0" y="0"/>
                  </a:moveTo>
                  <a:lnTo>
                    <a:pt x="984733" y="0"/>
                  </a:lnTo>
                  <a:lnTo>
                    <a:pt x="984733" y="2241012"/>
                  </a:lnTo>
                  <a:lnTo>
                    <a:pt x="0" y="22410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-3281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5496234" y="6809234"/>
              <a:ext cx="739646" cy="1683251"/>
            </a:xfrm>
            <a:custGeom>
              <a:avLst/>
              <a:gdLst/>
              <a:ahLst/>
              <a:cxnLst/>
              <a:rect r="r" b="b" t="t" l="l"/>
              <a:pathLst>
                <a:path h="1683251" w="739646">
                  <a:moveTo>
                    <a:pt x="0" y="0"/>
                  </a:moveTo>
                  <a:lnTo>
                    <a:pt x="739645" y="0"/>
                  </a:lnTo>
                  <a:lnTo>
                    <a:pt x="739645" y="1683252"/>
                  </a:lnTo>
                  <a:lnTo>
                    <a:pt x="0" y="16832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-3281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15576119" y="6098136"/>
            <a:ext cx="2163004" cy="2333787"/>
          </a:xfrm>
          <a:custGeom>
            <a:avLst/>
            <a:gdLst/>
            <a:ahLst/>
            <a:cxnLst/>
            <a:rect r="r" b="b" t="t" l="l"/>
            <a:pathLst>
              <a:path h="2333787" w="2163004">
                <a:moveTo>
                  <a:pt x="0" y="0"/>
                </a:moveTo>
                <a:lnTo>
                  <a:pt x="2163004" y="0"/>
                </a:lnTo>
                <a:lnTo>
                  <a:pt x="2163004" y="2333787"/>
                </a:lnTo>
                <a:lnTo>
                  <a:pt x="0" y="233378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558143" y="1123950"/>
            <a:ext cx="15329657" cy="1761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93"/>
              </a:lnSpc>
              <a:spcBef>
                <a:spcPct val="0"/>
              </a:spcBef>
            </a:pPr>
            <a:r>
              <a:rPr lang="en-US" sz="6595" spc="1734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MANIPULANDO PASTAS E ARQUIVOS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550045" y="3638855"/>
            <a:ext cx="13187911" cy="3190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1"/>
              </a:lnSpc>
            </a:pPr>
            <a:r>
              <a:rPr lang="en-US" sz="3000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RECORTAR (MOVER)</a:t>
            </a:r>
          </a:p>
          <a:p>
            <a:pPr algn="l" marL="647911" indent="-323955" lvl="1">
              <a:lnSpc>
                <a:spcPts val="4201"/>
              </a:lnSpc>
              <a:buAutoNum type="arabicPeriod" startAt="1"/>
            </a:pPr>
            <a:r>
              <a:rPr lang="en-US" sz="3000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ATALHO: CTRL + X</a:t>
            </a:r>
          </a:p>
          <a:p>
            <a:pPr algn="l" marL="647911" indent="-323955" lvl="1">
              <a:lnSpc>
                <a:spcPts val="4201"/>
              </a:lnSpc>
              <a:buAutoNum type="arabicPeriod" startAt="1"/>
            </a:pPr>
            <a:r>
              <a:rPr lang="en-US" sz="3000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REMOVE O ARQUIVO DO LOCAL ATUAL</a:t>
            </a:r>
          </a:p>
          <a:p>
            <a:pPr algn="l" marL="647911" indent="-323955" lvl="1">
              <a:lnSpc>
                <a:spcPts val="4201"/>
              </a:lnSpc>
              <a:buAutoNum type="arabicPeriod" startAt="1"/>
            </a:pPr>
            <a:r>
              <a:rPr lang="en-US" sz="3000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DEVE SER</a:t>
            </a:r>
            <a:r>
              <a:rPr lang="en-US" sz="3000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 USADO JUNTO</a:t>
            </a:r>
            <a:r>
              <a:rPr lang="en-US" sz="3000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 com Colar</a:t>
            </a:r>
          </a:p>
          <a:p>
            <a:pPr algn="l">
              <a:lnSpc>
                <a:spcPts val="4201"/>
              </a:lnSpc>
            </a:pPr>
            <a:r>
              <a:rPr lang="en-US" sz="3000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Use qu</a:t>
            </a:r>
            <a:r>
              <a:rPr lang="en-US" sz="3000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ANDO QUISER </a:t>
            </a:r>
            <a:r>
              <a:rPr lang="en-US" sz="3000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MUDAR O ARQU</a:t>
            </a:r>
            <a:r>
              <a:rPr lang="en-US" sz="3000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IV</a:t>
            </a:r>
            <a:r>
              <a:rPr lang="en-US" sz="3000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O DE LUGAR.</a:t>
            </a:r>
          </a:p>
          <a:p>
            <a:pPr algn="l">
              <a:lnSpc>
                <a:spcPts val="4201"/>
              </a:lnSpc>
            </a:p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45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218540" y="2141100"/>
            <a:ext cx="23982130" cy="6805825"/>
            <a:chOff x="0" y="0"/>
            <a:chExt cx="31976174" cy="90744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7916129"/>
              <a:ext cx="8577112" cy="458935"/>
            </a:xfrm>
            <a:custGeom>
              <a:avLst/>
              <a:gdLst/>
              <a:ahLst/>
              <a:cxnLst/>
              <a:rect r="r" b="b" t="t" l="l"/>
              <a:pathLst>
                <a:path h="458935" w="8577112">
                  <a:moveTo>
                    <a:pt x="0" y="0"/>
                  </a:moveTo>
                  <a:lnTo>
                    <a:pt x="8577112" y="0"/>
                  </a:lnTo>
                  <a:lnTo>
                    <a:pt x="8577112" y="458936"/>
                  </a:lnTo>
                  <a:lnTo>
                    <a:pt x="0" y="458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932" t="0" r="-20604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649602" y="6264174"/>
              <a:ext cx="984734" cy="2241012"/>
            </a:xfrm>
            <a:custGeom>
              <a:avLst/>
              <a:gdLst/>
              <a:ahLst/>
              <a:cxnLst/>
              <a:rect r="r" b="b" t="t" l="l"/>
              <a:pathLst>
                <a:path h="2241012" w="984734">
                  <a:moveTo>
                    <a:pt x="0" y="0"/>
                  </a:moveTo>
                  <a:lnTo>
                    <a:pt x="984734" y="0"/>
                  </a:lnTo>
                  <a:lnTo>
                    <a:pt x="984734" y="2241012"/>
                  </a:lnTo>
                  <a:lnTo>
                    <a:pt x="0" y="22410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-3281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575820" y="6809234"/>
              <a:ext cx="739646" cy="1683251"/>
            </a:xfrm>
            <a:custGeom>
              <a:avLst/>
              <a:gdLst/>
              <a:ahLst/>
              <a:cxnLst/>
              <a:rect r="r" b="b" t="t" l="l"/>
              <a:pathLst>
                <a:path h="1683251" w="739646">
                  <a:moveTo>
                    <a:pt x="0" y="0"/>
                  </a:moveTo>
                  <a:lnTo>
                    <a:pt x="739646" y="0"/>
                  </a:lnTo>
                  <a:lnTo>
                    <a:pt x="739646" y="1683252"/>
                  </a:lnTo>
                  <a:lnTo>
                    <a:pt x="0" y="16832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-3281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8183674" y="7782266"/>
              <a:ext cx="1571935" cy="376031"/>
            </a:xfrm>
            <a:custGeom>
              <a:avLst/>
              <a:gdLst/>
              <a:ahLst/>
              <a:cxnLst/>
              <a:rect r="r" b="b" t="t" l="l"/>
              <a:pathLst>
                <a:path h="376031" w="1571935">
                  <a:moveTo>
                    <a:pt x="0" y="0"/>
                  </a:moveTo>
                  <a:lnTo>
                    <a:pt x="1571935" y="0"/>
                  </a:lnTo>
                  <a:lnTo>
                    <a:pt x="1571935" y="376031"/>
                  </a:lnTo>
                  <a:lnTo>
                    <a:pt x="0" y="3760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-318033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8577112" y="7916129"/>
              <a:ext cx="9797062" cy="458935"/>
            </a:xfrm>
            <a:custGeom>
              <a:avLst/>
              <a:gdLst/>
              <a:ahLst/>
              <a:cxnLst/>
              <a:rect r="r" b="b" t="t" l="l"/>
              <a:pathLst>
                <a:path h="458935" w="9797062">
                  <a:moveTo>
                    <a:pt x="0" y="0"/>
                  </a:moveTo>
                  <a:lnTo>
                    <a:pt x="9797062" y="0"/>
                  </a:lnTo>
                  <a:lnTo>
                    <a:pt x="9797062" y="458936"/>
                  </a:lnTo>
                  <a:lnTo>
                    <a:pt x="0" y="458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816" t="0" r="-5586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0693168" y="7916129"/>
              <a:ext cx="9797062" cy="458935"/>
            </a:xfrm>
            <a:custGeom>
              <a:avLst/>
              <a:gdLst/>
              <a:ahLst/>
              <a:cxnLst/>
              <a:rect r="r" b="b" t="t" l="l"/>
              <a:pathLst>
                <a:path h="458935" w="9797062">
                  <a:moveTo>
                    <a:pt x="0" y="0"/>
                  </a:moveTo>
                  <a:lnTo>
                    <a:pt x="9797062" y="0"/>
                  </a:lnTo>
                  <a:lnTo>
                    <a:pt x="9797062" y="458936"/>
                  </a:lnTo>
                  <a:lnTo>
                    <a:pt x="0" y="458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816" t="0" r="-5586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183750" y="0"/>
              <a:ext cx="3973948" cy="1119931"/>
            </a:xfrm>
            <a:custGeom>
              <a:avLst/>
              <a:gdLst/>
              <a:ahLst/>
              <a:cxnLst/>
              <a:rect r="r" b="b" t="t" l="l"/>
              <a:pathLst>
                <a:path h="1119931" w="3973948">
                  <a:moveTo>
                    <a:pt x="0" y="0"/>
                  </a:moveTo>
                  <a:lnTo>
                    <a:pt x="3973948" y="0"/>
                  </a:lnTo>
                  <a:lnTo>
                    <a:pt x="3973948" y="1119931"/>
                  </a:lnTo>
                  <a:lnTo>
                    <a:pt x="0" y="11199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30000"/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2126280" y="0"/>
              <a:ext cx="3973948" cy="1119931"/>
            </a:xfrm>
            <a:custGeom>
              <a:avLst/>
              <a:gdLst/>
              <a:ahLst/>
              <a:cxnLst/>
              <a:rect r="r" b="b" t="t" l="l"/>
              <a:pathLst>
                <a:path h="1119931" w="3973948">
                  <a:moveTo>
                    <a:pt x="0" y="0"/>
                  </a:moveTo>
                  <a:lnTo>
                    <a:pt x="3973948" y="0"/>
                  </a:lnTo>
                  <a:lnTo>
                    <a:pt x="3973948" y="1119931"/>
                  </a:lnTo>
                  <a:lnTo>
                    <a:pt x="0" y="11199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30000"/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2556542" y="8505186"/>
              <a:ext cx="9721855" cy="569248"/>
            </a:xfrm>
            <a:custGeom>
              <a:avLst/>
              <a:gdLst/>
              <a:ahLst/>
              <a:cxnLst/>
              <a:rect r="r" b="b" t="t" l="l"/>
              <a:pathLst>
                <a:path h="569248" w="9721855">
                  <a:moveTo>
                    <a:pt x="0" y="0"/>
                  </a:moveTo>
                  <a:lnTo>
                    <a:pt x="9721855" y="0"/>
                  </a:lnTo>
                  <a:lnTo>
                    <a:pt x="9721855" y="569248"/>
                  </a:lnTo>
                  <a:lnTo>
                    <a:pt x="0" y="5692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-326" t="-20627" r="0" b="-137943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572190" y="7916129"/>
              <a:ext cx="8577112" cy="458935"/>
            </a:xfrm>
            <a:custGeom>
              <a:avLst/>
              <a:gdLst/>
              <a:ahLst/>
              <a:cxnLst/>
              <a:rect r="r" b="b" t="t" l="l"/>
              <a:pathLst>
                <a:path h="458935" w="8577112">
                  <a:moveTo>
                    <a:pt x="0" y="0"/>
                  </a:moveTo>
                  <a:lnTo>
                    <a:pt x="8577112" y="0"/>
                  </a:lnTo>
                  <a:lnTo>
                    <a:pt x="8577112" y="458936"/>
                  </a:lnTo>
                  <a:lnTo>
                    <a:pt x="0" y="458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932" t="0" r="-20604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2532397" y="8336965"/>
              <a:ext cx="9593884" cy="686669"/>
            </a:xfrm>
            <a:custGeom>
              <a:avLst/>
              <a:gdLst/>
              <a:ahLst/>
              <a:cxnLst/>
              <a:rect r="r" b="b" t="t" l="l"/>
              <a:pathLst>
                <a:path h="686669" w="9593884">
                  <a:moveTo>
                    <a:pt x="0" y="0"/>
                  </a:moveTo>
                  <a:lnTo>
                    <a:pt x="9593883" y="0"/>
                  </a:lnTo>
                  <a:lnTo>
                    <a:pt x="9593883" y="686669"/>
                  </a:lnTo>
                  <a:lnTo>
                    <a:pt x="0" y="686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-1664" t="0" r="0" b="-114354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22382290" y="8387765"/>
              <a:ext cx="9593884" cy="686669"/>
            </a:xfrm>
            <a:custGeom>
              <a:avLst/>
              <a:gdLst/>
              <a:ahLst/>
              <a:cxnLst/>
              <a:rect r="r" b="b" t="t" l="l"/>
              <a:pathLst>
                <a:path h="686669" w="9593884">
                  <a:moveTo>
                    <a:pt x="0" y="0"/>
                  </a:moveTo>
                  <a:lnTo>
                    <a:pt x="9593884" y="0"/>
                  </a:lnTo>
                  <a:lnTo>
                    <a:pt x="9593884" y="686669"/>
                  </a:lnTo>
                  <a:lnTo>
                    <a:pt x="0" y="686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-1664" t="0" r="0" b="-114354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9352107" y="7782266"/>
              <a:ext cx="1571935" cy="376031"/>
            </a:xfrm>
            <a:custGeom>
              <a:avLst/>
              <a:gdLst/>
              <a:ahLst/>
              <a:cxnLst/>
              <a:rect r="r" b="b" t="t" l="l"/>
              <a:pathLst>
                <a:path h="376031" w="1571935">
                  <a:moveTo>
                    <a:pt x="0" y="0"/>
                  </a:moveTo>
                  <a:lnTo>
                    <a:pt x="1571935" y="0"/>
                  </a:lnTo>
                  <a:lnTo>
                    <a:pt x="1571935" y="376031"/>
                  </a:lnTo>
                  <a:lnTo>
                    <a:pt x="0" y="3760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-318033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6570016" y="6264174"/>
              <a:ext cx="984734" cy="2241012"/>
            </a:xfrm>
            <a:custGeom>
              <a:avLst/>
              <a:gdLst/>
              <a:ahLst/>
              <a:cxnLst/>
              <a:rect r="r" b="b" t="t" l="l"/>
              <a:pathLst>
                <a:path h="2241012" w="984734">
                  <a:moveTo>
                    <a:pt x="0" y="0"/>
                  </a:moveTo>
                  <a:lnTo>
                    <a:pt x="984733" y="0"/>
                  </a:lnTo>
                  <a:lnTo>
                    <a:pt x="984733" y="2241012"/>
                  </a:lnTo>
                  <a:lnTo>
                    <a:pt x="0" y="22410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-3281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5496234" y="6809234"/>
              <a:ext cx="739646" cy="1683251"/>
            </a:xfrm>
            <a:custGeom>
              <a:avLst/>
              <a:gdLst/>
              <a:ahLst/>
              <a:cxnLst/>
              <a:rect r="r" b="b" t="t" l="l"/>
              <a:pathLst>
                <a:path h="1683251" w="739646">
                  <a:moveTo>
                    <a:pt x="0" y="0"/>
                  </a:moveTo>
                  <a:lnTo>
                    <a:pt x="739645" y="0"/>
                  </a:lnTo>
                  <a:lnTo>
                    <a:pt x="739645" y="1683252"/>
                  </a:lnTo>
                  <a:lnTo>
                    <a:pt x="0" y="16832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-3281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15576119" y="6098136"/>
            <a:ext cx="2163004" cy="2333787"/>
          </a:xfrm>
          <a:custGeom>
            <a:avLst/>
            <a:gdLst/>
            <a:ahLst/>
            <a:cxnLst/>
            <a:rect r="r" b="b" t="t" l="l"/>
            <a:pathLst>
              <a:path h="2333787" w="2163004">
                <a:moveTo>
                  <a:pt x="0" y="0"/>
                </a:moveTo>
                <a:lnTo>
                  <a:pt x="2163004" y="0"/>
                </a:lnTo>
                <a:lnTo>
                  <a:pt x="2163004" y="2333787"/>
                </a:lnTo>
                <a:lnTo>
                  <a:pt x="0" y="233378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558143" y="1038225"/>
            <a:ext cx="15329657" cy="1761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93"/>
              </a:lnSpc>
              <a:spcBef>
                <a:spcPct val="0"/>
              </a:spcBef>
            </a:pPr>
            <a:r>
              <a:rPr lang="en-US" sz="6595" spc="1734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MANIPULANDO PASTAS E ARQUIVOS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550045" y="2908100"/>
            <a:ext cx="13187911" cy="5324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1"/>
              </a:lnSpc>
            </a:pPr>
            <a:r>
              <a:rPr lang="en-US" sz="3000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CRIAR </a:t>
            </a:r>
            <a:r>
              <a:rPr lang="en-US" sz="3000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ATALHO</a:t>
            </a:r>
          </a:p>
          <a:p>
            <a:pPr algn="l">
              <a:lnSpc>
                <a:spcPts val="4201"/>
              </a:lnSpc>
            </a:pPr>
            <a:r>
              <a:rPr lang="en-US" sz="3000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O  ATALHO É UM “ACESSO RÁPIDO” PARA UM ARQUIVO OU PASTA, SEM MOVER O ORIGINAL.</a:t>
            </a:r>
          </a:p>
          <a:p>
            <a:pPr algn="l">
              <a:lnSpc>
                <a:spcPts val="4201"/>
              </a:lnSpc>
            </a:pPr>
          </a:p>
          <a:p>
            <a:pPr algn="l">
              <a:lnSpc>
                <a:spcPts val="4201"/>
              </a:lnSpc>
            </a:pPr>
            <a:r>
              <a:rPr lang="en-US" sz="3000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COMO CRIAR:</a:t>
            </a:r>
          </a:p>
          <a:p>
            <a:pPr algn="l" marL="647911" indent="-323955" lvl="1">
              <a:lnSpc>
                <a:spcPts val="4201"/>
              </a:lnSpc>
              <a:buFont typeface="Arial"/>
              <a:buChar char="•"/>
            </a:pPr>
            <a:r>
              <a:rPr lang="en-US" sz="3000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CLIQUE COM BOTÃO DIREITO → CRIAR LINK</a:t>
            </a:r>
          </a:p>
          <a:p>
            <a:pPr algn="l">
              <a:lnSpc>
                <a:spcPts val="4201"/>
              </a:lnSpc>
            </a:pPr>
          </a:p>
          <a:p>
            <a:pPr algn="l">
              <a:lnSpc>
                <a:spcPts val="4201"/>
              </a:lnSpc>
            </a:pPr>
            <a:r>
              <a:rPr lang="en-US" sz="3000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O ATALHO PODE SER APAGADO SEM EXCLUIR O ARQUIVO ORIGINAL.</a:t>
            </a:r>
          </a:p>
          <a:p>
            <a:pPr algn="l">
              <a:lnSpc>
                <a:spcPts val="4201"/>
              </a:lnSpc>
            </a:p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45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302873" y="8393823"/>
            <a:ext cx="7195413" cy="515002"/>
          </a:xfrm>
          <a:custGeom>
            <a:avLst/>
            <a:gdLst/>
            <a:ahLst/>
            <a:cxnLst/>
            <a:rect r="r" b="b" t="t" l="l"/>
            <a:pathLst>
              <a:path h="515002" w="7195413">
                <a:moveTo>
                  <a:pt x="0" y="0"/>
                </a:moveTo>
                <a:lnTo>
                  <a:pt x="7195413" y="0"/>
                </a:lnTo>
                <a:lnTo>
                  <a:pt x="7195413" y="515002"/>
                </a:lnTo>
                <a:lnTo>
                  <a:pt x="0" y="515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664" t="0" r="0" b="-11435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9017" y="8519989"/>
            <a:ext cx="7291391" cy="426936"/>
          </a:xfrm>
          <a:custGeom>
            <a:avLst/>
            <a:gdLst/>
            <a:ahLst/>
            <a:cxnLst/>
            <a:rect r="r" b="b" t="t" l="l"/>
            <a:pathLst>
              <a:path h="426936" w="7291391">
                <a:moveTo>
                  <a:pt x="0" y="0"/>
                </a:moveTo>
                <a:lnTo>
                  <a:pt x="7291390" y="0"/>
                </a:lnTo>
                <a:lnTo>
                  <a:pt x="7291390" y="426936"/>
                </a:lnTo>
                <a:lnTo>
                  <a:pt x="0" y="4269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26" t="-20627" r="0" b="-13794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690294" y="8431923"/>
            <a:ext cx="7195413" cy="515002"/>
          </a:xfrm>
          <a:custGeom>
            <a:avLst/>
            <a:gdLst/>
            <a:ahLst/>
            <a:cxnLst/>
            <a:rect r="r" b="b" t="t" l="l"/>
            <a:pathLst>
              <a:path h="515002" w="7195413">
                <a:moveTo>
                  <a:pt x="0" y="0"/>
                </a:moveTo>
                <a:lnTo>
                  <a:pt x="7195412" y="0"/>
                </a:lnTo>
                <a:lnTo>
                  <a:pt x="7195412" y="515002"/>
                </a:lnTo>
                <a:lnTo>
                  <a:pt x="0" y="515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664" t="0" r="0" b="-114354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022642" y="6026748"/>
            <a:ext cx="1109468" cy="2524877"/>
          </a:xfrm>
          <a:custGeom>
            <a:avLst/>
            <a:gdLst/>
            <a:ahLst/>
            <a:cxnLst/>
            <a:rect r="r" b="b" t="t" l="l"/>
            <a:pathLst>
              <a:path h="2524877" w="1109468">
                <a:moveTo>
                  <a:pt x="0" y="0"/>
                </a:moveTo>
                <a:lnTo>
                  <a:pt x="1109469" y="0"/>
                </a:lnTo>
                <a:lnTo>
                  <a:pt x="1109469" y="2524877"/>
                </a:lnTo>
                <a:lnTo>
                  <a:pt x="0" y="25248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3281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007404" y="7996849"/>
            <a:ext cx="1178951" cy="282023"/>
          </a:xfrm>
          <a:custGeom>
            <a:avLst/>
            <a:gdLst/>
            <a:ahLst/>
            <a:cxnLst/>
            <a:rect r="r" b="b" t="t" l="l"/>
            <a:pathLst>
              <a:path h="282023" w="1178951">
                <a:moveTo>
                  <a:pt x="0" y="0"/>
                </a:moveTo>
                <a:lnTo>
                  <a:pt x="1178951" y="0"/>
                </a:lnTo>
                <a:lnTo>
                  <a:pt x="1178951" y="282023"/>
                </a:lnTo>
                <a:lnTo>
                  <a:pt x="0" y="2820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-318033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191793" y="8078196"/>
            <a:ext cx="6432834" cy="344202"/>
          </a:xfrm>
          <a:custGeom>
            <a:avLst/>
            <a:gdLst/>
            <a:ahLst/>
            <a:cxnLst/>
            <a:rect r="r" b="b" t="t" l="l"/>
            <a:pathLst>
              <a:path h="344202" w="6432834">
                <a:moveTo>
                  <a:pt x="0" y="0"/>
                </a:moveTo>
                <a:lnTo>
                  <a:pt x="6432834" y="0"/>
                </a:lnTo>
                <a:lnTo>
                  <a:pt x="6432834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932" t="0" r="-20604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028063" y="8078196"/>
            <a:ext cx="7347797" cy="344202"/>
          </a:xfrm>
          <a:custGeom>
            <a:avLst/>
            <a:gdLst/>
            <a:ahLst/>
            <a:cxnLst/>
            <a:rect r="r" b="b" t="t" l="l"/>
            <a:pathLst>
              <a:path h="344202" w="7347797">
                <a:moveTo>
                  <a:pt x="0" y="0"/>
                </a:moveTo>
                <a:lnTo>
                  <a:pt x="7347797" y="0"/>
                </a:lnTo>
                <a:lnTo>
                  <a:pt x="7347797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816" t="0" r="-5586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375860" y="8078196"/>
            <a:ext cx="7347797" cy="344202"/>
          </a:xfrm>
          <a:custGeom>
            <a:avLst/>
            <a:gdLst/>
            <a:ahLst/>
            <a:cxnLst/>
            <a:rect r="r" b="b" t="t" l="l"/>
            <a:pathLst>
              <a:path h="344202" w="7347797">
                <a:moveTo>
                  <a:pt x="0" y="0"/>
                </a:moveTo>
                <a:lnTo>
                  <a:pt x="7347796" y="0"/>
                </a:lnTo>
                <a:lnTo>
                  <a:pt x="7347796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816" t="0" r="-5586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948355" y="7043319"/>
            <a:ext cx="593432" cy="1350504"/>
          </a:xfrm>
          <a:custGeom>
            <a:avLst/>
            <a:gdLst/>
            <a:ahLst/>
            <a:cxnLst/>
            <a:rect r="r" b="b" t="t" l="l"/>
            <a:pathLst>
              <a:path h="1350504" w="593432">
                <a:moveTo>
                  <a:pt x="0" y="0"/>
                </a:moveTo>
                <a:lnTo>
                  <a:pt x="593432" y="0"/>
                </a:lnTo>
                <a:lnTo>
                  <a:pt x="593432" y="1350504"/>
                </a:lnTo>
                <a:lnTo>
                  <a:pt x="0" y="13505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3281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138206" y="2362167"/>
            <a:ext cx="8011588" cy="3655056"/>
          </a:xfrm>
          <a:custGeom>
            <a:avLst/>
            <a:gdLst/>
            <a:ahLst/>
            <a:cxnLst/>
            <a:rect r="r" b="b" t="t" l="l"/>
            <a:pathLst>
              <a:path h="3655056" w="8011588">
                <a:moveTo>
                  <a:pt x="0" y="0"/>
                </a:moveTo>
                <a:lnTo>
                  <a:pt x="8011588" y="0"/>
                </a:lnTo>
                <a:lnTo>
                  <a:pt x="8011588" y="3655056"/>
                </a:lnTo>
                <a:lnTo>
                  <a:pt x="0" y="365505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512773" y="7289186"/>
            <a:ext cx="554734" cy="1262439"/>
          </a:xfrm>
          <a:custGeom>
            <a:avLst/>
            <a:gdLst/>
            <a:ahLst/>
            <a:cxnLst/>
            <a:rect r="r" b="b" t="t" l="l"/>
            <a:pathLst>
              <a:path h="1262439" w="554734">
                <a:moveTo>
                  <a:pt x="0" y="0"/>
                </a:moveTo>
                <a:lnTo>
                  <a:pt x="554734" y="0"/>
                </a:lnTo>
                <a:lnTo>
                  <a:pt x="554734" y="1262439"/>
                </a:lnTo>
                <a:lnTo>
                  <a:pt x="0" y="12624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3281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094446" y="7996849"/>
            <a:ext cx="1178951" cy="282023"/>
          </a:xfrm>
          <a:custGeom>
            <a:avLst/>
            <a:gdLst/>
            <a:ahLst/>
            <a:cxnLst/>
            <a:rect r="r" b="b" t="t" l="l"/>
            <a:pathLst>
              <a:path h="282023" w="1178951">
                <a:moveTo>
                  <a:pt x="0" y="0"/>
                </a:moveTo>
                <a:lnTo>
                  <a:pt x="1178951" y="0"/>
                </a:lnTo>
                <a:lnTo>
                  <a:pt x="1178951" y="282023"/>
                </a:lnTo>
                <a:lnTo>
                  <a:pt x="0" y="2820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-318033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357384" y="3819362"/>
            <a:ext cx="7573232" cy="679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3"/>
              </a:lnSpc>
              <a:spcBef>
                <a:spcPct val="0"/>
              </a:spcBef>
            </a:pPr>
            <a:r>
              <a:rPr lang="en-US" sz="5022">
                <a:solidFill>
                  <a:srgbClr val="FFFFFF"/>
                </a:solidFill>
                <a:latin typeface="Disket Mono"/>
                <a:ea typeface="Disket Mono"/>
                <a:cs typeface="Disket Mono"/>
                <a:sym typeface="Disket Mono"/>
              </a:rPr>
              <a:t>CONFIGURAÇÕES 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-1170810" y="4189695"/>
            <a:ext cx="2980461" cy="839948"/>
          </a:xfrm>
          <a:custGeom>
            <a:avLst/>
            <a:gdLst/>
            <a:ahLst/>
            <a:cxnLst/>
            <a:rect r="r" b="b" t="t" l="l"/>
            <a:pathLst>
              <a:path h="839948" w="2980461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30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5059889" y="2190061"/>
            <a:ext cx="2980461" cy="839948"/>
          </a:xfrm>
          <a:custGeom>
            <a:avLst/>
            <a:gdLst/>
            <a:ahLst/>
            <a:cxnLst/>
            <a:rect r="r" b="b" t="t" l="l"/>
            <a:pathLst>
              <a:path h="839948" w="2980461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30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723137" y="6164811"/>
            <a:ext cx="2163004" cy="2333787"/>
          </a:xfrm>
          <a:custGeom>
            <a:avLst/>
            <a:gdLst/>
            <a:ahLst/>
            <a:cxnLst/>
            <a:rect r="r" b="b" t="t" l="l"/>
            <a:pathLst>
              <a:path h="2333787" w="2163004">
                <a:moveTo>
                  <a:pt x="0" y="0"/>
                </a:moveTo>
                <a:lnTo>
                  <a:pt x="2163004" y="0"/>
                </a:lnTo>
                <a:lnTo>
                  <a:pt x="2163004" y="2333787"/>
                </a:lnTo>
                <a:lnTo>
                  <a:pt x="0" y="233378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67355" y="1223202"/>
            <a:ext cx="7050723" cy="1770949"/>
            <a:chOff x="0" y="0"/>
            <a:chExt cx="9400964" cy="2361266"/>
          </a:xfrm>
        </p:grpSpPr>
        <p:sp>
          <p:nvSpPr>
            <p:cNvPr name="AutoShape 4" id="4"/>
            <p:cNvSpPr/>
            <p:nvPr/>
          </p:nvSpPr>
          <p:spPr>
            <a:xfrm flipV="true">
              <a:off x="7030947" y="25400"/>
              <a:ext cx="2370018" cy="0"/>
            </a:xfrm>
            <a:prstGeom prst="line">
              <a:avLst/>
            </a:prstGeom>
            <a:ln cap="flat" w="50800">
              <a:solidFill>
                <a:srgbClr val="FF3131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" id="5"/>
            <p:cNvSpPr/>
            <p:nvPr/>
          </p:nvSpPr>
          <p:spPr>
            <a:xfrm>
              <a:off x="9375564" y="25400"/>
              <a:ext cx="0" cy="2335866"/>
            </a:xfrm>
            <a:prstGeom prst="line">
              <a:avLst/>
            </a:prstGeom>
            <a:ln cap="flat" w="50800">
              <a:solidFill>
                <a:srgbClr val="FF3131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 flipH="true">
              <a:off x="7005547" y="2335866"/>
              <a:ext cx="2370018" cy="0"/>
            </a:xfrm>
            <a:prstGeom prst="line">
              <a:avLst/>
            </a:prstGeom>
            <a:ln cap="flat" w="50800">
              <a:solidFill>
                <a:srgbClr val="FF3131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 flipH="true" flipV="true">
              <a:off x="7030947" y="0"/>
              <a:ext cx="0" cy="2335866"/>
            </a:xfrm>
            <a:prstGeom prst="line">
              <a:avLst/>
            </a:prstGeom>
            <a:ln cap="flat" w="50800">
              <a:solidFill>
                <a:srgbClr val="FF3131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8" id="8"/>
            <p:cNvSpPr txBox="true"/>
            <p:nvPr/>
          </p:nvSpPr>
          <p:spPr>
            <a:xfrm rot="0">
              <a:off x="0" y="911505"/>
              <a:ext cx="6566545" cy="8527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452"/>
                </a:lnSpc>
                <a:spcBef>
                  <a:spcPct val="0"/>
                </a:spcBef>
              </a:pPr>
              <a:r>
                <a:rPr lang="en-US" sz="2380">
                  <a:solidFill>
                    <a:srgbClr val="F7F7F7"/>
                  </a:solidFill>
                  <a:latin typeface="Disket Mono"/>
                  <a:ea typeface="Disket Mono"/>
                  <a:cs typeface="Disket Mono"/>
                  <a:sym typeface="Disket Mono"/>
                </a:rPr>
                <a:t>CLIQUE NO ÍCONE DO APLICATIVO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453626" y="471582"/>
            <a:ext cx="10136777" cy="661004"/>
            <a:chOff x="0" y="0"/>
            <a:chExt cx="13515703" cy="881338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6087481" y="28575"/>
              <a:ext cx="7428222" cy="8527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52"/>
                </a:lnSpc>
                <a:spcBef>
                  <a:spcPct val="0"/>
                </a:spcBef>
              </a:pPr>
              <a:r>
                <a:rPr lang="en-US" sz="2380">
                  <a:solidFill>
                    <a:srgbClr val="F7F7F7"/>
                  </a:solidFill>
                  <a:latin typeface="Disket Mono"/>
                  <a:ea typeface="Disket Mono"/>
                  <a:cs typeface="Disket Mono"/>
                  <a:sym typeface="Disket Mono"/>
                </a:rPr>
                <a:t>PESQUISE POR CONFIGURAÇÕES (OU SETTINGS)</a:t>
              </a:r>
            </a:p>
          </p:txBody>
        </p:sp>
        <p:sp>
          <p:nvSpPr>
            <p:cNvPr name="AutoShape 11" id="11"/>
            <p:cNvSpPr/>
            <p:nvPr/>
          </p:nvSpPr>
          <p:spPr>
            <a:xfrm flipV="true">
              <a:off x="25400" y="107922"/>
              <a:ext cx="5598294" cy="403"/>
            </a:xfrm>
            <a:prstGeom prst="line">
              <a:avLst/>
            </a:prstGeom>
            <a:ln cap="flat" w="50800">
              <a:solidFill>
                <a:srgbClr val="FF3131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2" id="12"/>
            <p:cNvSpPr/>
            <p:nvPr/>
          </p:nvSpPr>
          <p:spPr>
            <a:xfrm>
              <a:off x="5623694" y="100569"/>
              <a:ext cx="0" cy="672848"/>
            </a:xfrm>
            <a:prstGeom prst="line">
              <a:avLst/>
            </a:prstGeom>
            <a:ln cap="flat" w="50800">
              <a:solidFill>
                <a:srgbClr val="FF3131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3" id="13"/>
            <p:cNvSpPr/>
            <p:nvPr/>
          </p:nvSpPr>
          <p:spPr>
            <a:xfrm flipH="true" flipV="true">
              <a:off x="25400" y="100569"/>
              <a:ext cx="0" cy="683555"/>
            </a:xfrm>
            <a:prstGeom prst="line">
              <a:avLst/>
            </a:prstGeom>
            <a:ln cap="flat" w="50800">
              <a:solidFill>
                <a:srgbClr val="FF3131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4" id="14"/>
            <p:cNvSpPr/>
            <p:nvPr/>
          </p:nvSpPr>
          <p:spPr>
            <a:xfrm flipH="true">
              <a:off x="25400" y="773416"/>
              <a:ext cx="5598294" cy="0"/>
            </a:xfrm>
            <a:prstGeom prst="line">
              <a:avLst/>
            </a:prstGeom>
            <a:ln cap="flat" w="50800">
              <a:solidFill>
                <a:srgbClr val="FF3131"/>
              </a:solidFill>
              <a:prstDash val="solid"/>
              <a:headEnd type="none" len="sm" w="sm"/>
              <a:tailEnd type="none" len="sm" w="sm"/>
            </a:ln>
          </p:spPr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724502" y="1562289"/>
            <a:ext cx="5298622" cy="906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9"/>
              </a:lnSpc>
              <a:spcBef>
                <a:spcPct val="0"/>
              </a:spcBef>
            </a:pPr>
            <a:r>
              <a:rPr lang="en-US" sz="2280">
                <a:solidFill>
                  <a:srgbClr val="545454"/>
                </a:solidFill>
                <a:latin typeface="Disket Mono"/>
                <a:ea typeface="Disket Mono"/>
                <a:cs typeface="Disket Mono"/>
                <a:sym typeface="Disket Mono"/>
              </a:rPr>
              <a:t>NESTA JANELA É POSSÍVEL ALTERAR O PLANO DE FUNDO DO COMPUTADOR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668356" y="2531266"/>
            <a:ext cx="5298622" cy="280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  <a:spcBef>
                <a:spcPct val="0"/>
              </a:spcBef>
            </a:pPr>
            <a:r>
              <a:rPr lang="en-US" sz="1980">
                <a:solidFill>
                  <a:srgbClr val="545454"/>
                </a:solidFill>
                <a:latin typeface="Disket Mono"/>
                <a:ea typeface="Disket Mono"/>
                <a:cs typeface="Disket Mono"/>
                <a:sym typeface="Disket Mono"/>
              </a:rPr>
              <a:t>(PLANO DE FUNDO)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476909" y="1562289"/>
            <a:ext cx="3753941" cy="3985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2"/>
              </a:lnSpc>
            </a:pPr>
            <a:r>
              <a:rPr lang="en-US" sz="2380">
                <a:solidFill>
                  <a:srgbClr val="545454"/>
                </a:solidFill>
                <a:latin typeface="Disket Mono"/>
                <a:ea typeface="Disket Mono"/>
                <a:cs typeface="Disket Mono"/>
                <a:sym typeface="Disket Mono"/>
              </a:rPr>
              <a:t>NESTA JANELA É POSSÍVEL AJUSTAR </a:t>
            </a:r>
          </a:p>
          <a:p>
            <a:pPr algn="l">
              <a:lnSpc>
                <a:spcPts val="2452"/>
              </a:lnSpc>
            </a:pPr>
          </a:p>
          <a:p>
            <a:pPr algn="l" marL="514036" indent="-257018" lvl="1">
              <a:lnSpc>
                <a:spcPts val="2452"/>
              </a:lnSpc>
              <a:buFont typeface="Arial"/>
              <a:buChar char="•"/>
            </a:pPr>
            <a:r>
              <a:rPr lang="en-US" sz="2380">
                <a:solidFill>
                  <a:srgbClr val="545454"/>
                </a:solidFill>
                <a:latin typeface="Disket Mono"/>
                <a:ea typeface="Disket Mono"/>
                <a:cs typeface="Disket Mono"/>
                <a:sym typeface="Disket Mono"/>
              </a:rPr>
              <a:t>VOLUME</a:t>
            </a:r>
          </a:p>
          <a:p>
            <a:pPr algn="l">
              <a:lnSpc>
                <a:spcPts val="2452"/>
              </a:lnSpc>
            </a:pPr>
          </a:p>
          <a:p>
            <a:pPr algn="l" marL="514036" indent="-257018" lvl="1">
              <a:lnSpc>
                <a:spcPts val="2452"/>
              </a:lnSpc>
              <a:buFont typeface="Arial"/>
              <a:buChar char="•"/>
            </a:pPr>
            <a:r>
              <a:rPr lang="en-US" sz="2380">
                <a:solidFill>
                  <a:srgbClr val="545454"/>
                </a:solidFill>
                <a:latin typeface="Disket Mono"/>
                <a:ea typeface="Disket Mono"/>
                <a:cs typeface="Disket Mono"/>
                <a:sym typeface="Disket Mono"/>
              </a:rPr>
              <a:t>DISPOSITIVO DE SAÍDA (CAIXA DE SOM, FONE DE OUVIDO, ...), </a:t>
            </a:r>
          </a:p>
          <a:p>
            <a:pPr algn="l">
              <a:lnSpc>
                <a:spcPts val="2452"/>
              </a:lnSpc>
            </a:pPr>
          </a:p>
          <a:p>
            <a:pPr algn="l" marL="514036" indent="-257018" lvl="1">
              <a:lnSpc>
                <a:spcPts val="2452"/>
              </a:lnSpc>
              <a:buFont typeface="Arial"/>
              <a:buChar char="•"/>
            </a:pPr>
            <a:r>
              <a:rPr lang="en-US" sz="2380">
                <a:solidFill>
                  <a:srgbClr val="545454"/>
                </a:solidFill>
                <a:latin typeface="Disket Mono"/>
                <a:ea typeface="Disket Mono"/>
                <a:cs typeface="Disket Mono"/>
                <a:sym typeface="Disket Mono"/>
              </a:rPr>
              <a:t>LIGAR OU DESLIGAR SONS DO SITEMA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707695" y="7212511"/>
            <a:ext cx="5298622" cy="280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  <a:spcBef>
                <a:spcPct val="0"/>
              </a:spcBef>
            </a:pPr>
            <a:r>
              <a:rPr lang="en-US" sz="1980">
                <a:solidFill>
                  <a:srgbClr val="545454"/>
                </a:solidFill>
                <a:latin typeface="Disket Mono"/>
                <a:ea typeface="Disket Mono"/>
                <a:cs typeface="Disket Mono"/>
                <a:sym typeface="Disket Mono"/>
              </a:rPr>
              <a:t>(SOM)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534059" y="1562289"/>
            <a:ext cx="3753941" cy="1851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2"/>
              </a:lnSpc>
            </a:pPr>
            <a:r>
              <a:rPr lang="en-US" sz="2380">
                <a:solidFill>
                  <a:srgbClr val="545454"/>
                </a:solidFill>
                <a:latin typeface="Disket Mono"/>
                <a:ea typeface="Disket Mono"/>
                <a:cs typeface="Disket Mono"/>
                <a:sym typeface="Disket Mono"/>
              </a:rPr>
              <a:t>NESTA JANELA É POSSÍVEL AJUSTAR O TEMPO QUE A TELA LEVA PARA ESCURECER APÓS INATIVIDADE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669543" y="5555116"/>
            <a:ext cx="6428939" cy="632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2"/>
              </a:lnSpc>
            </a:pPr>
            <a:r>
              <a:rPr lang="en-US" sz="2380">
                <a:solidFill>
                  <a:srgbClr val="545454"/>
                </a:solidFill>
                <a:latin typeface="Disket Mono"/>
                <a:ea typeface="Disket Mono"/>
                <a:cs typeface="Disket Mono"/>
                <a:sym typeface="Disket Mono"/>
              </a:rPr>
              <a:t>NESTA JANELA É POSSÍVEL ALTERAR A LINGUAGEM DO SISTEMA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707695" y="7307761"/>
            <a:ext cx="5298622" cy="32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2"/>
              </a:lnSpc>
              <a:spcBef>
                <a:spcPct val="0"/>
              </a:spcBef>
            </a:pPr>
            <a:r>
              <a:rPr lang="en-US" sz="2380">
                <a:solidFill>
                  <a:srgbClr val="545454"/>
                </a:solidFill>
                <a:latin typeface="Disket Mono"/>
                <a:ea typeface="Disket Mono"/>
                <a:cs typeface="Disket Mono"/>
                <a:sym typeface="Disket Mono"/>
              </a:rPr>
              <a:t>(REGIÃO E LINGUAGEM)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688025" y="4614957"/>
            <a:ext cx="4068647" cy="1242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2"/>
              </a:lnSpc>
            </a:pPr>
            <a:r>
              <a:rPr lang="en-US" sz="2380">
                <a:solidFill>
                  <a:srgbClr val="545454"/>
                </a:solidFill>
                <a:latin typeface="Disket Mono"/>
                <a:ea typeface="Disket Mono"/>
                <a:cs typeface="Disket Mono"/>
                <a:sym typeface="Disket Mono"/>
              </a:rPr>
              <a:t>NESTA JANELA É POSSÍVEL ADMINISTRAR USUÁRIOS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688025" y="8350223"/>
            <a:ext cx="5298622" cy="32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2"/>
              </a:lnSpc>
              <a:spcBef>
                <a:spcPct val="0"/>
              </a:spcBef>
            </a:pPr>
            <a:r>
              <a:rPr lang="en-US" sz="2380">
                <a:solidFill>
                  <a:srgbClr val="545454"/>
                </a:solidFill>
                <a:latin typeface="Disket Mono"/>
                <a:ea typeface="Disket Mono"/>
                <a:cs typeface="Disket Mono"/>
                <a:sym typeface="Disket Mono"/>
              </a:rPr>
              <a:t>(USUÁRIOS)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750351" y="5460728"/>
            <a:ext cx="6625630" cy="632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2"/>
              </a:lnSpc>
            </a:pPr>
            <a:r>
              <a:rPr lang="en-US" sz="2380">
                <a:solidFill>
                  <a:srgbClr val="545454"/>
                </a:solidFill>
                <a:latin typeface="Disket Mono"/>
                <a:ea typeface="Disket Mono"/>
                <a:cs typeface="Disket Mono"/>
                <a:sym typeface="Disket Mono"/>
              </a:rPr>
              <a:t>NESTA JANELA É POSSÍVEL ALTERAR FUSO HORÁRIO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688025" y="9286875"/>
            <a:ext cx="5298622" cy="32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2"/>
              </a:lnSpc>
              <a:spcBef>
                <a:spcPct val="0"/>
              </a:spcBef>
            </a:pPr>
            <a:r>
              <a:rPr lang="en-US" sz="2380">
                <a:solidFill>
                  <a:srgbClr val="545454"/>
                </a:solidFill>
                <a:latin typeface="Disket Mono"/>
                <a:ea typeface="Disket Mono"/>
                <a:cs typeface="Disket Mono"/>
                <a:sym typeface="Disket Mono"/>
              </a:rPr>
              <a:t>(DATA E HORA)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737854" y="1231872"/>
            <a:ext cx="5976549" cy="632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2"/>
              </a:lnSpc>
            </a:pPr>
            <a:r>
              <a:rPr lang="en-US" sz="2380">
                <a:solidFill>
                  <a:srgbClr val="545454"/>
                </a:solidFill>
                <a:latin typeface="Disket Mono"/>
                <a:ea typeface="Disket Mono"/>
                <a:cs typeface="Disket Mono"/>
                <a:sym typeface="Disket Mono"/>
              </a:rPr>
              <a:t>NESTA JANELA É POSSÍVEL VER ESPECIFICAÇÕES DA MÁQUINA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35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23137" y="6164811"/>
            <a:ext cx="2163004" cy="2333787"/>
          </a:xfrm>
          <a:custGeom>
            <a:avLst/>
            <a:gdLst/>
            <a:ahLst/>
            <a:cxnLst/>
            <a:rect r="r" b="b" t="t" l="l"/>
            <a:pathLst>
              <a:path h="2333787" w="2163004">
                <a:moveTo>
                  <a:pt x="0" y="0"/>
                </a:moveTo>
                <a:lnTo>
                  <a:pt x="2163004" y="0"/>
                </a:lnTo>
                <a:lnTo>
                  <a:pt x="2163004" y="2333787"/>
                </a:lnTo>
                <a:lnTo>
                  <a:pt x="0" y="23337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76448" y="2208605"/>
            <a:ext cx="2980461" cy="839948"/>
          </a:xfrm>
          <a:custGeom>
            <a:avLst/>
            <a:gdLst/>
            <a:ahLst/>
            <a:cxnLst/>
            <a:rect r="r" b="b" t="t" l="l"/>
            <a:pathLst>
              <a:path h="839948" w="2980461">
                <a:moveTo>
                  <a:pt x="0" y="0"/>
                </a:moveTo>
                <a:lnTo>
                  <a:pt x="2980460" y="0"/>
                </a:lnTo>
                <a:lnTo>
                  <a:pt x="2980460" y="839949"/>
                </a:lnTo>
                <a:lnTo>
                  <a:pt x="0" y="8399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302873" y="8393823"/>
            <a:ext cx="7195413" cy="515002"/>
          </a:xfrm>
          <a:custGeom>
            <a:avLst/>
            <a:gdLst/>
            <a:ahLst/>
            <a:cxnLst/>
            <a:rect r="r" b="b" t="t" l="l"/>
            <a:pathLst>
              <a:path h="515002" w="7195413">
                <a:moveTo>
                  <a:pt x="0" y="0"/>
                </a:moveTo>
                <a:lnTo>
                  <a:pt x="7195413" y="0"/>
                </a:lnTo>
                <a:lnTo>
                  <a:pt x="7195413" y="515002"/>
                </a:lnTo>
                <a:lnTo>
                  <a:pt x="0" y="5150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664" t="0" r="0" b="-114354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79017" y="8519989"/>
            <a:ext cx="7291391" cy="426936"/>
          </a:xfrm>
          <a:custGeom>
            <a:avLst/>
            <a:gdLst/>
            <a:ahLst/>
            <a:cxnLst/>
            <a:rect r="r" b="b" t="t" l="l"/>
            <a:pathLst>
              <a:path h="426936" w="7291391">
                <a:moveTo>
                  <a:pt x="0" y="0"/>
                </a:moveTo>
                <a:lnTo>
                  <a:pt x="7291390" y="0"/>
                </a:lnTo>
                <a:lnTo>
                  <a:pt x="7291390" y="426936"/>
                </a:lnTo>
                <a:lnTo>
                  <a:pt x="0" y="4269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326" t="-20627" r="0" b="-137943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690294" y="8431923"/>
            <a:ext cx="7195413" cy="515002"/>
          </a:xfrm>
          <a:custGeom>
            <a:avLst/>
            <a:gdLst/>
            <a:ahLst/>
            <a:cxnLst/>
            <a:rect r="r" b="b" t="t" l="l"/>
            <a:pathLst>
              <a:path h="515002" w="7195413">
                <a:moveTo>
                  <a:pt x="0" y="0"/>
                </a:moveTo>
                <a:lnTo>
                  <a:pt x="7195412" y="0"/>
                </a:lnTo>
                <a:lnTo>
                  <a:pt x="7195412" y="515002"/>
                </a:lnTo>
                <a:lnTo>
                  <a:pt x="0" y="5150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664" t="0" r="0" b="-114354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767421" y="3502577"/>
            <a:ext cx="10753157" cy="2000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36"/>
              </a:lnSpc>
            </a:pPr>
            <a:r>
              <a:rPr lang="en-US" sz="7510">
                <a:solidFill>
                  <a:srgbClr val="F7F7F7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INFORMÁTICA BÁSICA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4135560" y="5973721"/>
            <a:ext cx="1109468" cy="2524877"/>
          </a:xfrm>
          <a:custGeom>
            <a:avLst/>
            <a:gdLst/>
            <a:ahLst/>
            <a:cxnLst/>
            <a:rect r="r" b="b" t="t" l="l"/>
            <a:pathLst>
              <a:path h="2524877" w="1109468">
                <a:moveTo>
                  <a:pt x="0" y="0"/>
                </a:moveTo>
                <a:lnTo>
                  <a:pt x="1109468" y="0"/>
                </a:lnTo>
                <a:lnTo>
                  <a:pt x="1109468" y="2524877"/>
                </a:lnTo>
                <a:lnTo>
                  <a:pt x="0" y="252487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3281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754797" y="3048554"/>
            <a:ext cx="2980461" cy="839948"/>
          </a:xfrm>
          <a:custGeom>
            <a:avLst/>
            <a:gdLst/>
            <a:ahLst/>
            <a:cxnLst/>
            <a:rect r="r" b="b" t="t" l="l"/>
            <a:pathLst>
              <a:path h="839948" w="2980461">
                <a:moveTo>
                  <a:pt x="0" y="0"/>
                </a:moveTo>
                <a:lnTo>
                  <a:pt x="2980461" y="0"/>
                </a:lnTo>
                <a:lnTo>
                  <a:pt x="2980461" y="839948"/>
                </a:lnTo>
                <a:lnTo>
                  <a:pt x="0" y="8399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199197" y="7996849"/>
            <a:ext cx="1178951" cy="282023"/>
          </a:xfrm>
          <a:custGeom>
            <a:avLst/>
            <a:gdLst/>
            <a:ahLst/>
            <a:cxnLst/>
            <a:rect r="r" b="b" t="t" l="l"/>
            <a:pathLst>
              <a:path h="282023" w="1178951">
                <a:moveTo>
                  <a:pt x="0" y="0"/>
                </a:moveTo>
                <a:lnTo>
                  <a:pt x="1178951" y="0"/>
                </a:lnTo>
                <a:lnTo>
                  <a:pt x="1178951" y="282023"/>
                </a:lnTo>
                <a:lnTo>
                  <a:pt x="0" y="28202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-318033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0" y="8078196"/>
            <a:ext cx="7347797" cy="344202"/>
          </a:xfrm>
          <a:custGeom>
            <a:avLst/>
            <a:gdLst/>
            <a:ahLst/>
            <a:cxnLst/>
            <a:rect r="r" b="b" t="t" l="l"/>
            <a:pathLst>
              <a:path h="344202" w="7347797">
                <a:moveTo>
                  <a:pt x="0" y="0"/>
                </a:moveTo>
                <a:lnTo>
                  <a:pt x="7347797" y="0"/>
                </a:lnTo>
                <a:lnTo>
                  <a:pt x="7347797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816" t="0" r="-5586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219856" y="8078196"/>
            <a:ext cx="7347797" cy="344202"/>
          </a:xfrm>
          <a:custGeom>
            <a:avLst/>
            <a:gdLst/>
            <a:ahLst/>
            <a:cxnLst/>
            <a:rect r="r" b="b" t="t" l="l"/>
            <a:pathLst>
              <a:path h="344202" w="7347797">
                <a:moveTo>
                  <a:pt x="0" y="0"/>
                </a:moveTo>
                <a:lnTo>
                  <a:pt x="7347796" y="0"/>
                </a:lnTo>
                <a:lnTo>
                  <a:pt x="7347796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816" t="0" r="-5586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567652" y="8078196"/>
            <a:ext cx="7347797" cy="344202"/>
          </a:xfrm>
          <a:custGeom>
            <a:avLst/>
            <a:gdLst/>
            <a:ahLst/>
            <a:cxnLst/>
            <a:rect r="r" b="b" t="t" l="l"/>
            <a:pathLst>
              <a:path h="344202" w="7347797">
                <a:moveTo>
                  <a:pt x="0" y="0"/>
                </a:moveTo>
                <a:lnTo>
                  <a:pt x="7347797" y="0"/>
                </a:lnTo>
                <a:lnTo>
                  <a:pt x="7347797" y="344202"/>
                </a:lnTo>
                <a:lnTo>
                  <a:pt x="0" y="34420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816" t="0" r="-5586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838493" y="7513336"/>
            <a:ext cx="457922" cy="1042117"/>
          </a:xfrm>
          <a:custGeom>
            <a:avLst/>
            <a:gdLst/>
            <a:ahLst/>
            <a:cxnLst/>
            <a:rect r="r" b="b" t="t" l="l"/>
            <a:pathLst>
              <a:path h="1042117" w="457922">
                <a:moveTo>
                  <a:pt x="0" y="0"/>
                </a:moveTo>
                <a:lnTo>
                  <a:pt x="457922" y="0"/>
                </a:lnTo>
                <a:lnTo>
                  <a:pt x="457922" y="1042117"/>
                </a:lnTo>
                <a:lnTo>
                  <a:pt x="0" y="104211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3281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7150063" y="5655459"/>
            <a:ext cx="3987874" cy="469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0"/>
              </a:lnSpc>
            </a:pPr>
            <a:r>
              <a:rPr lang="en-US" sz="2921" spc="1294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PARABÉNS!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098431" y="2728451"/>
            <a:ext cx="6091138" cy="469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0"/>
              </a:lnSpc>
            </a:pPr>
            <a:r>
              <a:rPr lang="en-US" sz="2921" spc="26">
                <a:solidFill>
                  <a:srgbClr val="F7F7F7"/>
                </a:solidFill>
                <a:latin typeface="Disket Mono"/>
                <a:ea typeface="Disket Mono"/>
                <a:cs typeface="Disket Mono"/>
                <a:sym typeface="Disket Mono"/>
              </a:rPr>
              <a:t>VOCÊ CONCLUI A AULA 2!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0" y="8965975"/>
            <a:ext cx="2874028" cy="1504069"/>
            <a:chOff x="0" y="0"/>
            <a:chExt cx="3832037" cy="200542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33855"/>
              <a:ext cx="2127780" cy="1771377"/>
            </a:xfrm>
            <a:custGeom>
              <a:avLst/>
              <a:gdLst/>
              <a:ahLst/>
              <a:cxnLst/>
              <a:rect r="r" b="b" t="t" l="l"/>
              <a:pathLst>
                <a:path h="1771377" w="2127780">
                  <a:moveTo>
                    <a:pt x="0" y="0"/>
                  </a:moveTo>
                  <a:lnTo>
                    <a:pt x="2127780" y="0"/>
                  </a:lnTo>
                  <a:lnTo>
                    <a:pt x="2127780" y="1771377"/>
                  </a:lnTo>
                  <a:lnTo>
                    <a:pt x="0" y="17713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826612" y="0"/>
              <a:ext cx="2005425" cy="2005425"/>
            </a:xfrm>
            <a:custGeom>
              <a:avLst/>
              <a:gdLst/>
              <a:ahLst/>
              <a:cxnLst/>
              <a:rect r="r" b="b" t="t" l="l"/>
              <a:pathLst>
                <a:path h="2005425" w="2005425">
                  <a:moveTo>
                    <a:pt x="0" y="0"/>
                  </a:moveTo>
                  <a:lnTo>
                    <a:pt x="2005425" y="0"/>
                  </a:lnTo>
                  <a:lnTo>
                    <a:pt x="2005425" y="2005425"/>
                  </a:lnTo>
                  <a:lnTo>
                    <a:pt x="0" y="20054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DAHCWUH7U88</dc:identifier>
  <dcterms:modified xsi:type="dcterms:W3CDTF">2011-08-01T06:04:30Z</dcterms:modified>
  <cp:revision>1</cp:revision>
  <dc:title>Aula 2</dc:title>
</cp:coreProperties>
</file>