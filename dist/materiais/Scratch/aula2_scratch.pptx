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ldrich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drich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77ab4ba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477ab4ba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477ab4ba2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477ab4ba2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77ab4ba2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77ab4ba2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77ab4ba2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77ab4ba2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77ab4ba2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77ab4ba2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77ab4ba2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77ab4ba2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77ab4ba2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477ab4ba2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77ab4ba2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477ab4ba2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477ab4ba2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477ab4ba2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479e7b59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479e7b59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79e7b59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479e7b59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479e7b592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479e7b592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479e7b592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479e7b592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479e7b592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479e7b592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" name="Google Shape;10;p2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1244925" y="1205975"/>
            <a:ext cx="3542100" cy="30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318725" y="3074550"/>
            <a:ext cx="2497200" cy="10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19" name="Google Shape;19;p2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2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3" name="Google Shape;23;p3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" name="Google Shape;25;p3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4867150" y="3453725"/>
            <a:ext cx="3258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Aldrich"/>
              <a:buNone/>
              <a:defRPr sz="36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hasCustomPrompt="1" idx="2" type="title"/>
          </p:nvPr>
        </p:nvSpPr>
        <p:spPr>
          <a:xfrm>
            <a:off x="4867150" y="2296925"/>
            <a:ext cx="1724700" cy="92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drich"/>
              <a:buNone/>
              <a:defRPr sz="60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/>
          <p:nvPr>
            <p:ph idx="3" type="pic"/>
          </p:nvPr>
        </p:nvSpPr>
        <p:spPr>
          <a:xfrm>
            <a:off x="946250" y="1075925"/>
            <a:ext cx="2818200" cy="329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2" name="Google Shape;32;p3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33" name="Google Shape;33;p3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7" name="Google Shape;37;p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9" name="Google Shape;39;p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3" name="Google Shape;43;p4"/>
          <p:cNvSpPr txBox="1"/>
          <p:nvPr>
            <p:ph idx="1" type="body"/>
          </p:nvPr>
        </p:nvSpPr>
        <p:spPr>
          <a:xfrm>
            <a:off x="720000" y="1400099"/>
            <a:ext cx="77040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5" name="Google Shape;45;p4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46" name="Google Shape;46;p4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Google Shape;47;p4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50" name="Google Shape;50;p5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2" name="Google Shape;52;p5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5017188" y="2650350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1431012" y="2650356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1431000" y="2163425"/>
            <a:ext cx="2695800" cy="4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4" type="subTitle"/>
          </p:nvPr>
        </p:nvSpPr>
        <p:spPr>
          <a:xfrm>
            <a:off x="5017175" y="2163425"/>
            <a:ext cx="2695800" cy="4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61" name="Google Shape;61;p5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62" name="Google Shape;62;p5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3" name="Google Shape;63;p5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66" name="Google Shape;66;p6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68" name="Google Shape;68;p6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69" name="Google Shape;69;p6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72" name="Google Shape;72;p6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" name="Google Shape;73;p6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74" name="Google Shape;74;p6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5" name="Google Shape;75;p6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78" name="Google Shape;78;p7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80" name="Google Shape;80;p7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81" name="Google Shape;81;p7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84" name="Google Shape;84;p7"/>
          <p:cNvSpPr txBox="1"/>
          <p:nvPr>
            <p:ph type="title"/>
          </p:nvPr>
        </p:nvSpPr>
        <p:spPr>
          <a:xfrm>
            <a:off x="713225" y="885888"/>
            <a:ext cx="4294800" cy="10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7"/>
          <p:cNvSpPr txBox="1"/>
          <p:nvPr>
            <p:ph idx="1" type="subTitle"/>
          </p:nvPr>
        </p:nvSpPr>
        <p:spPr>
          <a:xfrm>
            <a:off x="713225" y="1887913"/>
            <a:ext cx="4294800" cy="26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86" name="Google Shape;86;p7"/>
          <p:cNvSpPr/>
          <p:nvPr>
            <p:ph idx="2" type="pic"/>
          </p:nvPr>
        </p:nvSpPr>
        <p:spPr>
          <a:xfrm>
            <a:off x="5237825" y="1001375"/>
            <a:ext cx="2818200" cy="329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87" name="Google Shape;87;p7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88" name="Google Shape;88;p7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9" name="Google Shape;89;p7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92" name="Google Shape;92;p8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4" name="Google Shape;94;p8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98" name="Google Shape;9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9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1" name="Google Shape;101;p9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03" name="Google Shape;103;p9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04" name="Google Shape;104;p9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07" name="Google Shape;10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926200" y="681525"/>
            <a:ext cx="2705100" cy="111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14" name="Google Shape;114;p11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16" name="Google Shape;116;p11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17" name="Google Shape;117;p11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8" name="Google Shape;118;p11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226113" y="1953600"/>
            <a:ext cx="3731700" cy="115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4404250" y="2898325"/>
            <a:ext cx="3513600" cy="10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22" name="Google Shape;122;p11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123" name="Google Shape;123;p11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1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3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28" name="Google Shape;128;p13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30" name="Google Shape;130;p13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31" name="Google Shape;131;p13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34" name="Google Shape;134;p13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hasCustomPrompt="1" idx="2" type="title"/>
          </p:nvPr>
        </p:nvSpPr>
        <p:spPr>
          <a:xfrm>
            <a:off x="1589400" y="1808550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/>
          <p:nvPr>
            <p:ph hasCustomPrompt="1" idx="3" type="title"/>
          </p:nvPr>
        </p:nvSpPr>
        <p:spPr>
          <a:xfrm>
            <a:off x="1589400" y="3219089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/>
          <p:nvPr>
            <p:ph hasCustomPrompt="1" idx="4" type="title"/>
          </p:nvPr>
        </p:nvSpPr>
        <p:spPr>
          <a:xfrm>
            <a:off x="4165428" y="1808550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/>
          <p:nvPr>
            <p:ph hasCustomPrompt="1" idx="5" type="title"/>
          </p:nvPr>
        </p:nvSpPr>
        <p:spPr>
          <a:xfrm>
            <a:off x="4165428" y="3219089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6" type="title"/>
          </p:nvPr>
        </p:nvSpPr>
        <p:spPr>
          <a:xfrm>
            <a:off x="6741456" y="1808550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7" type="title"/>
          </p:nvPr>
        </p:nvSpPr>
        <p:spPr>
          <a:xfrm>
            <a:off x="6741456" y="3219089"/>
            <a:ext cx="813000" cy="44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 sz="3000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idx="1" type="subTitle"/>
          </p:nvPr>
        </p:nvSpPr>
        <p:spPr>
          <a:xfrm>
            <a:off x="720000" y="2359644"/>
            <a:ext cx="25518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3296028" y="2359644"/>
            <a:ext cx="25518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5872056" y="2359644"/>
            <a:ext cx="25518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720000" y="3770250"/>
            <a:ext cx="255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14" type="subTitle"/>
          </p:nvPr>
        </p:nvSpPr>
        <p:spPr>
          <a:xfrm>
            <a:off x="3296028" y="3770250"/>
            <a:ext cx="255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15" type="subTitle"/>
          </p:nvPr>
        </p:nvSpPr>
        <p:spPr>
          <a:xfrm>
            <a:off x="5872056" y="3770250"/>
            <a:ext cx="255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147" name="Google Shape;147;p13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148" name="Google Shape;148;p13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13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52" name="Google Shape;152;p1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54" name="Google Shape;154;p1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55" name="Google Shape;155;p1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58" name="Google Shape;158;p14"/>
          <p:cNvSpPr txBox="1"/>
          <p:nvPr>
            <p:ph type="title"/>
          </p:nvPr>
        </p:nvSpPr>
        <p:spPr>
          <a:xfrm>
            <a:off x="1861851" y="948229"/>
            <a:ext cx="30213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9" name="Google Shape;159;p14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160" name="Google Shape;160;p14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1" name="Google Shape;161;p14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5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64" name="Google Shape;164;p15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66" name="Google Shape;166;p15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67" name="Google Shape;167;p15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70" name="Google Shape;170;p15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1" name="Google Shape;171;p15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172" name="Google Shape;172;p15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6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76" name="Google Shape;176;p16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78" name="Google Shape;178;p16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79" name="Google Shape;179;p16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1" name="Google Shape;181;p16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82" name="Google Shape;182;p16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7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88" name="Google Shape;188;p17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91" name="Google Shape;191;p17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94" name="Google Shape;194;p17"/>
          <p:cNvSpPr txBox="1"/>
          <p:nvPr>
            <p:ph type="title"/>
          </p:nvPr>
        </p:nvSpPr>
        <p:spPr>
          <a:xfrm>
            <a:off x="872975" y="3222150"/>
            <a:ext cx="42705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5" name="Google Shape;195;p17"/>
          <p:cNvSpPr txBox="1"/>
          <p:nvPr>
            <p:ph idx="1" type="subTitle"/>
          </p:nvPr>
        </p:nvSpPr>
        <p:spPr>
          <a:xfrm>
            <a:off x="872975" y="3699450"/>
            <a:ext cx="4270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7"/>
          <p:cNvSpPr/>
          <p:nvPr>
            <p:ph idx="2" type="pic"/>
          </p:nvPr>
        </p:nvSpPr>
        <p:spPr>
          <a:xfrm>
            <a:off x="2192365" y="1137725"/>
            <a:ext cx="3432600" cy="187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"/>
          <p:cNvSpPr/>
          <p:nvPr>
            <p:ph idx="3" type="pic"/>
          </p:nvPr>
        </p:nvSpPr>
        <p:spPr>
          <a:xfrm>
            <a:off x="5468425" y="924700"/>
            <a:ext cx="2440500" cy="346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98" name="Google Shape;198;p17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199" name="Google Shape;199;p17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8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03" name="Google Shape;203;p18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5" name="Google Shape;205;p18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06" name="Google Shape;206;p18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09" name="Google Shape;209;p18"/>
          <p:cNvSpPr txBox="1"/>
          <p:nvPr>
            <p:ph type="title"/>
          </p:nvPr>
        </p:nvSpPr>
        <p:spPr>
          <a:xfrm>
            <a:off x="5399075" y="883275"/>
            <a:ext cx="2656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" type="subTitle"/>
          </p:nvPr>
        </p:nvSpPr>
        <p:spPr>
          <a:xfrm>
            <a:off x="5399075" y="1819100"/>
            <a:ext cx="2656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18"/>
          <p:cNvSpPr/>
          <p:nvPr>
            <p:ph idx="2" type="pic"/>
          </p:nvPr>
        </p:nvSpPr>
        <p:spPr>
          <a:xfrm>
            <a:off x="1007425" y="1064874"/>
            <a:ext cx="2440500" cy="290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"/>
          <p:cNvSpPr/>
          <p:nvPr>
            <p:ph idx="3" type="pic"/>
          </p:nvPr>
        </p:nvSpPr>
        <p:spPr>
          <a:xfrm>
            <a:off x="3185399" y="3061625"/>
            <a:ext cx="3257400" cy="143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"/>
          <p:cNvSpPr/>
          <p:nvPr>
            <p:ph idx="4" type="pic"/>
          </p:nvPr>
        </p:nvSpPr>
        <p:spPr>
          <a:xfrm>
            <a:off x="3302421" y="905132"/>
            <a:ext cx="1817100" cy="181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14" name="Google Shape;214;p18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215" name="Google Shape;215;p18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19" name="Google Shape;219;p19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21" name="Google Shape;221;p19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22" name="Google Shape;222;p19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713225" y="1398725"/>
            <a:ext cx="5804100" cy="26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7" name="Google Shape;227;p19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28" name="Google Shape;228;p19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0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32" name="Google Shape;232;p20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34" name="Google Shape;234;p20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7" name="Google Shape;237;p20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38" name="Google Shape;238;p20"/>
          <p:cNvSpPr txBox="1"/>
          <p:nvPr>
            <p:ph idx="1" type="subTitle"/>
          </p:nvPr>
        </p:nvSpPr>
        <p:spPr>
          <a:xfrm>
            <a:off x="851225" y="3081200"/>
            <a:ext cx="2348100" cy="1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2" type="subTitle"/>
          </p:nvPr>
        </p:nvSpPr>
        <p:spPr>
          <a:xfrm>
            <a:off x="3397950" y="3081200"/>
            <a:ext cx="2348100" cy="1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3" type="subTitle"/>
          </p:nvPr>
        </p:nvSpPr>
        <p:spPr>
          <a:xfrm>
            <a:off x="5944675" y="3081201"/>
            <a:ext cx="2348100" cy="1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4" type="subTitle"/>
          </p:nvPr>
        </p:nvSpPr>
        <p:spPr>
          <a:xfrm>
            <a:off x="851225" y="2256425"/>
            <a:ext cx="23481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5" type="subTitle"/>
          </p:nvPr>
        </p:nvSpPr>
        <p:spPr>
          <a:xfrm>
            <a:off x="3397954" y="2256425"/>
            <a:ext cx="23481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6" type="subTitle"/>
          </p:nvPr>
        </p:nvSpPr>
        <p:spPr>
          <a:xfrm>
            <a:off x="5944675" y="2256425"/>
            <a:ext cx="23481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245" name="Google Shape;245;p20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46" name="Google Shape;246;p20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1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50" name="Google Shape;250;p21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2" name="Google Shape;252;p21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53" name="Google Shape;253;p21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56" name="Google Shape;256;p21"/>
          <p:cNvSpPr txBox="1"/>
          <p:nvPr>
            <p:ph idx="1" type="subTitle"/>
          </p:nvPr>
        </p:nvSpPr>
        <p:spPr>
          <a:xfrm>
            <a:off x="1206425" y="1854235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5032977" y="1854228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21"/>
          <p:cNvSpPr txBox="1"/>
          <p:nvPr>
            <p:ph idx="3" type="subTitle"/>
          </p:nvPr>
        </p:nvSpPr>
        <p:spPr>
          <a:xfrm>
            <a:off x="1206425" y="3390013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4" type="subTitle"/>
          </p:nvPr>
        </p:nvSpPr>
        <p:spPr>
          <a:xfrm>
            <a:off x="5032975" y="3390011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5" type="subTitle"/>
          </p:nvPr>
        </p:nvSpPr>
        <p:spPr>
          <a:xfrm>
            <a:off x="1206424" y="1549679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61" name="Google Shape;261;p21"/>
          <p:cNvSpPr txBox="1"/>
          <p:nvPr>
            <p:ph idx="6" type="subTitle"/>
          </p:nvPr>
        </p:nvSpPr>
        <p:spPr>
          <a:xfrm>
            <a:off x="1206424" y="3085532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62" name="Google Shape;262;p21"/>
          <p:cNvSpPr txBox="1"/>
          <p:nvPr>
            <p:ph idx="7" type="subTitle"/>
          </p:nvPr>
        </p:nvSpPr>
        <p:spPr>
          <a:xfrm>
            <a:off x="5032950" y="154967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8" type="subTitle"/>
          </p:nvPr>
        </p:nvSpPr>
        <p:spPr>
          <a:xfrm>
            <a:off x="5032950" y="308552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266" name="Google Shape;266;p21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2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70" name="Google Shape;270;p22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72" name="Google Shape;272;p22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73" name="Google Shape;273;p22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76" name="Google Shape;276;p22"/>
          <p:cNvSpPr txBox="1"/>
          <p:nvPr>
            <p:ph idx="1" type="subTitle"/>
          </p:nvPr>
        </p:nvSpPr>
        <p:spPr>
          <a:xfrm>
            <a:off x="712900" y="2014951"/>
            <a:ext cx="25356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2"/>
          <p:cNvSpPr txBox="1"/>
          <p:nvPr>
            <p:ph idx="2" type="subTitle"/>
          </p:nvPr>
        </p:nvSpPr>
        <p:spPr>
          <a:xfrm>
            <a:off x="3248550" y="2014961"/>
            <a:ext cx="26490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2"/>
          <p:cNvSpPr txBox="1"/>
          <p:nvPr>
            <p:ph idx="3" type="subTitle"/>
          </p:nvPr>
        </p:nvSpPr>
        <p:spPr>
          <a:xfrm>
            <a:off x="712900" y="3539850"/>
            <a:ext cx="25356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22"/>
          <p:cNvSpPr txBox="1"/>
          <p:nvPr>
            <p:ph idx="4" type="subTitle"/>
          </p:nvPr>
        </p:nvSpPr>
        <p:spPr>
          <a:xfrm>
            <a:off x="3248562" y="3539852"/>
            <a:ext cx="26490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5" type="subTitle"/>
          </p:nvPr>
        </p:nvSpPr>
        <p:spPr>
          <a:xfrm>
            <a:off x="5895106" y="2014957"/>
            <a:ext cx="25356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2"/>
          <p:cNvSpPr txBox="1"/>
          <p:nvPr>
            <p:ph idx="6" type="subTitle"/>
          </p:nvPr>
        </p:nvSpPr>
        <p:spPr>
          <a:xfrm>
            <a:off x="5895126" y="3539850"/>
            <a:ext cx="25356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2"/>
          <p:cNvSpPr txBox="1"/>
          <p:nvPr>
            <p:ph idx="7" type="subTitle"/>
          </p:nvPr>
        </p:nvSpPr>
        <p:spPr>
          <a:xfrm>
            <a:off x="712900" y="1550750"/>
            <a:ext cx="2535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8" type="subTitle"/>
          </p:nvPr>
        </p:nvSpPr>
        <p:spPr>
          <a:xfrm>
            <a:off x="3248548" y="1550750"/>
            <a:ext cx="2646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4" name="Google Shape;284;p22"/>
          <p:cNvSpPr txBox="1"/>
          <p:nvPr>
            <p:ph idx="9" type="subTitle"/>
          </p:nvPr>
        </p:nvSpPr>
        <p:spPr>
          <a:xfrm>
            <a:off x="5895103" y="1550750"/>
            <a:ext cx="25332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13" type="subTitle"/>
          </p:nvPr>
        </p:nvSpPr>
        <p:spPr>
          <a:xfrm>
            <a:off x="712900" y="3078057"/>
            <a:ext cx="2535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idx="14" type="subTitle"/>
          </p:nvPr>
        </p:nvSpPr>
        <p:spPr>
          <a:xfrm>
            <a:off x="3248548" y="3078054"/>
            <a:ext cx="2646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15" type="subTitle"/>
          </p:nvPr>
        </p:nvSpPr>
        <p:spPr>
          <a:xfrm>
            <a:off x="5895101" y="3078050"/>
            <a:ext cx="25356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b="1" sz="2400"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289" name="Google Shape;289;p22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90" name="Google Shape;290;p22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1" name="Google Shape;291;p22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3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94" name="Google Shape;294;p23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96" name="Google Shape;296;p23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97" name="Google Shape;297;p23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8" name="Google Shape;298;p23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9" name="Google Shape;299;p23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00" name="Google Shape;300;p23"/>
          <p:cNvSpPr txBox="1"/>
          <p:nvPr>
            <p:ph type="title"/>
          </p:nvPr>
        </p:nvSpPr>
        <p:spPr>
          <a:xfrm>
            <a:off x="2347938" y="7523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idx="1" type="subTitle"/>
          </p:nvPr>
        </p:nvSpPr>
        <p:spPr>
          <a:xfrm>
            <a:off x="1899650" y="2055875"/>
            <a:ext cx="3708900" cy="146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3" name="Google Shape;303;p23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08" name="Google Shape;308;p2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0" name="Google Shape;310;p2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11" name="Google Shape;311;p2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14" name="Google Shape;314;p24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315" name="Google Shape;315;p24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5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19" name="Google Shape;319;p25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21" name="Google Shape;321;p25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22" name="Google Shape;322;p25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25" name="Google Shape;325;p25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326" name="Google Shape;326;p25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b="1" sz="2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b="1" sz="30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6"/>
          <p:cNvGrpSpPr/>
          <p:nvPr/>
        </p:nvGrpSpPr>
        <p:grpSpPr>
          <a:xfrm>
            <a:off x="6442850" y="1530900"/>
            <a:ext cx="1625700" cy="1625700"/>
            <a:chOff x="4653650" y="1256600"/>
            <a:chExt cx="1625700" cy="1625700"/>
          </a:xfrm>
        </p:grpSpPr>
        <p:sp>
          <p:nvSpPr>
            <p:cNvPr id="333" name="Google Shape;333;p26"/>
            <p:cNvSpPr/>
            <p:nvPr/>
          </p:nvSpPr>
          <p:spPr>
            <a:xfrm>
              <a:off x="4653650" y="1256600"/>
              <a:ext cx="1625700" cy="1625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4653650" y="1256600"/>
              <a:ext cx="1625700" cy="159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5" name="Google Shape;335;p26"/>
          <p:cNvSpPr txBox="1"/>
          <p:nvPr>
            <p:ph type="ctrTitle"/>
          </p:nvPr>
        </p:nvSpPr>
        <p:spPr>
          <a:xfrm>
            <a:off x="1036725" y="1252100"/>
            <a:ext cx="4359300" cy="30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Aprendendo a programar.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Edição: Scratch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6820498" y="2096271"/>
            <a:ext cx="880576" cy="474590"/>
          </a:xfrm>
          <a:custGeom>
            <a:rect b="b" l="l" r="r" t="t"/>
            <a:pathLst>
              <a:path extrusionOk="0" h="872" w="1618">
                <a:moveTo>
                  <a:pt x="1093" y="11"/>
                </a:moveTo>
                <a:cubicBezTo>
                  <a:pt x="1064" y="-8"/>
                  <a:pt x="1024" y="0"/>
                  <a:pt x="1005" y="29"/>
                </a:cubicBezTo>
                <a:lnTo>
                  <a:pt x="508" y="774"/>
                </a:lnTo>
                <a:cubicBezTo>
                  <a:pt x="488" y="803"/>
                  <a:pt x="496" y="842"/>
                  <a:pt x="525" y="861"/>
                </a:cubicBezTo>
                <a:cubicBezTo>
                  <a:pt x="554" y="881"/>
                  <a:pt x="593" y="873"/>
                  <a:pt x="613" y="844"/>
                </a:cubicBezTo>
                <a:lnTo>
                  <a:pt x="1110" y="99"/>
                </a:lnTo>
                <a:cubicBezTo>
                  <a:pt x="1130" y="70"/>
                  <a:pt x="1122" y="31"/>
                  <a:pt x="1093" y="11"/>
                </a:cubicBezTo>
                <a:moveTo>
                  <a:pt x="1607" y="401"/>
                </a:moveTo>
                <a:lnTo>
                  <a:pt x="1359" y="29"/>
                </a:lnTo>
                <a:cubicBezTo>
                  <a:pt x="1339" y="0"/>
                  <a:pt x="1300" y="-8"/>
                  <a:pt x="1271" y="11"/>
                </a:cubicBezTo>
                <a:cubicBezTo>
                  <a:pt x="1242" y="31"/>
                  <a:pt x="1234" y="70"/>
                  <a:pt x="1254" y="99"/>
                </a:cubicBezTo>
                <a:lnTo>
                  <a:pt x="1479" y="436"/>
                </a:lnTo>
                <a:lnTo>
                  <a:pt x="1254" y="774"/>
                </a:lnTo>
                <a:cubicBezTo>
                  <a:pt x="1234" y="803"/>
                  <a:pt x="1242" y="842"/>
                  <a:pt x="1271" y="861"/>
                </a:cubicBezTo>
                <a:cubicBezTo>
                  <a:pt x="1300" y="881"/>
                  <a:pt x="1339" y="873"/>
                  <a:pt x="1359" y="844"/>
                </a:cubicBezTo>
                <a:lnTo>
                  <a:pt x="1607" y="471"/>
                </a:lnTo>
                <a:cubicBezTo>
                  <a:pt x="1622" y="450"/>
                  <a:pt x="1622" y="422"/>
                  <a:pt x="1607" y="401"/>
                </a:cubicBezTo>
                <a:moveTo>
                  <a:pt x="364" y="99"/>
                </a:moveTo>
                <a:lnTo>
                  <a:pt x="139" y="436"/>
                </a:lnTo>
                <a:lnTo>
                  <a:pt x="364" y="774"/>
                </a:lnTo>
                <a:cubicBezTo>
                  <a:pt x="384" y="803"/>
                  <a:pt x="376" y="842"/>
                  <a:pt x="347" y="861"/>
                </a:cubicBezTo>
                <a:cubicBezTo>
                  <a:pt x="318" y="881"/>
                  <a:pt x="279" y="873"/>
                  <a:pt x="259" y="844"/>
                </a:cubicBezTo>
                <a:lnTo>
                  <a:pt x="10" y="471"/>
                </a:lnTo>
                <a:cubicBezTo>
                  <a:pt x="-4" y="450"/>
                  <a:pt x="-4" y="422"/>
                  <a:pt x="10" y="401"/>
                </a:cubicBezTo>
                <a:lnTo>
                  <a:pt x="259" y="29"/>
                </a:lnTo>
                <a:cubicBezTo>
                  <a:pt x="278" y="0"/>
                  <a:pt x="318" y="-8"/>
                  <a:pt x="347" y="11"/>
                </a:cubicBezTo>
                <a:cubicBezTo>
                  <a:pt x="376" y="31"/>
                  <a:pt x="384" y="70"/>
                  <a:pt x="364" y="9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 txBox="1"/>
          <p:nvPr>
            <p:ph idx="1" type="subTitle"/>
          </p:nvPr>
        </p:nvSpPr>
        <p:spPr>
          <a:xfrm>
            <a:off x="5318725" y="3074550"/>
            <a:ext cx="2497200" cy="10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Programando em blocos…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5318787" y="2914950"/>
            <a:ext cx="2497200" cy="15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9" name="Google Shape;3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8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325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6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8206550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O SCRATCH?</a:t>
            </a:r>
            <a:endParaRPr/>
          </a:p>
        </p:txBody>
      </p:sp>
      <p:sp>
        <p:nvSpPr>
          <p:cNvPr id="347" name="Google Shape;347;p27"/>
          <p:cNvSpPr txBox="1"/>
          <p:nvPr>
            <p:ph idx="1" type="subTitle"/>
          </p:nvPr>
        </p:nvSpPr>
        <p:spPr>
          <a:xfrm>
            <a:off x="1036725" y="1924650"/>
            <a:ext cx="6764400" cy="17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Uma plataforma para criar histórias, jogos e animações;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Baseado em blocos coloridos que se encaixam(sem códigos complicados!);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Gratuito e online.</a:t>
            </a:r>
            <a:endParaRPr sz="2000"/>
          </a:p>
        </p:txBody>
      </p:sp>
      <p:sp>
        <p:nvSpPr>
          <p:cNvPr id="348" name="Google Shape;348;p27"/>
          <p:cNvSpPr/>
          <p:nvPr/>
        </p:nvSpPr>
        <p:spPr>
          <a:xfrm>
            <a:off x="6791223" y="921298"/>
            <a:ext cx="382176" cy="382176"/>
          </a:xfrm>
          <a:custGeom>
            <a:rect b="b" l="l" r="r" t="t"/>
            <a:pathLst>
              <a:path extrusionOk="0" h="1618" w="1618">
                <a:moveTo>
                  <a:pt x="1306" y="1119"/>
                </a:moveTo>
                <a:cubicBezTo>
                  <a:pt x="1271" y="1119"/>
                  <a:pt x="1243" y="1147"/>
                  <a:pt x="1243" y="1182"/>
                </a:cubicBezTo>
                <a:lnTo>
                  <a:pt x="1243" y="1431"/>
                </a:lnTo>
                <a:cubicBezTo>
                  <a:pt x="1243" y="1464"/>
                  <a:pt x="1216" y="1492"/>
                  <a:pt x="1182" y="1492"/>
                </a:cubicBezTo>
                <a:lnTo>
                  <a:pt x="990" y="1492"/>
                </a:lnTo>
                <a:cubicBezTo>
                  <a:pt x="961" y="1350"/>
                  <a:pt x="835" y="1243"/>
                  <a:pt x="685" y="1243"/>
                </a:cubicBezTo>
                <a:cubicBezTo>
                  <a:pt x="534" y="1243"/>
                  <a:pt x="409" y="1350"/>
                  <a:pt x="379" y="1492"/>
                </a:cubicBezTo>
                <a:lnTo>
                  <a:pt x="187" y="1492"/>
                </a:lnTo>
                <a:cubicBezTo>
                  <a:pt x="154" y="1492"/>
                  <a:pt x="126" y="1464"/>
                  <a:pt x="126" y="1431"/>
                </a:cubicBezTo>
                <a:lnTo>
                  <a:pt x="126" y="1239"/>
                </a:lnTo>
                <a:cubicBezTo>
                  <a:pt x="268" y="1209"/>
                  <a:pt x="375" y="1084"/>
                  <a:pt x="375" y="933"/>
                </a:cubicBezTo>
                <a:cubicBezTo>
                  <a:pt x="375" y="783"/>
                  <a:pt x="268" y="657"/>
                  <a:pt x="126" y="628"/>
                </a:cubicBezTo>
                <a:lnTo>
                  <a:pt x="126" y="436"/>
                </a:lnTo>
                <a:cubicBezTo>
                  <a:pt x="126" y="402"/>
                  <a:pt x="154" y="375"/>
                  <a:pt x="187" y="375"/>
                </a:cubicBezTo>
                <a:lnTo>
                  <a:pt x="436" y="375"/>
                </a:lnTo>
                <a:cubicBezTo>
                  <a:pt x="471" y="375"/>
                  <a:pt x="499" y="347"/>
                  <a:pt x="499" y="312"/>
                </a:cubicBezTo>
                <a:cubicBezTo>
                  <a:pt x="499" y="209"/>
                  <a:pt x="582" y="126"/>
                  <a:pt x="685" y="126"/>
                </a:cubicBezTo>
                <a:cubicBezTo>
                  <a:pt x="787" y="126"/>
                  <a:pt x="870" y="209"/>
                  <a:pt x="870" y="312"/>
                </a:cubicBezTo>
                <a:cubicBezTo>
                  <a:pt x="870" y="347"/>
                  <a:pt x="898" y="375"/>
                  <a:pt x="933" y="375"/>
                </a:cubicBezTo>
                <a:lnTo>
                  <a:pt x="1182" y="375"/>
                </a:lnTo>
                <a:cubicBezTo>
                  <a:pt x="1216" y="375"/>
                  <a:pt x="1243" y="402"/>
                  <a:pt x="1243" y="436"/>
                </a:cubicBezTo>
                <a:lnTo>
                  <a:pt x="1243" y="685"/>
                </a:lnTo>
                <a:cubicBezTo>
                  <a:pt x="1243" y="720"/>
                  <a:pt x="1271" y="748"/>
                  <a:pt x="1306" y="748"/>
                </a:cubicBezTo>
                <a:cubicBezTo>
                  <a:pt x="1408" y="748"/>
                  <a:pt x="1492" y="831"/>
                  <a:pt x="1492" y="933"/>
                </a:cubicBezTo>
                <a:cubicBezTo>
                  <a:pt x="1492" y="1036"/>
                  <a:pt x="1408" y="1119"/>
                  <a:pt x="1306" y="1119"/>
                </a:cubicBezTo>
                <a:moveTo>
                  <a:pt x="1369" y="628"/>
                </a:moveTo>
                <a:lnTo>
                  <a:pt x="1369" y="436"/>
                </a:lnTo>
                <a:cubicBezTo>
                  <a:pt x="1369" y="333"/>
                  <a:pt x="1285" y="248"/>
                  <a:pt x="1182" y="248"/>
                </a:cubicBezTo>
                <a:lnTo>
                  <a:pt x="990" y="248"/>
                </a:lnTo>
                <a:cubicBezTo>
                  <a:pt x="961" y="107"/>
                  <a:pt x="835" y="0"/>
                  <a:pt x="685" y="0"/>
                </a:cubicBezTo>
                <a:cubicBezTo>
                  <a:pt x="534" y="0"/>
                  <a:pt x="409" y="107"/>
                  <a:pt x="379" y="248"/>
                </a:cubicBezTo>
                <a:lnTo>
                  <a:pt x="187" y="248"/>
                </a:lnTo>
                <a:cubicBezTo>
                  <a:pt x="84" y="248"/>
                  <a:pt x="0" y="333"/>
                  <a:pt x="0" y="436"/>
                </a:cubicBezTo>
                <a:lnTo>
                  <a:pt x="0" y="685"/>
                </a:lnTo>
                <a:cubicBezTo>
                  <a:pt x="0" y="720"/>
                  <a:pt x="28" y="748"/>
                  <a:pt x="63" y="748"/>
                </a:cubicBezTo>
                <a:cubicBezTo>
                  <a:pt x="165" y="748"/>
                  <a:pt x="248" y="831"/>
                  <a:pt x="248" y="933"/>
                </a:cubicBezTo>
                <a:cubicBezTo>
                  <a:pt x="248" y="1036"/>
                  <a:pt x="165" y="1119"/>
                  <a:pt x="63" y="1119"/>
                </a:cubicBezTo>
                <a:cubicBezTo>
                  <a:pt x="28" y="1119"/>
                  <a:pt x="0" y="1147"/>
                  <a:pt x="0" y="1182"/>
                </a:cubicBezTo>
                <a:lnTo>
                  <a:pt x="0" y="1431"/>
                </a:lnTo>
                <a:cubicBezTo>
                  <a:pt x="0" y="1534"/>
                  <a:pt x="84" y="1618"/>
                  <a:pt x="187" y="1618"/>
                </a:cubicBezTo>
                <a:lnTo>
                  <a:pt x="436" y="1618"/>
                </a:lnTo>
                <a:cubicBezTo>
                  <a:pt x="471" y="1618"/>
                  <a:pt x="499" y="1590"/>
                  <a:pt x="499" y="1555"/>
                </a:cubicBezTo>
                <a:cubicBezTo>
                  <a:pt x="499" y="1453"/>
                  <a:pt x="582" y="1369"/>
                  <a:pt x="685" y="1369"/>
                </a:cubicBezTo>
                <a:cubicBezTo>
                  <a:pt x="787" y="1369"/>
                  <a:pt x="870" y="1453"/>
                  <a:pt x="870" y="1555"/>
                </a:cubicBezTo>
                <a:cubicBezTo>
                  <a:pt x="870" y="1590"/>
                  <a:pt x="898" y="1618"/>
                  <a:pt x="933" y="1618"/>
                </a:cubicBezTo>
                <a:lnTo>
                  <a:pt x="1182" y="1618"/>
                </a:lnTo>
                <a:cubicBezTo>
                  <a:pt x="1285" y="1618"/>
                  <a:pt x="1369" y="1534"/>
                  <a:pt x="1369" y="1431"/>
                </a:cubicBezTo>
                <a:lnTo>
                  <a:pt x="1369" y="1239"/>
                </a:lnTo>
                <a:cubicBezTo>
                  <a:pt x="1511" y="1209"/>
                  <a:pt x="1618" y="1084"/>
                  <a:pt x="1618" y="933"/>
                </a:cubicBezTo>
                <a:cubicBezTo>
                  <a:pt x="1618" y="783"/>
                  <a:pt x="1511" y="657"/>
                  <a:pt x="1369" y="62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7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O SCRATCH?</a:t>
            </a:r>
            <a:endParaRPr/>
          </a:p>
        </p:txBody>
      </p:sp>
      <p:sp>
        <p:nvSpPr>
          <p:cNvPr id="357" name="Google Shape;357;p28"/>
          <p:cNvSpPr txBox="1"/>
          <p:nvPr>
            <p:ph idx="1" type="subTitle"/>
          </p:nvPr>
        </p:nvSpPr>
        <p:spPr>
          <a:xfrm>
            <a:off x="1163575" y="1924650"/>
            <a:ext cx="6637500" cy="16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Estimula o raciocínio lógico;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Primeiro passo para aprender programação;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Permite criar jogos, animações e histórias interativas rapidamente;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Possui uma comunidade virtual onde é possível compartilhar suas criações.</a:t>
            </a:r>
            <a:endParaRPr sz="2000"/>
          </a:p>
        </p:txBody>
      </p:sp>
      <p:sp>
        <p:nvSpPr>
          <p:cNvPr id="358" name="Google Shape;358;p28"/>
          <p:cNvSpPr/>
          <p:nvPr/>
        </p:nvSpPr>
        <p:spPr>
          <a:xfrm>
            <a:off x="6791223" y="921298"/>
            <a:ext cx="382176" cy="382176"/>
          </a:xfrm>
          <a:custGeom>
            <a:rect b="b" l="l" r="r" t="t"/>
            <a:pathLst>
              <a:path extrusionOk="0" h="1618" w="1618">
                <a:moveTo>
                  <a:pt x="1306" y="1119"/>
                </a:moveTo>
                <a:cubicBezTo>
                  <a:pt x="1271" y="1119"/>
                  <a:pt x="1243" y="1147"/>
                  <a:pt x="1243" y="1182"/>
                </a:cubicBezTo>
                <a:lnTo>
                  <a:pt x="1243" y="1431"/>
                </a:lnTo>
                <a:cubicBezTo>
                  <a:pt x="1243" y="1464"/>
                  <a:pt x="1216" y="1492"/>
                  <a:pt x="1182" y="1492"/>
                </a:cubicBezTo>
                <a:lnTo>
                  <a:pt x="990" y="1492"/>
                </a:lnTo>
                <a:cubicBezTo>
                  <a:pt x="961" y="1350"/>
                  <a:pt x="835" y="1243"/>
                  <a:pt x="685" y="1243"/>
                </a:cubicBezTo>
                <a:cubicBezTo>
                  <a:pt x="534" y="1243"/>
                  <a:pt x="409" y="1350"/>
                  <a:pt x="379" y="1492"/>
                </a:cubicBezTo>
                <a:lnTo>
                  <a:pt x="187" y="1492"/>
                </a:lnTo>
                <a:cubicBezTo>
                  <a:pt x="154" y="1492"/>
                  <a:pt x="126" y="1464"/>
                  <a:pt x="126" y="1431"/>
                </a:cubicBezTo>
                <a:lnTo>
                  <a:pt x="126" y="1239"/>
                </a:lnTo>
                <a:cubicBezTo>
                  <a:pt x="268" y="1209"/>
                  <a:pt x="375" y="1084"/>
                  <a:pt x="375" y="933"/>
                </a:cubicBezTo>
                <a:cubicBezTo>
                  <a:pt x="375" y="783"/>
                  <a:pt x="268" y="657"/>
                  <a:pt x="126" y="628"/>
                </a:cubicBezTo>
                <a:lnTo>
                  <a:pt x="126" y="436"/>
                </a:lnTo>
                <a:cubicBezTo>
                  <a:pt x="126" y="402"/>
                  <a:pt x="154" y="375"/>
                  <a:pt x="187" y="375"/>
                </a:cubicBezTo>
                <a:lnTo>
                  <a:pt x="436" y="375"/>
                </a:lnTo>
                <a:cubicBezTo>
                  <a:pt x="471" y="375"/>
                  <a:pt x="499" y="347"/>
                  <a:pt x="499" y="312"/>
                </a:cubicBezTo>
                <a:cubicBezTo>
                  <a:pt x="499" y="209"/>
                  <a:pt x="582" y="126"/>
                  <a:pt x="685" y="126"/>
                </a:cubicBezTo>
                <a:cubicBezTo>
                  <a:pt x="787" y="126"/>
                  <a:pt x="870" y="209"/>
                  <a:pt x="870" y="312"/>
                </a:cubicBezTo>
                <a:cubicBezTo>
                  <a:pt x="870" y="347"/>
                  <a:pt x="898" y="375"/>
                  <a:pt x="933" y="375"/>
                </a:cubicBezTo>
                <a:lnTo>
                  <a:pt x="1182" y="375"/>
                </a:lnTo>
                <a:cubicBezTo>
                  <a:pt x="1216" y="375"/>
                  <a:pt x="1243" y="402"/>
                  <a:pt x="1243" y="436"/>
                </a:cubicBezTo>
                <a:lnTo>
                  <a:pt x="1243" y="685"/>
                </a:lnTo>
                <a:cubicBezTo>
                  <a:pt x="1243" y="720"/>
                  <a:pt x="1271" y="748"/>
                  <a:pt x="1306" y="748"/>
                </a:cubicBezTo>
                <a:cubicBezTo>
                  <a:pt x="1408" y="748"/>
                  <a:pt x="1492" y="831"/>
                  <a:pt x="1492" y="933"/>
                </a:cubicBezTo>
                <a:cubicBezTo>
                  <a:pt x="1492" y="1036"/>
                  <a:pt x="1408" y="1119"/>
                  <a:pt x="1306" y="1119"/>
                </a:cubicBezTo>
                <a:moveTo>
                  <a:pt x="1369" y="628"/>
                </a:moveTo>
                <a:lnTo>
                  <a:pt x="1369" y="436"/>
                </a:lnTo>
                <a:cubicBezTo>
                  <a:pt x="1369" y="333"/>
                  <a:pt x="1285" y="248"/>
                  <a:pt x="1182" y="248"/>
                </a:cubicBezTo>
                <a:lnTo>
                  <a:pt x="990" y="248"/>
                </a:lnTo>
                <a:cubicBezTo>
                  <a:pt x="961" y="107"/>
                  <a:pt x="835" y="0"/>
                  <a:pt x="685" y="0"/>
                </a:cubicBezTo>
                <a:cubicBezTo>
                  <a:pt x="534" y="0"/>
                  <a:pt x="409" y="107"/>
                  <a:pt x="379" y="248"/>
                </a:cubicBezTo>
                <a:lnTo>
                  <a:pt x="187" y="248"/>
                </a:lnTo>
                <a:cubicBezTo>
                  <a:pt x="84" y="248"/>
                  <a:pt x="0" y="333"/>
                  <a:pt x="0" y="436"/>
                </a:cubicBezTo>
                <a:lnTo>
                  <a:pt x="0" y="685"/>
                </a:lnTo>
                <a:cubicBezTo>
                  <a:pt x="0" y="720"/>
                  <a:pt x="28" y="748"/>
                  <a:pt x="63" y="748"/>
                </a:cubicBezTo>
                <a:cubicBezTo>
                  <a:pt x="165" y="748"/>
                  <a:pt x="248" y="831"/>
                  <a:pt x="248" y="933"/>
                </a:cubicBezTo>
                <a:cubicBezTo>
                  <a:pt x="248" y="1036"/>
                  <a:pt x="165" y="1119"/>
                  <a:pt x="63" y="1119"/>
                </a:cubicBezTo>
                <a:cubicBezTo>
                  <a:pt x="28" y="1119"/>
                  <a:pt x="0" y="1147"/>
                  <a:pt x="0" y="1182"/>
                </a:cubicBezTo>
                <a:lnTo>
                  <a:pt x="0" y="1431"/>
                </a:lnTo>
                <a:cubicBezTo>
                  <a:pt x="0" y="1534"/>
                  <a:pt x="84" y="1618"/>
                  <a:pt x="187" y="1618"/>
                </a:cubicBezTo>
                <a:lnTo>
                  <a:pt x="436" y="1618"/>
                </a:lnTo>
                <a:cubicBezTo>
                  <a:pt x="471" y="1618"/>
                  <a:pt x="499" y="1590"/>
                  <a:pt x="499" y="1555"/>
                </a:cubicBezTo>
                <a:cubicBezTo>
                  <a:pt x="499" y="1453"/>
                  <a:pt x="582" y="1369"/>
                  <a:pt x="685" y="1369"/>
                </a:cubicBezTo>
                <a:cubicBezTo>
                  <a:pt x="787" y="1369"/>
                  <a:pt x="870" y="1453"/>
                  <a:pt x="870" y="1555"/>
                </a:cubicBezTo>
                <a:cubicBezTo>
                  <a:pt x="870" y="1590"/>
                  <a:pt x="898" y="1618"/>
                  <a:pt x="933" y="1618"/>
                </a:cubicBezTo>
                <a:lnTo>
                  <a:pt x="1182" y="1618"/>
                </a:lnTo>
                <a:cubicBezTo>
                  <a:pt x="1285" y="1618"/>
                  <a:pt x="1369" y="1534"/>
                  <a:pt x="1369" y="1431"/>
                </a:cubicBezTo>
                <a:lnTo>
                  <a:pt x="1369" y="1239"/>
                </a:lnTo>
                <a:cubicBezTo>
                  <a:pt x="1511" y="1209"/>
                  <a:pt x="1618" y="1084"/>
                  <a:pt x="1618" y="933"/>
                </a:cubicBezTo>
                <a:cubicBezTo>
                  <a:pt x="1618" y="783"/>
                  <a:pt x="1511" y="657"/>
                  <a:pt x="1369" y="62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8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PRIMEIRO PASSO: O SITE</a:t>
            </a:r>
            <a:endParaRPr/>
          </a:p>
        </p:txBody>
      </p:sp>
      <p:sp>
        <p:nvSpPr>
          <p:cNvPr id="367" name="Google Shape;367;p29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Acesso em: https://scratchbrasil.org.br/</a:t>
            </a:r>
            <a:endParaRPr sz="2000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/>
          <p:nvPr/>
        </p:nvSpPr>
        <p:spPr>
          <a:xfrm>
            <a:off x="7065920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3376" y="2177225"/>
            <a:ext cx="4965425" cy="24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PASSO: A CONTA</a:t>
            </a:r>
            <a:endParaRPr/>
          </a:p>
        </p:txBody>
      </p:sp>
      <p:sp>
        <p:nvSpPr>
          <p:cNvPr id="378" name="Google Shape;378;p30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 Clicando em “Explorar”...</a:t>
            </a:r>
            <a:endParaRPr sz="2000"/>
          </a:p>
        </p:txBody>
      </p:sp>
      <p:pic>
        <p:nvPicPr>
          <p:cNvPr id="379" name="Google Shape;3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0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/>
          <p:nvPr/>
        </p:nvSpPr>
        <p:spPr>
          <a:xfrm>
            <a:off x="7296545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3376" y="2177225"/>
            <a:ext cx="4965425" cy="24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0"/>
          <p:cNvSpPr/>
          <p:nvPr/>
        </p:nvSpPr>
        <p:spPr>
          <a:xfrm>
            <a:off x="3983950" y="4089450"/>
            <a:ext cx="530400" cy="403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PASSO: A CONTA</a:t>
            </a:r>
            <a:endParaRPr/>
          </a:p>
        </p:txBody>
      </p:sp>
      <p:sp>
        <p:nvSpPr>
          <p:cNvPr id="390" name="Google Shape;390;p31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 Clicando em “Clique aqui e acesse”...</a:t>
            </a:r>
            <a:endParaRPr sz="2000"/>
          </a:p>
        </p:txBody>
      </p:sp>
      <p:pic>
        <p:nvPicPr>
          <p:cNvPr id="391" name="Google Shape;3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/>
          <p:nvPr/>
        </p:nvSpPr>
        <p:spPr>
          <a:xfrm>
            <a:off x="7296545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9325" y="2177225"/>
            <a:ext cx="4965426" cy="250649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1"/>
          <p:cNvSpPr/>
          <p:nvPr/>
        </p:nvSpPr>
        <p:spPr>
          <a:xfrm>
            <a:off x="3677675" y="4357338"/>
            <a:ext cx="957300" cy="403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PASSO: A CONTA</a:t>
            </a:r>
            <a:endParaRPr/>
          </a:p>
        </p:txBody>
      </p:sp>
      <p:sp>
        <p:nvSpPr>
          <p:cNvPr id="402" name="Google Shape;402;p32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 Você cairá em outra página!</a:t>
            </a:r>
            <a:endParaRPr sz="2000"/>
          </a:p>
        </p:txBody>
      </p:sp>
      <p:pic>
        <p:nvPicPr>
          <p:cNvPr id="403" name="Google Shape;4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2"/>
          <p:cNvSpPr/>
          <p:nvPr/>
        </p:nvSpPr>
        <p:spPr>
          <a:xfrm>
            <a:off x="7296545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9325" y="2177225"/>
            <a:ext cx="4965426" cy="250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5844" y="2177225"/>
            <a:ext cx="4972380" cy="25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PASSO: A CONTA</a:t>
            </a:r>
            <a:endParaRPr/>
          </a:p>
        </p:txBody>
      </p:sp>
      <p:sp>
        <p:nvSpPr>
          <p:cNvPr id="414" name="Google Shape;414;p33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 Clicando em “Aderir ao Scratch”...</a:t>
            </a:r>
            <a:endParaRPr sz="2000"/>
          </a:p>
        </p:txBody>
      </p:sp>
      <p:pic>
        <p:nvPicPr>
          <p:cNvPr id="415" name="Google Shape;4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3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3"/>
          <p:cNvSpPr/>
          <p:nvPr/>
        </p:nvSpPr>
        <p:spPr>
          <a:xfrm>
            <a:off x="7296545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9325" y="2177225"/>
            <a:ext cx="4965426" cy="250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5844" y="2177225"/>
            <a:ext cx="4972380" cy="25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3"/>
          <p:cNvSpPr/>
          <p:nvPr/>
        </p:nvSpPr>
        <p:spPr>
          <a:xfrm>
            <a:off x="6791475" y="2278825"/>
            <a:ext cx="594600" cy="292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PASSO: A CONTA</a:t>
            </a:r>
            <a:endParaRPr/>
          </a:p>
        </p:txBody>
      </p:sp>
      <p:sp>
        <p:nvSpPr>
          <p:cNvPr id="427" name="Google Shape;427;p34"/>
          <p:cNvSpPr txBox="1"/>
          <p:nvPr>
            <p:ph idx="1" type="subTitle"/>
          </p:nvPr>
        </p:nvSpPr>
        <p:spPr>
          <a:xfrm>
            <a:off x="996975" y="1544075"/>
            <a:ext cx="5367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Você criará sua conta aqui!</a:t>
            </a:r>
            <a:endParaRPr sz="2000"/>
          </a:p>
        </p:txBody>
      </p:sp>
      <p:pic>
        <p:nvPicPr>
          <p:cNvPr id="428" name="Google Shape;4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4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/>
          <p:nvPr/>
        </p:nvSpPr>
        <p:spPr>
          <a:xfrm>
            <a:off x="7296545" y="921285"/>
            <a:ext cx="382412" cy="382176"/>
          </a:xfrm>
          <a:custGeom>
            <a:rect b="b" l="l" r="r" t="t"/>
            <a:pathLst>
              <a:path extrusionOk="0" h="1618" w="1619">
                <a:moveTo>
                  <a:pt x="249" y="623"/>
                </a:moveTo>
                <a:cubicBezTo>
                  <a:pt x="249" y="588"/>
                  <a:pt x="277" y="560"/>
                  <a:pt x="312" y="560"/>
                </a:cubicBezTo>
                <a:lnTo>
                  <a:pt x="1058" y="560"/>
                </a:lnTo>
                <a:cubicBezTo>
                  <a:pt x="1093" y="560"/>
                  <a:pt x="1121" y="588"/>
                  <a:pt x="1121" y="623"/>
                </a:cubicBezTo>
                <a:cubicBezTo>
                  <a:pt x="1121" y="658"/>
                  <a:pt x="1093" y="686"/>
                  <a:pt x="1058" y="686"/>
                </a:cubicBezTo>
                <a:lnTo>
                  <a:pt x="312" y="686"/>
                </a:lnTo>
                <a:cubicBezTo>
                  <a:pt x="277" y="686"/>
                  <a:pt x="249" y="658"/>
                  <a:pt x="249" y="623"/>
                </a:cubicBezTo>
                <a:moveTo>
                  <a:pt x="249" y="374"/>
                </a:moveTo>
                <a:cubicBezTo>
                  <a:pt x="249" y="339"/>
                  <a:pt x="277" y="311"/>
                  <a:pt x="312" y="311"/>
                </a:cubicBezTo>
                <a:lnTo>
                  <a:pt x="1307" y="311"/>
                </a:lnTo>
                <a:cubicBezTo>
                  <a:pt x="1342" y="311"/>
                  <a:pt x="1370" y="339"/>
                  <a:pt x="1370" y="374"/>
                </a:cubicBezTo>
                <a:cubicBezTo>
                  <a:pt x="1370" y="409"/>
                  <a:pt x="1342" y="437"/>
                  <a:pt x="1307" y="437"/>
                </a:cubicBezTo>
                <a:lnTo>
                  <a:pt x="312" y="437"/>
                </a:lnTo>
                <a:cubicBezTo>
                  <a:pt x="277" y="437"/>
                  <a:pt x="249" y="409"/>
                  <a:pt x="249" y="374"/>
                </a:cubicBezTo>
                <a:moveTo>
                  <a:pt x="1431" y="1119"/>
                </a:moveTo>
                <a:lnTo>
                  <a:pt x="188" y="1119"/>
                </a:lnTo>
                <a:cubicBezTo>
                  <a:pt x="154" y="1119"/>
                  <a:pt x="127" y="1092"/>
                  <a:pt x="127" y="1058"/>
                </a:cubicBezTo>
                <a:lnTo>
                  <a:pt x="127" y="997"/>
                </a:lnTo>
                <a:lnTo>
                  <a:pt x="1492" y="997"/>
                </a:lnTo>
                <a:lnTo>
                  <a:pt x="1492" y="1058"/>
                </a:lnTo>
                <a:cubicBezTo>
                  <a:pt x="1492" y="1092"/>
                  <a:pt x="1465" y="1119"/>
                  <a:pt x="1431" y="1119"/>
                </a:cubicBezTo>
                <a:moveTo>
                  <a:pt x="1033" y="1492"/>
                </a:moveTo>
                <a:lnTo>
                  <a:pt x="586" y="1492"/>
                </a:lnTo>
                <a:lnTo>
                  <a:pt x="669" y="1245"/>
                </a:lnTo>
                <a:lnTo>
                  <a:pt x="950" y="1245"/>
                </a:lnTo>
                <a:lnTo>
                  <a:pt x="1033" y="1492"/>
                </a:lnTo>
                <a:moveTo>
                  <a:pt x="188" y="127"/>
                </a:moveTo>
                <a:lnTo>
                  <a:pt x="1431" y="127"/>
                </a:lnTo>
                <a:cubicBezTo>
                  <a:pt x="1465" y="127"/>
                  <a:pt x="1492" y="154"/>
                  <a:pt x="1492" y="188"/>
                </a:cubicBezTo>
                <a:lnTo>
                  <a:pt x="1492" y="870"/>
                </a:lnTo>
                <a:lnTo>
                  <a:pt x="127" y="870"/>
                </a:lnTo>
                <a:lnTo>
                  <a:pt x="127" y="188"/>
                </a:lnTo>
                <a:cubicBezTo>
                  <a:pt x="127" y="154"/>
                  <a:pt x="154" y="127"/>
                  <a:pt x="188" y="127"/>
                </a:cubicBezTo>
                <a:moveTo>
                  <a:pt x="1431" y="0"/>
                </a:moveTo>
                <a:lnTo>
                  <a:pt x="188" y="0"/>
                </a:lnTo>
                <a:cubicBezTo>
                  <a:pt x="85" y="0"/>
                  <a:pt x="0" y="84"/>
                  <a:pt x="0" y="188"/>
                </a:cubicBezTo>
                <a:lnTo>
                  <a:pt x="0" y="1058"/>
                </a:lnTo>
                <a:cubicBezTo>
                  <a:pt x="0" y="1161"/>
                  <a:pt x="85" y="1245"/>
                  <a:pt x="188" y="1245"/>
                </a:cubicBezTo>
                <a:lnTo>
                  <a:pt x="535" y="1245"/>
                </a:lnTo>
                <a:lnTo>
                  <a:pt x="453" y="1492"/>
                </a:lnTo>
                <a:lnTo>
                  <a:pt x="312" y="1492"/>
                </a:lnTo>
                <a:cubicBezTo>
                  <a:pt x="277" y="1492"/>
                  <a:pt x="249" y="1520"/>
                  <a:pt x="249" y="1555"/>
                </a:cubicBezTo>
                <a:cubicBezTo>
                  <a:pt x="249" y="1590"/>
                  <a:pt x="277" y="1618"/>
                  <a:pt x="312" y="1618"/>
                </a:cubicBezTo>
                <a:lnTo>
                  <a:pt x="1307" y="1618"/>
                </a:lnTo>
                <a:cubicBezTo>
                  <a:pt x="1342" y="1618"/>
                  <a:pt x="1370" y="1590"/>
                  <a:pt x="1370" y="1555"/>
                </a:cubicBezTo>
                <a:cubicBezTo>
                  <a:pt x="1370" y="1520"/>
                  <a:pt x="1342" y="1492"/>
                  <a:pt x="1307" y="1492"/>
                </a:cubicBezTo>
                <a:lnTo>
                  <a:pt x="1166" y="1492"/>
                </a:lnTo>
                <a:lnTo>
                  <a:pt x="1084" y="1245"/>
                </a:lnTo>
                <a:lnTo>
                  <a:pt x="1431" y="1245"/>
                </a:lnTo>
                <a:cubicBezTo>
                  <a:pt x="1535" y="1245"/>
                  <a:pt x="1619" y="1161"/>
                  <a:pt x="1619" y="1058"/>
                </a:cubicBezTo>
                <a:lnTo>
                  <a:pt x="1619" y="188"/>
                </a:lnTo>
                <a:cubicBezTo>
                  <a:pt x="1619" y="84"/>
                  <a:pt x="1535" y="0"/>
                  <a:pt x="14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4949" y="1792150"/>
            <a:ext cx="2665779" cy="2806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p34"/>
          <p:cNvCxnSpPr/>
          <p:nvPr/>
        </p:nvCxnSpPr>
        <p:spPr>
          <a:xfrm flipH="1" rot="10800000">
            <a:off x="4265800" y="2924800"/>
            <a:ext cx="864900" cy="1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34"/>
          <p:cNvCxnSpPr/>
          <p:nvPr/>
        </p:nvCxnSpPr>
        <p:spPr>
          <a:xfrm flipH="1" rot="10800000">
            <a:off x="4265800" y="3503900"/>
            <a:ext cx="864900" cy="1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34"/>
          <p:cNvSpPr txBox="1"/>
          <p:nvPr>
            <p:ph idx="1" type="subTitle"/>
          </p:nvPr>
        </p:nvSpPr>
        <p:spPr>
          <a:xfrm>
            <a:off x="2907650" y="2686600"/>
            <a:ext cx="1203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Usuário</a:t>
            </a:r>
            <a:endParaRPr sz="2000"/>
          </a:p>
        </p:txBody>
      </p:sp>
      <p:sp>
        <p:nvSpPr>
          <p:cNvPr id="436" name="Google Shape;436;p34"/>
          <p:cNvSpPr txBox="1"/>
          <p:nvPr>
            <p:ph idx="1" type="subTitle"/>
          </p:nvPr>
        </p:nvSpPr>
        <p:spPr>
          <a:xfrm>
            <a:off x="2985525" y="3265700"/>
            <a:ext cx="10191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Senha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TERCEIRO PASSO: A INTERFACE</a:t>
            </a:r>
            <a:endParaRPr/>
          </a:p>
        </p:txBody>
      </p:sp>
      <p:sp>
        <p:nvSpPr>
          <p:cNvPr id="442" name="Google Shape;442;p35"/>
          <p:cNvSpPr txBox="1"/>
          <p:nvPr>
            <p:ph idx="1" type="subTitle"/>
          </p:nvPr>
        </p:nvSpPr>
        <p:spPr>
          <a:xfrm>
            <a:off x="996975" y="1544075"/>
            <a:ext cx="71553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Ao criar um projeto… Vamos olhar detalhadamente</a:t>
            </a:r>
            <a:endParaRPr sz="2000"/>
          </a:p>
        </p:txBody>
      </p:sp>
      <p:pic>
        <p:nvPicPr>
          <p:cNvPr id="443" name="Google Shape;4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5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5"/>
          <p:cNvSpPr/>
          <p:nvPr/>
        </p:nvSpPr>
        <p:spPr>
          <a:xfrm>
            <a:off x="7681137" y="921171"/>
            <a:ext cx="382176" cy="382412"/>
          </a:xfrm>
          <a:custGeom>
            <a:rect b="b" l="l" r="r" t="t"/>
            <a:pathLst>
              <a:path extrusionOk="0" h="1619" w="1618">
                <a:moveTo>
                  <a:pt x="481" y="312"/>
                </a:moveTo>
                <a:cubicBezTo>
                  <a:pt x="481" y="269"/>
                  <a:pt x="516" y="233"/>
                  <a:pt x="560" y="233"/>
                </a:cubicBezTo>
                <a:cubicBezTo>
                  <a:pt x="604" y="233"/>
                  <a:pt x="639" y="269"/>
                  <a:pt x="639" y="312"/>
                </a:cubicBezTo>
                <a:cubicBezTo>
                  <a:pt x="639" y="356"/>
                  <a:pt x="604" y="391"/>
                  <a:pt x="560" y="391"/>
                </a:cubicBezTo>
                <a:cubicBezTo>
                  <a:pt x="516" y="391"/>
                  <a:pt x="481" y="356"/>
                  <a:pt x="481" y="312"/>
                </a:cubicBezTo>
                <a:moveTo>
                  <a:pt x="232" y="312"/>
                </a:moveTo>
                <a:cubicBezTo>
                  <a:pt x="232" y="269"/>
                  <a:pt x="268" y="233"/>
                  <a:pt x="311" y="233"/>
                </a:cubicBezTo>
                <a:cubicBezTo>
                  <a:pt x="355" y="233"/>
                  <a:pt x="390" y="269"/>
                  <a:pt x="390" y="312"/>
                </a:cubicBezTo>
                <a:cubicBezTo>
                  <a:pt x="390" y="356"/>
                  <a:pt x="355" y="391"/>
                  <a:pt x="311" y="391"/>
                </a:cubicBezTo>
                <a:cubicBezTo>
                  <a:pt x="268" y="391"/>
                  <a:pt x="232" y="356"/>
                  <a:pt x="232" y="312"/>
                </a:cubicBezTo>
                <a:moveTo>
                  <a:pt x="126" y="624"/>
                </a:moveTo>
                <a:lnTo>
                  <a:pt x="1491" y="624"/>
                </a:lnTo>
                <a:lnTo>
                  <a:pt x="1491" y="1492"/>
                </a:lnTo>
                <a:lnTo>
                  <a:pt x="126" y="1492"/>
                </a:lnTo>
                <a:lnTo>
                  <a:pt x="126" y="624"/>
                </a:lnTo>
                <a:moveTo>
                  <a:pt x="1491" y="498"/>
                </a:moveTo>
                <a:lnTo>
                  <a:pt x="126" y="498"/>
                </a:lnTo>
                <a:lnTo>
                  <a:pt x="126" y="127"/>
                </a:lnTo>
                <a:lnTo>
                  <a:pt x="1491" y="127"/>
                </a:lnTo>
                <a:lnTo>
                  <a:pt x="1491" y="498"/>
                </a:lnTo>
                <a:moveTo>
                  <a:pt x="1555" y="0"/>
                </a:moveTo>
                <a:lnTo>
                  <a:pt x="63" y="0"/>
                </a:lnTo>
                <a:cubicBezTo>
                  <a:pt x="28" y="0"/>
                  <a:pt x="0" y="29"/>
                  <a:pt x="0" y="64"/>
                </a:cubicBezTo>
                <a:lnTo>
                  <a:pt x="0" y="1555"/>
                </a:lnTo>
                <a:cubicBezTo>
                  <a:pt x="0" y="1590"/>
                  <a:pt x="28" y="1619"/>
                  <a:pt x="63" y="1619"/>
                </a:cubicBezTo>
                <a:lnTo>
                  <a:pt x="1555" y="1619"/>
                </a:lnTo>
                <a:cubicBezTo>
                  <a:pt x="1589" y="1619"/>
                  <a:pt x="1618" y="1590"/>
                  <a:pt x="1618" y="1555"/>
                </a:cubicBezTo>
                <a:lnTo>
                  <a:pt x="1618" y="64"/>
                </a:lnTo>
                <a:cubicBezTo>
                  <a:pt x="1618" y="29"/>
                  <a:pt x="1589" y="0"/>
                  <a:pt x="155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4200" y="2119550"/>
            <a:ext cx="5254574" cy="24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TERCEIRO PASSO: A INTERFACE</a:t>
            </a:r>
            <a:endParaRPr/>
          </a:p>
        </p:txBody>
      </p:sp>
      <p:pic>
        <p:nvPicPr>
          <p:cNvPr id="453" name="Google Shape;4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6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6"/>
          <p:cNvSpPr/>
          <p:nvPr/>
        </p:nvSpPr>
        <p:spPr>
          <a:xfrm>
            <a:off x="7681137" y="921171"/>
            <a:ext cx="382176" cy="382412"/>
          </a:xfrm>
          <a:custGeom>
            <a:rect b="b" l="l" r="r" t="t"/>
            <a:pathLst>
              <a:path extrusionOk="0" h="1619" w="1618">
                <a:moveTo>
                  <a:pt x="481" y="312"/>
                </a:moveTo>
                <a:cubicBezTo>
                  <a:pt x="481" y="269"/>
                  <a:pt x="516" y="233"/>
                  <a:pt x="560" y="233"/>
                </a:cubicBezTo>
                <a:cubicBezTo>
                  <a:pt x="604" y="233"/>
                  <a:pt x="639" y="269"/>
                  <a:pt x="639" y="312"/>
                </a:cubicBezTo>
                <a:cubicBezTo>
                  <a:pt x="639" y="356"/>
                  <a:pt x="604" y="391"/>
                  <a:pt x="560" y="391"/>
                </a:cubicBezTo>
                <a:cubicBezTo>
                  <a:pt x="516" y="391"/>
                  <a:pt x="481" y="356"/>
                  <a:pt x="481" y="312"/>
                </a:cubicBezTo>
                <a:moveTo>
                  <a:pt x="232" y="312"/>
                </a:moveTo>
                <a:cubicBezTo>
                  <a:pt x="232" y="269"/>
                  <a:pt x="268" y="233"/>
                  <a:pt x="311" y="233"/>
                </a:cubicBezTo>
                <a:cubicBezTo>
                  <a:pt x="355" y="233"/>
                  <a:pt x="390" y="269"/>
                  <a:pt x="390" y="312"/>
                </a:cubicBezTo>
                <a:cubicBezTo>
                  <a:pt x="390" y="356"/>
                  <a:pt x="355" y="391"/>
                  <a:pt x="311" y="391"/>
                </a:cubicBezTo>
                <a:cubicBezTo>
                  <a:pt x="268" y="391"/>
                  <a:pt x="232" y="356"/>
                  <a:pt x="232" y="312"/>
                </a:cubicBezTo>
                <a:moveTo>
                  <a:pt x="126" y="624"/>
                </a:moveTo>
                <a:lnTo>
                  <a:pt x="1491" y="624"/>
                </a:lnTo>
                <a:lnTo>
                  <a:pt x="1491" y="1492"/>
                </a:lnTo>
                <a:lnTo>
                  <a:pt x="126" y="1492"/>
                </a:lnTo>
                <a:lnTo>
                  <a:pt x="126" y="624"/>
                </a:lnTo>
                <a:moveTo>
                  <a:pt x="1491" y="498"/>
                </a:moveTo>
                <a:lnTo>
                  <a:pt x="126" y="498"/>
                </a:lnTo>
                <a:lnTo>
                  <a:pt x="126" y="127"/>
                </a:lnTo>
                <a:lnTo>
                  <a:pt x="1491" y="127"/>
                </a:lnTo>
                <a:lnTo>
                  <a:pt x="1491" y="498"/>
                </a:lnTo>
                <a:moveTo>
                  <a:pt x="1555" y="0"/>
                </a:moveTo>
                <a:lnTo>
                  <a:pt x="63" y="0"/>
                </a:lnTo>
                <a:cubicBezTo>
                  <a:pt x="28" y="0"/>
                  <a:pt x="0" y="29"/>
                  <a:pt x="0" y="64"/>
                </a:cubicBezTo>
                <a:lnTo>
                  <a:pt x="0" y="1555"/>
                </a:lnTo>
                <a:cubicBezTo>
                  <a:pt x="0" y="1590"/>
                  <a:pt x="28" y="1619"/>
                  <a:pt x="63" y="1619"/>
                </a:cubicBezTo>
                <a:lnTo>
                  <a:pt x="1555" y="1619"/>
                </a:lnTo>
                <a:cubicBezTo>
                  <a:pt x="1589" y="1619"/>
                  <a:pt x="1618" y="1590"/>
                  <a:pt x="1618" y="1555"/>
                </a:cubicBezTo>
                <a:lnTo>
                  <a:pt x="1618" y="64"/>
                </a:lnTo>
                <a:cubicBezTo>
                  <a:pt x="1618" y="29"/>
                  <a:pt x="1589" y="0"/>
                  <a:pt x="155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3900" y="1528050"/>
            <a:ext cx="6627724" cy="2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/>
          <p:nvPr/>
        </p:nvSpPr>
        <p:spPr>
          <a:xfrm>
            <a:off x="1186650" y="1448500"/>
            <a:ext cx="6815700" cy="313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1313500" y="1898250"/>
            <a:ext cx="1510800" cy="2228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2893450" y="2002050"/>
            <a:ext cx="24450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5476750" y="1806000"/>
            <a:ext cx="2445000" cy="24705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TERCEIRO PASSO: A INTERFACE</a:t>
            </a:r>
            <a:endParaRPr/>
          </a:p>
        </p:txBody>
      </p:sp>
      <p:sp>
        <p:nvSpPr>
          <p:cNvPr id="467" name="Google Shape;467;p37"/>
          <p:cNvSpPr txBox="1"/>
          <p:nvPr>
            <p:ph idx="1" type="subTitle"/>
          </p:nvPr>
        </p:nvSpPr>
        <p:spPr>
          <a:xfrm>
            <a:off x="994350" y="1748225"/>
            <a:ext cx="7155300" cy="25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>
                <a:solidFill>
                  <a:srgbClr val="FF0000"/>
                </a:solidFill>
              </a:rPr>
              <a:t>Barra superior: </a:t>
            </a:r>
            <a:r>
              <a:rPr lang="en" sz="2000"/>
              <a:t>informações gerais;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>
                <a:solidFill>
                  <a:srgbClr val="0000FF"/>
                </a:solidFill>
              </a:rPr>
              <a:t>Área de blocos:</a:t>
            </a:r>
            <a:r>
              <a:rPr lang="en" sz="2000"/>
              <a:t> blocos de código organizados por categorias;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>
                <a:solidFill>
                  <a:srgbClr val="00FF00"/>
                </a:solidFill>
              </a:rPr>
              <a:t>Área do editor:</a:t>
            </a:r>
            <a:r>
              <a:rPr lang="en" sz="2000"/>
              <a:t> local onde os blocos são arrastados e encaixados para formar scripts;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en" sz="2000">
                <a:solidFill>
                  <a:srgbClr val="FF9900"/>
                </a:solidFill>
              </a:rPr>
              <a:t>Palco: </a:t>
            </a:r>
            <a:r>
              <a:rPr lang="en" sz="2000"/>
              <a:t>espaço onde os sprites (personagens) executam os comandos.</a:t>
            </a:r>
            <a:endParaRPr sz="2000"/>
          </a:p>
        </p:txBody>
      </p:sp>
      <p:pic>
        <p:nvPicPr>
          <p:cNvPr id="468" name="Google Shape;4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7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7"/>
          <p:cNvSpPr/>
          <p:nvPr/>
        </p:nvSpPr>
        <p:spPr>
          <a:xfrm>
            <a:off x="7681137" y="921171"/>
            <a:ext cx="382176" cy="382412"/>
          </a:xfrm>
          <a:custGeom>
            <a:rect b="b" l="l" r="r" t="t"/>
            <a:pathLst>
              <a:path extrusionOk="0" h="1619" w="1618">
                <a:moveTo>
                  <a:pt x="481" y="312"/>
                </a:moveTo>
                <a:cubicBezTo>
                  <a:pt x="481" y="269"/>
                  <a:pt x="516" y="233"/>
                  <a:pt x="560" y="233"/>
                </a:cubicBezTo>
                <a:cubicBezTo>
                  <a:pt x="604" y="233"/>
                  <a:pt x="639" y="269"/>
                  <a:pt x="639" y="312"/>
                </a:cubicBezTo>
                <a:cubicBezTo>
                  <a:pt x="639" y="356"/>
                  <a:pt x="604" y="391"/>
                  <a:pt x="560" y="391"/>
                </a:cubicBezTo>
                <a:cubicBezTo>
                  <a:pt x="516" y="391"/>
                  <a:pt x="481" y="356"/>
                  <a:pt x="481" y="312"/>
                </a:cubicBezTo>
                <a:moveTo>
                  <a:pt x="232" y="312"/>
                </a:moveTo>
                <a:cubicBezTo>
                  <a:pt x="232" y="269"/>
                  <a:pt x="268" y="233"/>
                  <a:pt x="311" y="233"/>
                </a:cubicBezTo>
                <a:cubicBezTo>
                  <a:pt x="355" y="233"/>
                  <a:pt x="390" y="269"/>
                  <a:pt x="390" y="312"/>
                </a:cubicBezTo>
                <a:cubicBezTo>
                  <a:pt x="390" y="356"/>
                  <a:pt x="355" y="391"/>
                  <a:pt x="311" y="391"/>
                </a:cubicBezTo>
                <a:cubicBezTo>
                  <a:pt x="268" y="391"/>
                  <a:pt x="232" y="356"/>
                  <a:pt x="232" y="312"/>
                </a:cubicBezTo>
                <a:moveTo>
                  <a:pt x="126" y="624"/>
                </a:moveTo>
                <a:lnTo>
                  <a:pt x="1491" y="624"/>
                </a:lnTo>
                <a:lnTo>
                  <a:pt x="1491" y="1492"/>
                </a:lnTo>
                <a:lnTo>
                  <a:pt x="126" y="1492"/>
                </a:lnTo>
                <a:lnTo>
                  <a:pt x="126" y="624"/>
                </a:lnTo>
                <a:moveTo>
                  <a:pt x="1491" y="498"/>
                </a:moveTo>
                <a:lnTo>
                  <a:pt x="126" y="498"/>
                </a:lnTo>
                <a:lnTo>
                  <a:pt x="126" y="127"/>
                </a:lnTo>
                <a:lnTo>
                  <a:pt x="1491" y="127"/>
                </a:lnTo>
                <a:lnTo>
                  <a:pt x="1491" y="498"/>
                </a:lnTo>
                <a:moveTo>
                  <a:pt x="1555" y="0"/>
                </a:moveTo>
                <a:lnTo>
                  <a:pt x="63" y="0"/>
                </a:lnTo>
                <a:cubicBezTo>
                  <a:pt x="28" y="0"/>
                  <a:pt x="0" y="29"/>
                  <a:pt x="0" y="64"/>
                </a:cubicBezTo>
                <a:lnTo>
                  <a:pt x="0" y="1555"/>
                </a:lnTo>
                <a:cubicBezTo>
                  <a:pt x="0" y="1590"/>
                  <a:pt x="28" y="1619"/>
                  <a:pt x="63" y="1619"/>
                </a:cubicBezTo>
                <a:lnTo>
                  <a:pt x="1555" y="1619"/>
                </a:lnTo>
                <a:cubicBezTo>
                  <a:pt x="1589" y="1619"/>
                  <a:pt x="1618" y="1590"/>
                  <a:pt x="1618" y="1555"/>
                </a:cubicBezTo>
                <a:lnTo>
                  <a:pt x="1618" y="64"/>
                </a:lnTo>
                <a:cubicBezTo>
                  <a:pt x="1618" y="29"/>
                  <a:pt x="1589" y="0"/>
                  <a:pt x="155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EXPLORANDO OS BLOCOS</a:t>
            </a:r>
            <a:endParaRPr/>
          </a:p>
        </p:txBody>
      </p:sp>
      <p:pic>
        <p:nvPicPr>
          <p:cNvPr id="477" name="Google Shape;47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8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6575" y="1570488"/>
            <a:ext cx="1802189" cy="25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4575" y="1570475"/>
            <a:ext cx="3880674" cy="25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EXPLORANDO OS BLOCOS</a:t>
            </a:r>
            <a:endParaRPr/>
          </a:p>
        </p:txBody>
      </p:sp>
      <p:pic>
        <p:nvPicPr>
          <p:cNvPr id="487" name="Google Shape;4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9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550" y="1591488"/>
            <a:ext cx="4944900" cy="25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/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DESAFIO DA AULA! PEGA-PEGA</a:t>
            </a:r>
            <a:endParaRPr/>
          </a:p>
        </p:txBody>
      </p:sp>
      <p:pic>
        <p:nvPicPr>
          <p:cNvPr id="496" name="Google Shape;49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0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00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0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1903375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0"/>
          <p:cNvSpPr txBox="1"/>
          <p:nvPr>
            <p:ph idx="1" type="subTitle"/>
          </p:nvPr>
        </p:nvSpPr>
        <p:spPr>
          <a:xfrm>
            <a:off x="994350" y="1592738"/>
            <a:ext cx="7155300" cy="25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Adicionar os personagens;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Fazer com que os personagens se movam aleatoriamente;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Criar a interação do jogador;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Adicionar sons ao clicar nos personagens.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BÔNUS: CRIAR UMA VARIÁVEL ‘PONTUAÇÃO’ QUE AUMENTA A CADA CLIQUE DO JOGADOR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41"/>
          <p:cNvGrpSpPr/>
          <p:nvPr/>
        </p:nvGrpSpPr>
        <p:grpSpPr>
          <a:xfrm>
            <a:off x="4785088" y="1288400"/>
            <a:ext cx="1625700" cy="1625700"/>
            <a:chOff x="4653650" y="1256600"/>
            <a:chExt cx="1625700" cy="1625700"/>
          </a:xfrm>
        </p:grpSpPr>
        <p:sp>
          <p:nvSpPr>
            <p:cNvPr id="505" name="Google Shape;505;p41"/>
            <p:cNvSpPr/>
            <p:nvPr/>
          </p:nvSpPr>
          <p:spPr>
            <a:xfrm>
              <a:off x="4653650" y="1256600"/>
              <a:ext cx="1625700" cy="1625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4653650" y="1256600"/>
              <a:ext cx="1625700" cy="159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07" name="Google Shape;507;p41"/>
          <p:cNvSpPr txBox="1"/>
          <p:nvPr>
            <p:ph type="title"/>
          </p:nvPr>
        </p:nvSpPr>
        <p:spPr>
          <a:xfrm>
            <a:off x="898324" y="1953600"/>
            <a:ext cx="4059600" cy="11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OBRIGADA!</a:t>
            </a:r>
            <a:endParaRPr sz="5200"/>
          </a:p>
        </p:txBody>
      </p:sp>
      <p:sp>
        <p:nvSpPr>
          <p:cNvPr id="508" name="Google Shape;508;p41"/>
          <p:cNvSpPr/>
          <p:nvPr/>
        </p:nvSpPr>
        <p:spPr>
          <a:xfrm>
            <a:off x="5322018" y="1820235"/>
            <a:ext cx="551881" cy="651775"/>
          </a:xfrm>
          <a:custGeom>
            <a:rect b="b" l="l" r="r" t="t"/>
            <a:pathLst>
              <a:path extrusionOk="0" h="1618" w="1370">
                <a:moveTo>
                  <a:pt x="1096" y="1046"/>
                </a:moveTo>
                <a:lnTo>
                  <a:pt x="847" y="1232"/>
                </a:lnTo>
                <a:cubicBezTo>
                  <a:pt x="819" y="1253"/>
                  <a:pt x="779" y="1248"/>
                  <a:pt x="759" y="1220"/>
                </a:cubicBezTo>
                <a:cubicBezTo>
                  <a:pt x="738" y="1192"/>
                  <a:pt x="743" y="1152"/>
                  <a:pt x="771" y="1131"/>
                </a:cubicBezTo>
                <a:lnTo>
                  <a:pt x="952" y="995"/>
                </a:lnTo>
                <a:lnTo>
                  <a:pt x="771" y="859"/>
                </a:lnTo>
                <a:cubicBezTo>
                  <a:pt x="743" y="839"/>
                  <a:pt x="738" y="799"/>
                  <a:pt x="759" y="771"/>
                </a:cubicBezTo>
                <a:cubicBezTo>
                  <a:pt x="780" y="743"/>
                  <a:pt x="819" y="737"/>
                  <a:pt x="847" y="758"/>
                </a:cubicBezTo>
                <a:lnTo>
                  <a:pt x="1096" y="945"/>
                </a:lnTo>
                <a:cubicBezTo>
                  <a:pt x="1129" y="970"/>
                  <a:pt x="1129" y="1021"/>
                  <a:pt x="1096" y="1046"/>
                </a:cubicBezTo>
                <a:moveTo>
                  <a:pt x="598" y="859"/>
                </a:moveTo>
                <a:lnTo>
                  <a:pt x="417" y="995"/>
                </a:lnTo>
                <a:lnTo>
                  <a:pt x="598" y="1131"/>
                </a:lnTo>
                <a:cubicBezTo>
                  <a:pt x="626" y="1152"/>
                  <a:pt x="632" y="1192"/>
                  <a:pt x="611" y="1220"/>
                </a:cubicBezTo>
                <a:cubicBezTo>
                  <a:pt x="590" y="1248"/>
                  <a:pt x="550" y="1253"/>
                  <a:pt x="523" y="1232"/>
                </a:cubicBezTo>
                <a:lnTo>
                  <a:pt x="274" y="1046"/>
                </a:lnTo>
                <a:cubicBezTo>
                  <a:pt x="240" y="1021"/>
                  <a:pt x="240" y="970"/>
                  <a:pt x="274" y="945"/>
                </a:cubicBezTo>
                <a:lnTo>
                  <a:pt x="523" y="758"/>
                </a:lnTo>
                <a:cubicBezTo>
                  <a:pt x="551" y="737"/>
                  <a:pt x="590" y="743"/>
                  <a:pt x="611" y="771"/>
                </a:cubicBezTo>
                <a:cubicBezTo>
                  <a:pt x="632" y="799"/>
                  <a:pt x="626" y="839"/>
                  <a:pt x="598" y="859"/>
                </a:cubicBezTo>
                <a:moveTo>
                  <a:pt x="126" y="1492"/>
                </a:moveTo>
                <a:lnTo>
                  <a:pt x="126" y="126"/>
                </a:lnTo>
                <a:lnTo>
                  <a:pt x="870" y="126"/>
                </a:lnTo>
                <a:lnTo>
                  <a:pt x="870" y="436"/>
                </a:lnTo>
                <a:cubicBezTo>
                  <a:pt x="870" y="471"/>
                  <a:pt x="899" y="499"/>
                  <a:pt x="934" y="499"/>
                </a:cubicBezTo>
                <a:lnTo>
                  <a:pt x="1243" y="499"/>
                </a:lnTo>
                <a:lnTo>
                  <a:pt x="1243" y="1492"/>
                </a:lnTo>
                <a:lnTo>
                  <a:pt x="126" y="1492"/>
                </a:lnTo>
                <a:moveTo>
                  <a:pt x="997" y="216"/>
                </a:moveTo>
                <a:lnTo>
                  <a:pt x="1154" y="373"/>
                </a:lnTo>
                <a:lnTo>
                  <a:pt x="997" y="373"/>
                </a:lnTo>
                <a:lnTo>
                  <a:pt x="997" y="216"/>
                </a:lnTo>
                <a:moveTo>
                  <a:pt x="1351" y="391"/>
                </a:moveTo>
                <a:lnTo>
                  <a:pt x="978" y="18"/>
                </a:lnTo>
                <a:lnTo>
                  <a:pt x="978" y="18"/>
                </a:lnTo>
                <a:cubicBezTo>
                  <a:pt x="965" y="6"/>
                  <a:pt x="949" y="0"/>
                  <a:pt x="934" y="0"/>
                </a:cubicBezTo>
                <a:lnTo>
                  <a:pt x="63" y="0"/>
                </a:lnTo>
                <a:cubicBezTo>
                  <a:pt x="28" y="0"/>
                  <a:pt x="0" y="28"/>
                  <a:pt x="0" y="63"/>
                </a:cubicBezTo>
                <a:lnTo>
                  <a:pt x="0" y="1555"/>
                </a:lnTo>
                <a:cubicBezTo>
                  <a:pt x="0" y="1590"/>
                  <a:pt x="28" y="1618"/>
                  <a:pt x="63" y="1618"/>
                </a:cubicBezTo>
                <a:lnTo>
                  <a:pt x="1306" y="1618"/>
                </a:lnTo>
                <a:cubicBezTo>
                  <a:pt x="1341" y="1618"/>
                  <a:pt x="1370" y="1590"/>
                  <a:pt x="1370" y="1555"/>
                </a:cubicBezTo>
                <a:lnTo>
                  <a:pt x="1370" y="436"/>
                </a:lnTo>
                <a:cubicBezTo>
                  <a:pt x="1370" y="419"/>
                  <a:pt x="1363" y="403"/>
                  <a:pt x="1351" y="3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1"/>
          <p:cNvSpPr txBox="1"/>
          <p:nvPr>
            <p:ph idx="1" type="subTitle"/>
          </p:nvPr>
        </p:nvSpPr>
        <p:spPr>
          <a:xfrm>
            <a:off x="4404250" y="2898325"/>
            <a:ext cx="3513600" cy="10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Vemos vocês na próxima!</a:t>
            </a:r>
            <a:endParaRPr/>
          </a:p>
        </p:txBody>
      </p:sp>
      <p:sp>
        <p:nvSpPr>
          <p:cNvPr id="510" name="Google Shape;510;p41"/>
          <p:cNvSpPr/>
          <p:nvPr/>
        </p:nvSpPr>
        <p:spPr>
          <a:xfrm>
            <a:off x="4404252" y="2738725"/>
            <a:ext cx="3513625" cy="15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1" name="Google Shape;5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7625" y="4224000"/>
            <a:ext cx="1019149" cy="6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6775" y="4276625"/>
            <a:ext cx="461350" cy="5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1"/>
          <p:cNvPicPr preferRelativeResize="0"/>
          <p:nvPr/>
        </p:nvPicPr>
        <p:blipFill rotWithShape="1">
          <a:blip r:embed="rId5">
            <a:alphaModFix amt="62000"/>
          </a:blip>
          <a:srcRect b="20490" l="0" r="0" t="0"/>
          <a:stretch/>
        </p:blipFill>
        <p:spPr>
          <a:xfrm>
            <a:off x="8200100" y="4315150"/>
            <a:ext cx="461349" cy="4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nior Frontend Developer Portfolio by Slidesgo">
  <a:themeElements>
    <a:clrScheme name="Simple Light">
      <a:dk1>
        <a:srgbClr val="FFFFFF"/>
      </a:dk1>
      <a:lt1>
        <a:srgbClr val="292828"/>
      </a:lt1>
      <a:dk2>
        <a:srgbClr val="A67FF1"/>
      </a:dk2>
      <a:lt2>
        <a:srgbClr val="F5B150"/>
      </a:lt2>
      <a:accent1>
        <a:srgbClr val="C0E6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