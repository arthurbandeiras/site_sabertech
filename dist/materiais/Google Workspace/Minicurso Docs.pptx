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Alata"/>
      <p:regular r:id="rId25"/>
    </p:embeddedFont>
    <p:embeddedFont>
      <p:font typeface="Archivo"/>
      <p:regular r:id="rId26"/>
      <p:bold r:id="rId27"/>
      <p:italic r:id="rId28"/>
      <p:boldItalic r:id="rId29"/>
    </p:embeddedFont>
    <p:embeddedFont>
      <p:font typeface="Comforta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-regular.fntdata"/><Relationship Id="rId25" Type="http://schemas.openxmlformats.org/officeDocument/2006/relationships/font" Target="fonts/Alata-regular.fntdata"/><Relationship Id="rId28" Type="http://schemas.openxmlformats.org/officeDocument/2006/relationships/font" Target="fonts/Archivo-italic.fntdata"/><Relationship Id="rId27" Type="http://schemas.openxmlformats.org/officeDocument/2006/relationships/font" Target="fonts/Archiv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mfortaa-bold.fntdata"/><Relationship Id="rId30" Type="http://schemas.openxmlformats.org/officeDocument/2006/relationships/font" Target="fonts/Comfortaa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362d286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362d286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362d286f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362d286f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4f2145c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4f2145c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4f2145c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84f2145c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362d286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362d286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7b4405ab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7b4405ab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7b4405ab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7b4405ab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7b4405ab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e7b4405ab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7b4405ab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7b4405ab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e7b4405ab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e7b4405ab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7b4405ab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7b4405ab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7b4405ab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e7b4405ab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e7b4405ab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e7b4405ab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7b4405ab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e7b4405ab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e7b4405ab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e7b4405ab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e7b4405ab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e7b4405ab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e7b4405ab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e7b4405ab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e7b4405ab2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e7b4405ab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e7b4405ab2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e7b4405ab2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e7b4405ab2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e7b4405ab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title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indent="-2730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indent="-2730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indent="-2667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720000" y="1257300"/>
            <a:ext cx="3917700" cy="32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subTitle"/>
          </p:nvPr>
        </p:nvSpPr>
        <p:spPr>
          <a:xfrm>
            <a:off x="4878055" y="1257300"/>
            <a:ext cx="354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2039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949400" y="463800"/>
            <a:ext cx="34746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949400" y="1461600"/>
            <a:ext cx="3474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5315100" y="3471775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CRÉDITOS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Este modelo foi criado pelo </a:t>
            </a:r>
            <a:r>
              <a:rPr b="1" lang="pt-BR" sz="12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 inclui ícones do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infográficos e imagens da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conteúdo de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Swetha Tandri</a:t>
            </a:r>
            <a:endParaRPr b="1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4343375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ctrTitle"/>
          </p:nvPr>
        </p:nvSpPr>
        <p:spPr>
          <a:xfrm>
            <a:off x="707400" y="176330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/>
              <a:t>Aprendendo a usar o Google Docs</a:t>
            </a:r>
            <a:endParaRPr sz="5000"/>
          </a:p>
        </p:txBody>
      </p:sp>
      <p:sp>
        <p:nvSpPr>
          <p:cNvPr id="89" name="Google Shape;89;p17"/>
          <p:cNvSpPr/>
          <p:nvPr/>
        </p:nvSpPr>
        <p:spPr>
          <a:xfrm>
            <a:off x="7126281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8010185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169901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219863" y="2093631"/>
            <a:ext cx="2538390" cy="2056394"/>
            <a:chOff x="3780013" y="1888393"/>
            <a:chExt cx="2538390" cy="2056394"/>
          </a:xfrm>
        </p:grpSpPr>
        <p:sp>
          <p:nvSpPr>
            <p:cNvPr id="93" name="Google Shape;93;p17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7522062" y="2456830"/>
            <a:ext cx="811927" cy="753197"/>
            <a:chOff x="4932662" y="2251593"/>
            <a:chExt cx="811927" cy="753197"/>
          </a:xfrm>
        </p:grpSpPr>
        <p:sp>
          <p:nvSpPr>
            <p:cNvPr id="119" name="Google Shape;119;p17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021590" y="1231279"/>
            <a:ext cx="914298" cy="753197"/>
            <a:chOff x="4810340" y="1026041"/>
            <a:chExt cx="914298" cy="753197"/>
          </a:xfrm>
        </p:grpSpPr>
        <p:sp>
          <p:nvSpPr>
            <p:cNvPr id="125" name="Google Shape;125;p17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7825621" y="3258683"/>
            <a:ext cx="508385" cy="644675"/>
            <a:chOff x="4859771" y="3053445"/>
            <a:chExt cx="508385" cy="644675"/>
          </a:xfrm>
        </p:grpSpPr>
        <p:sp>
          <p:nvSpPr>
            <p:cNvPr id="131" name="Google Shape;131;p17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/>
          <p:nvPr/>
        </p:nvSpPr>
        <p:spPr>
          <a:xfrm>
            <a:off x="4971891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144179" y="1150727"/>
            <a:ext cx="740520" cy="478869"/>
            <a:chOff x="3932929" y="945489"/>
            <a:chExt cx="740520" cy="478869"/>
          </a:xfrm>
        </p:grpSpPr>
        <p:grpSp>
          <p:nvGrpSpPr>
            <p:cNvPr id="140" name="Google Shape;140;p17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17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45" name="Google Shape;145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25" y="187625"/>
            <a:ext cx="1085125" cy="71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050" y="252975"/>
            <a:ext cx="508375" cy="62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>
            <a:off x="434573" y="4290477"/>
            <a:ext cx="402753" cy="53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</a:t>
            </a:r>
            <a:r>
              <a:rPr lang="pt-BR"/>
              <a:t>Estrutura do Google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>
            <p:ph idx="2" type="subTitle"/>
          </p:nvPr>
        </p:nvSpPr>
        <p:spPr>
          <a:xfrm>
            <a:off x="3239175" y="1668563"/>
            <a:ext cx="20292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Barra </a:t>
            </a:r>
            <a:r>
              <a:rPr lang="pt-BR">
                <a:solidFill>
                  <a:schemeClr val="dk2"/>
                </a:solidFill>
              </a:rPr>
              <a:t>de Ferramentas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18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62" name="Google Shape;162;p18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63" name="Google Shape;163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" name="Google Shape;166;p18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67" name="Google Shape;167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18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71" name="Google Shape;171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b="35137" l="0" r="0" t="0"/>
          <a:stretch/>
        </p:blipFill>
        <p:spPr>
          <a:xfrm>
            <a:off x="373250" y="2013925"/>
            <a:ext cx="8397476" cy="216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373246" y="2013936"/>
            <a:ext cx="4827900" cy="404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571050" y="2013926"/>
            <a:ext cx="1199700" cy="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108900" y="1349850"/>
            <a:ext cx="1661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Opções de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Compartilhamento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36322" y="2498059"/>
            <a:ext cx="1005900" cy="7995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442225" y="26495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Estrutura</a:t>
            </a:r>
            <a:endParaRPr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de Tópicos</a:t>
            </a:r>
            <a:endParaRPr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026100" y="2568275"/>
            <a:ext cx="3000000" cy="161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026100" y="3175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Texto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Docs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19925" y="1257300"/>
            <a:ext cx="7624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Texto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Visualização do que está sendo escrito. Clique e comece a digitar!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Estrutura de Tópicos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Links para pular para um título do texto (ex: introdução, conclusão). Mais tarde aprenderemos como definir um título.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Barra de Ferramentas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Onde estão todas as opções para modificar o texto, salvar e abrir outros arquivos.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Opções de Compartilhamento - Enviar o arquivo para que outras pessoas possam visualizar e/ou editar.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98899" y="44299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19"/>
          <p:cNvGrpSpPr/>
          <p:nvPr/>
        </p:nvGrpSpPr>
        <p:grpSpPr>
          <a:xfrm>
            <a:off x="417362" y="4136868"/>
            <a:ext cx="811927" cy="753197"/>
            <a:chOff x="4932662" y="2251593"/>
            <a:chExt cx="811927" cy="753197"/>
          </a:xfrm>
        </p:grpSpPr>
        <p:sp>
          <p:nvSpPr>
            <p:cNvPr id="193" name="Google Shape;193;p19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8" name="Google Shape;1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207" name="Google Shape;207;p20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20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Barra de Ferramentas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2800" y="1423775"/>
            <a:ext cx="660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os textos são salvos automaticamente na sua conta do Google.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63" y="2332912"/>
            <a:ext cx="8591475" cy="7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719988" y="2395913"/>
            <a:ext cx="1281900" cy="186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 rot="-6416513">
            <a:off x="1384060" y="2838859"/>
            <a:ext cx="746393" cy="2841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51750" y="3379325"/>
            <a:ext cx="487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Selecione a caixa para alterar o título do seu trabalho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idx="1" type="subTitle"/>
          </p:nvPr>
        </p:nvSpPr>
        <p:spPr>
          <a:xfrm>
            <a:off x="1502600" y="1310025"/>
            <a:ext cx="38799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Visualizar os documentos salvos na sua conta.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21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229" name="Google Shape;229;p21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4" name="Google Shape;2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88" y="570735"/>
            <a:ext cx="8040225" cy="623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511" y="1794534"/>
            <a:ext cx="7124977" cy="231514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/>
          <p:nvPr/>
        </p:nvSpPr>
        <p:spPr>
          <a:xfrm>
            <a:off x="551888" y="570725"/>
            <a:ext cx="379500" cy="36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 rot="-1696492">
            <a:off x="1062145" y="947440"/>
            <a:ext cx="269790" cy="72286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idx="1" type="subTitle"/>
          </p:nvPr>
        </p:nvSpPr>
        <p:spPr>
          <a:xfrm>
            <a:off x="720875" y="1707563"/>
            <a:ext cx="7772700" cy="24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Todos os comandos disponíveis no Google Docs podem ser acessados pelas abas marcadas em verde, mas para facilitar o seu acesso, alguns estão também disponíveis na aba vermelha.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desejar usar um comando e não souber onde encontrar é aconselhado procurá-lo na barra em vermelho. Se não encontrar, pense qual o objetivo do comando e com qual dos itens da aba verde ele se relaciona.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Serão apresentados a seguir os comandos disponíveis e os que puderem ser encontrados na barra vermelha serão marcados por um asterisco. Dê maior atenção a esses comandos, pois são os mais usados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98899" y="44299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775" y="731850"/>
            <a:ext cx="8464849" cy="7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720884" y="982150"/>
            <a:ext cx="3623100" cy="238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344775" y="1232450"/>
            <a:ext cx="8464800" cy="238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/>
          <p:nvPr>
            <p:ph idx="1" type="subTitle"/>
          </p:nvPr>
        </p:nvSpPr>
        <p:spPr>
          <a:xfrm>
            <a:off x="4962200" y="1415313"/>
            <a:ext cx="36051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</a:rPr>
              <a:t>Gerenciar arquivos dentro do Google Docs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FF00"/>
                </a:solidFill>
              </a:rPr>
              <a:t>Exportar o documento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FF"/>
                </a:solidFill>
              </a:rPr>
              <a:t>Configurações básicas do documento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3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262" name="Google Shape;262;p23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40944" t="0"/>
          <a:stretch/>
        </p:blipFill>
        <p:spPr>
          <a:xfrm>
            <a:off x="537275" y="518875"/>
            <a:ext cx="3958944" cy="354457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/>
          <p:nvPr/>
        </p:nvSpPr>
        <p:spPr>
          <a:xfrm>
            <a:off x="876270" y="873670"/>
            <a:ext cx="1769100" cy="91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876270" y="1819378"/>
            <a:ext cx="1769100" cy="201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876270" y="2048680"/>
            <a:ext cx="1769100" cy="72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876275" y="2800275"/>
            <a:ext cx="1769100" cy="9180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876270" y="3745975"/>
            <a:ext cx="1769100" cy="171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5123675" y="1167856"/>
            <a:ext cx="3605100" cy="25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Comandos que facilitam a edição do texto.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Usar os atalhos pelo teclado agiliza a escrita. Tente decorar alguns!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Comandos marcados com asterisco podem ser encontrados na barra abaixo.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98899" y="44299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24"/>
          <p:cNvPicPr preferRelativeResize="0"/>
          <p:nvPr/>
        </p:nvPicPr>
        <p:blipFill rotWithShape="1">
          <a:blip r:embed="rId6">
            <a:alphaModFix/>
          </a:blip>
          <a:srcRect b="0" l="0" r="0" t="1507"/>
          <a:stretch/>
        </p:blipFill>
        <p:spPr>
          <a:xfrm>
            <a:off x="397575" y="837750"/>
            <a:ext cx="4479474" cy="32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>
            <p:ph idx="1" type="subTitle"/>
          </p:nvPr>
        </p:nvSpPr>
        <p:spPr>
          <a:xfrm>
            <a:off x="5158275" y="2110904"/>
            <a:ext cx="36051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Alterar a configuração do que aparece na tela.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5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292" name="Google Shape;292;p25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7" name="Google Shape;29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612" y="746975"/>
            <a:ext cx="4382335" cy="3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idx="1" type="subTitle"/>
          </p:nvPr>
        </p:nvSpPr>
        <p:spPr>
          <a:xfrm>
            <a:off x="621550" y="1558138"/>
            <a:ext cx="41169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Tudo que você deseja inserir no seu arquivo que não seja texto você encontrará aqui.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Tabelas, imagens e links são os mais comuns.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87" y="4326162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1243974" y="4402413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2150" y="4402423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0963" y="586675"/>
            <a:ext cx="3106276" cy="373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/>
          <p:nvPr/>
        </p:nvSpPr>
        <p:spPr>
          <a:xfrm>
            <a:off x="8307249" y="44024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/>
          <p:nvPr>
            <p:ph idx="1" type="subTitle"/>
          </p:nvPr>
        </p:nvSpPr>
        <p:spPr>
          <a:xfrm>
            <a:off x="4980825" y="1741875"/>
            <a:ext cx="3759600" cy="18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Mudar o estilo do texto (</a:t>
            </a:r>
            <a:r>
              <a:rPr lang="pt-BR" sz="1600" u="sng"/>
              <a:t>Sublinhado</a:t>
            </a:r>
            <a:r>
              <a:rPr lang="pt-BR" sz="1600"/>
              <a:t>, </a:t>
            </a:r>
            <a:r>
              <a:rPr b="1" lang="pt-BR" sz="1600"/>
              <a:t>Negrito</a:t>
            </a:r>
            <a:r>
              <a:rPr lang="pt-BR" sz="1600"/>
              <a:t>, </a:t>
            </a:r>
            <a:r>
              <a:rPr i="1" lang="pt-BR" sz="1600"/>
              <a:t>Itálico</a:t>
            </a:r>
            <a:r>
              <a:rPr lang="pt-BR" sz="1600"/>
              <a:t>, tamanho da fonte…)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Alterar a forma como o texto é apresentado (justificado, centralizado…)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27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317" name="Google Shape;317;p27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2" name="Google Shape;32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500" y="733713"/>
            <a:ext cx="4317424" cy="34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2562700" y="1028875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3130275" y="1215875"/>
            <a:ext cx="3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3005875" y="1429075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3873300" y="1616075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3311875" y="1970125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3160575" y="3566875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*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84574" y="43793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0300" y="1033950"/>
            <a:ext cx="3931550" cy="307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3350" y="776325"/>
            <a:ext cx="2199675" cy="8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/>
          <p:cNvPicPr preferRelativeResize="0"/>
          <p:nvPr/>
        </p:nvPicPr>
        <p:blipFill rotWithShape="1">
          <a:blip r:embed="rId8">
            <a:alphaModFix/>
          </a:blip>
          <a:srcRect b="1845" l="0" r="2220" t="0"/>
          <a:stretch/>
        </p:blipFill>
        <p:spPr>
          <a:xfrm>
            <a:off x="5637775" y="1838400"/>
            <a:ext cx="2150825" cy="22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29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348" name="Google Shape;348;p29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29"/>
          <p:cNvSpPr txBox="1"/>
          <p:nvPr/>
        </p:nvSpPr>
        <p:spPr>
          <a:xfrm>
            <a:off x="723825" y="539425"/>
            <a:ext cx="4992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Desfazer a última ação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Refazer o que a última ação desfez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Imprimir (fisicamente ou para .pdf)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Verificação ortográfica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Copiar formatação (selecione o texto que deseja usar como referência de formatação, clique no pincel e selecione o texto que deseja formatar)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Zoom da visualização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54" name="Google Shape;35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3875" y="1680000"/>
            <a:ext cx="3347828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0"/>
          <p:cNvSpPr txBox="1"/>
          <p:nvPr/>
        </p:nvSpPr>
        <p:spPr>
          <a:xfrm>
            <a:off x="3987525" y="934825"/>
            <a:ext cx="4992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É possível usar predefinições de tamanho do texto.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Marcar um trecho do texto e selecionar Aplicar “Título” aplica uma formatação automática e acrescenta ele na estrutura de tópicos como um link.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Caso não esteja satisfeito com a fonte ou com o tamanho do título, escreva uma palavra com a formatação desejada para os títulos, marque a palavra e selecione Usar essa formatação para “Título” e todos os títulos presentes e futuros terão a mesma formatação.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84574" y="43793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451" y="558017"/>
            <a:ext cx="3381225" cy="36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31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373" name="Google Shape;373;p31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31"/>
          <p:cNvSpPr txBox="1"/>
          <p:nvPr/>
        </p:nvSpPr>
        <p:spPr>
          <a:xfrm>
            <a:off x="712325" y="797175"/>
            <a:ext cx="49923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Fonte do texto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Tamanho da fonte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Negrito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i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Itálico</a:t>
            </a:r>
            <a:endParaRPr i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Sublinhado</a:t>
            </a:r>
            <a:endParaRPr sz="15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 do texto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highlight>
                  <a:srgbClr val="EEFF41"/>
                </a:highlight>
                <a:latin typeface="Archivo"/>
                <a:ea typeface="Archivo"/>
                <a:cs typeface="Archivo"/>
                <a:sym typeface="Archivo"/>
              </a:rPr>
              <a:t>Cor de destaque</a:t>
            </a:r>
            <a:endParaRPr sz="1500">
              <a:solidFill>
                <a:schemeClr val="dk1"/>
              </a:solidFill>
              <a:highlight>
                <a:srgbClr val="EEFF4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OBS: Simplesmente selecionar a opção faz com que o texto que seja escrito na sequência use a formatação escolhida. Para modificar a formatação de um texto já escrito, selecione o trecho que deseja modificar e faça as alterações.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9" name="Google Shape;37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2050" y="1380450"/>
            <a:ext cx="4191375" cy="4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2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2"/>
          <p:cNvSpPr txBox="1"/>
          <p:nvPr/>
        </p:nvSpPr>
        <p:spPr>
          <a:xfrm>
            <a:off x="3745350" y="738775"/>
            <a:ext cx="49923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Inserir link. Selecione o texto que deseja criar um link para que o leitor possa clicar na palavra segurando o botão Ctrl e ser levado para a página do </a:t>
            </a:r>
            <a:r>
              <a:rPr i="1" lang="pt-BR" sz="1500">
                <a:solidFill>
                  <a:schemeClr val="dk1"/>
                </a:solidFill>
              </a:rPr>
              <a:t>link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Adicionar comentário para que outros editores possam ler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Inserir imagem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Salva no computador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Disponível na internet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Disponível em pasta do Google Drive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Disponível em pasta do Google Fotos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Disponível em um </a:t>
            </a:r>
            <a:r>
              <a:rPr i="1" lang="pt-BR" sz="1500">
                <a:solidFill>
                  <a:schemeClr val="dk1"/>
                </a:solidFill>
              </a:rPr>
              <a:t>link</a:t>
            </a:r>
            <a:r>
              <a:rPr lang="pt-BR" sz="1500">
                <a:solidFill>
                  <a:schemeClr val="dk1"/>
                </a:solidFill>
              </a:rPr>
              <a:t> conhecido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Direto da câmera do dispositivo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84574" y="43793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738" y="1084716"/>
            <a:ext cx="2737310" cy="2472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3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33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398" name="Google Shape;398;p33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3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3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3"/>
          <p:cNvSpPr txBox="1"/>
          <p:nvPr/>
        </p:nvSpPr>
        <p:spPr>
          <a:xfrm>
            <a:off x="662575" y="2243700"/>
            <a:ext cx="314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Texto alinhado à esquerda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Texto centralizado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Texto alinhado à direita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Texto justificado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04" name="Google Shape;404;p33"/>
          <p:cNvPicPr preferRelativeResize="0"/>
          <p:nvPr/>
        </p:nvPicPr>
        <p:blipFill rotWithShape="1">
          <a:blip r:embed="rId6">
            <a:alphaModFix/>
          </a:blip>
          <a:srcRect b="0" l="0" r="70239" t="0"/>
          <a:stretch/>
        </p:blipFill>
        <p:spPr>
          <a:xfrm>
            <a:off x="1380350" y="1276725"/>
            <a:ext cx="1706340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3"/>
          <p:cNvSpPr txBox="1"/>
          <p:nvPr/>
        </p:nvSpPr>
        <p:spPr>
          <a:xfrm>
            <a:off x="4404225" y="447125"/>
            <a:ext cx="4324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alinhado à esquerda Isto é um texto alinhado à esquerda Isto é um texto alinhado à esquerda Isto é um texto alinhado à esquerda Isto é um texto alinhado à esquerda.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centralizado Isto é um texto centralizado  Isto é um texto centralizado Isto é um texto centralizado Isto é um texto centralizado.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alinhado à direita Isto é um texto alinhado à direita Isto é um texto direita à direita Isto é um texto alinhado à direita Isto é um texto alinhado.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justificado Isto é um texto justificado  Isto é um texto justificado Isto é um texto justificado</a:t>
            </a: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Isto é um texto justificado 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4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 txBox="1"/>
          <p:nvPr/>
        </p:nvSpPr>
        <p:spPr>
          <a:xfrm>
            <a:off x="5350975" y="1902150"/>
            <a:ext cx="3141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Alterar espaçamento entre as linhas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Lista de verificação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Lista com marcadores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Lista numerada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34"/>
          <p:cNvSpPr txBox="1"/>
          <p:nvPr/>
        </p:nvSpPr>
        <p:spPr>
          <a:xfrm>
            <a:off x="627525" y="345913"/>
            <a:ext cx="4324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espaçamento entre as linhas está aumentando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espaçamento entre as linhas está aumentando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espaçamento entre as linhas está aumentando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espaçamento entre as linhas está aumentando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84574" y="43793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34"/>
          <p:cNvPicPr preferRelativeResize="0"/>
          <p:nvPr/>
        </p:nvPicPr>
        <p:blipFill rotWithShape="1">
          <a:blip r:embed="rId6">
            <a:alphaModFix/>
          </a:blip>
          <a:srcRect b="0" l="30371" r="24218" t="0"/>
          <a:stretch/>
        </p:blipFill>
        <p:spPr>
          <a:xfrm>
            <a:off x="5620150" y="1091483"/>
            <a:ext cx="2603575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4"/>
          <p:cNvPicPr preferRelativeResize="0"/>
          <p:nvPr/>
        </p:nvPicPr>
        <p:blipFill rotWithShape="1">
          <a:blip r:embed="rId7">
            <a:alphaModFix/>
          </a:blip>
          <a:srcRect b="-12400" l="0" r="0" t="12400"/>
          <a:stretch/>
        </p:blipFill>
        <p:spPr>
          <a:xfrm>
            <a:off x="670625" y="1748125"/>
            <a:ext cx="3883549" cy="584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4"/>
          <p:cNvSpPr txBox="1"/>
          <p:nvPr/>
        </p:nvSpPr>
        <p:spPr>
          <a:xfrm>
            <a:off x="804150" y="2386300"/>
            <a:ext cx="4672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uma lista com marcadores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também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Até isso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uma lista numerada e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lphaLcPeriod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Adivinha só…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romanLcPeriod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 também!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OBS: Use a tecla </a:t>
            </a:r>
            <a:r>
              <a:rPr b="1"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tab </a:t>
            </a:r>
            <a:r>
              <a:rPr b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fazer um subitem na lista</a:t>
            </a: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35"/>
          <p:cNvGrpSpPr/>
          <p:nvPr/>
        </p:nvGrpSpPr>
        <p:grpSpPr>
          <a:xfrm>
            <a:off x="119462" y="4323143"/>
            <a:ext cx="811927" cy="753197"/>
            <a:chOff x="4932662" y="2251593"/>
            <a:chExt cx="811927" cy="753197"/>
          </a:xfrm>
        </p:grpSpPr>
        <p:sp>
          <p:nvSpPr>
            <p:cNvPr id="427" name="Google Shape;427;p35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35"/>
          <p:cNvSpPr txBox="1"/>
          <p:nvPr/>
        </p:nvSpPr>
        <p:spPr>
          <a:xfrm>
            <a:off x="931400" y="1909625"/>
            <a:ext cx="314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Diminuir recuo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Aumentar recuo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Limpar formatação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4427275" y="758500"/>
            <a:ext cx="4324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sem recuo Isto é um texto sem recuo Isto é um texto sem recuo Isto é um texto sem recuo.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recuado Isto é um texto recuado Isto é um texto recuado Isto é um texto recuado.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Isto é um texto mais recuado Isto é um texto mais recuado Isto é um texto mais recuado Isto é um texto mais recuado.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34" name="Google Shape;434;p35"/>
          <p:cNvPicPr preferRelativeResize="0"/>
          <p:nvPr/>
        </p:nvPicPr>
        <p:blipFill rotWithShape="1">
          <a:blip r:embed="rId6">
            <a:alphaModFix/>
          </a:blip>
          <a:srcRect b="0" l="75373" r="0" t="0"/>
          <a:stretch/>
        </p:blipFill>
        <p:spPr>
          <a:xfrm>
            <a:off x="1320195" y="1008300"/>
            <a:ext cx="1575025" cy="5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 txBox="1"/>
          <p:nvPr/>
        </p:nvSpPr>
        <p:spPr>
          <a:xfrm>
            <a:off x="911325" y="3486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EEFF41"/>
                </a:highlight>
                <a:latin typeface="Comfortaa"/>
                <a:ea typeface="Comfortaa"/>
                <a:cs typeface="Comfortaa"/>
                <a:sym typeface="Comfortaa"/>
              </a:rPr>
              <a:t>Limpando </a:t>
            </a:r>
            <a:r>
              <a:rPr lang="pt-BR">
                <a:solidFill>
                  <a:srgbClr val="FF0000"/>
                </a:solidFill>
              </a:rPr>
              <a:t>a </a:t>
            </a:r>
            <a:r>
              <a:rPr lang="pt-BR" sz="1600" u="sng"/>
              <a:t>formatação </a:t>
            </a:r>
            <a:r>
              <a:rPr i="1" lang="pt-BR"/>
              <a:t>do </a:t>
            </a:r>
            <a:r>
              <a:rPr b="1" lang="pt-BR" sz="1000">
                <a:latin typeface="Comic Sans MS"/>
                <a:ea typeface="Comic Sans MS"/>
                <a:cs typeface="Comic Sans MS"/>
                <a:sym typeface="Comic Sans MS"/>
              </a:rPr>
              <a:t>texto</a:t>
            </a:r>
            <a:endParaRPr b="1" sz="1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4158863" y="3604725"/>
            <a:ext cx="837000" cy="19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5243425" y="3512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Limpando a formatação do texto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/>
          <p:nvPr>
            <p:ph type="ctrTitle"/>
          </p:nvPr>
        </p:nvSpPr>
        <p:spPr>
          <a:xfrm>
            <a:off x="4177050" y="1763300"/>
            <a:ext cx="42864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</a:t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 flipH="1">
            <a:off x="828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 flipH="1">
            <a:off x="901738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 flipH="1">
            <a:off x="415217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 flipH="1">
            <a:off x="1351107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36"/>
          <p:cNvGrpSpPr/>
          <p:nvPr/>
        </p:nvGrpSpPr>
        <p:grpSpPr>
          <a:xfrm>
            <a:off x="1386731" y="2093631"/>
            <a:ext cx="2538390" cy="2056394"/>
            <a:chOff x="3780013" y="1888393"/>
            <a:chExt cx="2538390" cy="2056394"/>
          </a:xfrm>
        </p:grpSpPr>
        <p:sp>
          <p:nvSpPr>
            <p:cNvPr id="448" name="Google Shape;448;p36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810995" y="2456830"/>
            <a:ext cx="811927" cy="753197"/>
            <a:chOff x="4932662" y="2251593"/>
            <a:chExt cx="811927" cy="753197"/>
          </a:xfrm>
        </p:grpSpPr>
        <p:sp>
          <p:nvSpPr>
            <p:cNvPr id="474" name="Google Shape;474;p3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36"/>
          <p:cNvGrpSpPr/>
          <p:nvPr/>
        </p:nvGrpSpPr>
        <p:grpSpPr>
          <a:xfrm>
            <a:off x="2209097" y="1231279"/>
            <a:ext cx="914298" cy="753197"/>
            <a:chOff x="4810340" y="1026041"/>
            <a:chExt cx="914298" cy="753197"/>
          </a:xfrm>
        </p:grpSpPr>
        <p:sp>
          <p:nvSpPr>
            <p:cNvPr id="480" name="Google Shape;480;p36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36"/>
          <p:cNvGrpSpPr/>
          <p:nvPr/>
        </p:nvGrpSpPr>
        <p:grpSpPr>
          <a:xfrm flipH="1">
            <a:off x="810978" y="3258683"/>
            <a:ext cx="508385" cy="644675"/>
            <a:chOff x="4859771" y="3053445"/>
            <a:chExt cx="508385" cy="644675"/>
          </a:xfrm>
        </p:grpSpPr>
        <p:sp>
          <p:nvSpPr>
            <p:cNvPr id="486" name="Google Shape;486;p36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36"/>
          <p:cNvSpPr/>
          <p:nvPr/>
        </p:nvSpPr>
        <p:spPr>
          <a:xfrm flipH="1">
            <a:off x="3426966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36"/>
          <p:cNvGrpSpPr/>
          <p:nvPr/>
        </p:nvGrpSpPr>
        <p:grpSpPr>
          <a:xfrm>
            <a:off x="3260286" y="1150727"/>
            <a:ext cx="740520" cy="478869"/>
            <a:chOff x="3932929" y="945489"/>
            <a:chExt cx="740520" cy="478869"/>
          </a:xfrm>
        </p:grpSpPr>
        <p:grpSp>
          <p:nvGrpSpPr>
            <p:cNvPr id="495" name="Google Shape;495;p36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496" name="Google Shape;496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36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500" name="Google Shape;500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3" name="Google Shape;503;p36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504" name="Google Shape;504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7" name="Google Shape;507;p36"/>
          <p:cNvSpPr/>
          <p:nvPr/>
        </p:nvSpPr>
        <p:spPr>
          <a:xfrm>
            <a:off x="6748624" y="2810354"/>
            <a:ext cx="70704" cy="60822"/>
          </a:xfrm>
          <a:custGeom>
            <a:rect b="b" l="l" r="r" t="t"/>
            <a:pathLst>
              <a:path extrusionOk="0" h="1811" w="2109">
                <a:moveTo>
                  <a:pt x="1208" y="0"/>
                </a:moveTo>
                <a:cubicBezTo>
                  <a:pt x="987" y="0"/>
                  <a:pt x="761" y="83"/>
                  <a:pt x="578" y="266"/>
                </a:cubicBezTo>
                <a:cubicBezTo>
                  <a:pt x="1" y="829"/>
                  <a:pt x="405" y="1810"/>
                  <a:pt x="1214" y="1810"/>
                </a:cubicBezTo>
                <a:cubicBezTo>
                  <a:pt x="1704" y="1810"/>
                  <a:pt x="2109" y="1406"/>
                  <a:pt x="2109" y="901"/>
                </a:cubicBezTo>
                <a:cubicBezTo>
                  <a:pt x="2109" y="355"/>
                  <a:pt x="1668" y="0"/>
                  <a:pt x="1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