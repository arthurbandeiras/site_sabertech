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Open Sans ExtraBold"/>
      <p:bold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OpenSansExtraBold-bold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OpenSansExtraBold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28.png"/><Relationship Id="rId7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8773422" y="3260060"/>
            <a:ext cx="7806499" cy="5204333"/>
          </a:xfrm>
          <a:custGeom>
            <a:rect b="b" l="l" r="r" t="t"/>
            <a:pathLst>
              <a:path extrusionOk="0" h="5204333" w="7806499">
                <a:moveTo>
                  <a:pt x="0" y="0"/>
                </a:moveTo>
                <a:lnTo>
                  <a:pt x="7806499" y="0"/>
                </a:lnTo>
                <a:lnTo>
                  <a:pt x="7806499" y="5204333"/>
                </a:lnTo>
                <a:lnTo>
                  <a:pt x="0" y="5204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3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86" name="Google Shape;86;p13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87" name="Google Shape;87;p13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88" name="Google Shape;88;p13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" name="Google Shape;89;p13"/>
          <p:cNvSpPr/>
          <p:nvPr/>
        </p:nvSpPr>
        <p:spPr>
          <a:xfrm>
            <a:off x="8773422" y="3273142"/>
            <a:ext cx="7806499" cy="5193607"/>
          </a:xfrm>
          <a:custGeom>
            <a:rect b="b" l="l" r="r" t="t"/>
            <a:pathLst>
              <a:path extrusionOk="0" h="5193607" w="7806499">
                <a:moveTo>
                  <a:pt x="0" y="0"/>
                </a:moveTo>
                <a:lnTo>
                  <a:pt x="7806499" y="0"/>
                </a:lnTo>
                <a:lnTo>
                  <a:pt x="7806499" y="5193607"/>
                </a:lnTo>
                <a:lnTo>
                  <a:pt x="0" y="5193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4217" l="0" r="0" t="-33665"/>
            </a:stretch>
          </a:blipFill>
          <a:ln>
            <a:noFill/>
          </a:ln>
        </p:spPr>
      </p:sp>
      <p:sp>
        <p:nvSpPr>
          <p:cNvPr id="90" name="Google Shape;90;p13"/>
          <p:cNvSpPr txBox="1"/>
          <p:nvPr/>
        </p:nvSpPr>
        <p:spPr>
          <a:xfrm>
            <a:off x="1508685" y="1294155"/>
            <a:ext cx="9800670" cy="3977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76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EDIÇÃO DE VÍDEO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4427346" y="8567921"/>
            <a:ext cx="1876871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Foto de Alex Fu 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508685" y="7410293"/>
            <a:ext cx="4409768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Minicurso de edição de vídeos para iniciantes com a utilização da ferramenta Capcut (no navegador)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4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98" name="Google Shape;98;p14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99" name="Google Shape;99;p14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00" name="Google Shape;100;p14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1" name="Google Shape;101;p14"/>
          <p:cNvSpPr txBox="1"/>
          <p:nvPr/>
        </p:nvSpPr>
        <p:spPr>
          <a:xfrm>
            <a:off x="1028700" y="584582"/>
            <a:ext cx="518821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CRIANDO UM PROJETO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539781" y="5438818"/>
            <a:ext cx="9208439" cy="505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https://www.capcut.com/tools/desktop-video-editor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5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108" name="Google Shape;108;p15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109" name="Google Shape;109;p15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10" name="Google Shape;110;p15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1" name="Google Shape;111;p15"/>
          <p:cNvSpPr/>
          <p:nvPr/>
        </p:nvSpPr>
        <p:spPr>
          <a:xfrm>
            <a:off x="5881247" y="4965579"/>
            <a:ext cx="6525507" cy="1484476"/>
          </a:xfrm>
          <a:custGeom>
            <a:rect b="b" l="l" r="r" t="t"/>
            <a:pathLst>
              <a:path extrusionOk="0" h="1484476" w="6525507">
                <a:moveTo>
                  <a:pt x="0" y="0"/>
                </a:moveTo>
                <a:lnTo>
                  <a:pt x="6525506" y="0"/>
                </a:lnTo>
                <a:lnTo>
                  <a:pt x="6525506" y="1484475"/>
                </a:lnTo>
                <a:lnTo>
                  <a:pt x="0" y="1484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5"/>
          <p:cNvSpPr txBox="1"/>
          <p:nvPr/>
        </p:nvSpPr>
        <p:spPr>
          <a:xfrm>
            <a:off x="1028700" y="584582"/>
            <a:ext cx="518821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CRIANDO UM PROJETO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6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118" name="Google Shape;118;p16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119" name="Google Shape;119;p16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20" name="Google Shape;120;p16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1" name="Google Shape;121;p16"/>
          <p:cNvSpPr/>
          <p:nvPr/>
        </p:nvSpPr>
        <p:spPr>
          <a:xfrm>
            <a:off x="1446088" y="2392139"/>
            <a:ext cx="15395824" cy="7595383"/>
          </a:xfrm>
          <a:custGeom>
            <a:rect b="b" l="l" r="r" t="t"/>
            <a:pathLst>
              <a:path extrusionOk="0" h="7595383" w="15395824">
                <a:moveTo>
                  <a:pt x="0" y="0"/>
                </a:moveTo>
                <a:lnTo>
                  <a:pt x="15395824" y="0"/>
                </a:lnTo>
                <a:lnTo>
                  <a:pt x="15395824" y="7595383"/>
                </a:lnTo>
                <a:lnTo>
                  <a:pt x="0" y="75953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2" name="Google Shape;122;p16"/>
          <p:cNvGrpSpPr/>
          <p:nvPr/>
        </p:nvGrpSpPr>
        <p:grpSpPr>
          <a:xfrm>
            <a:off x="2151825" y="2767221"/>
            <a:ext cx="2128171" cy="569034"/>
            <a:chOff x="0" y="-28575"/>
            <a:chExt cx="707346" cy="189131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0"/>
              <a:ext cx="707346" cy="160556"/>
            </a:xfrm>
            <a:custGeom>
              <a:rect b="b" l="l" r="r" t="t"/>
              <a:pathLst>
                <a:path extrusionOk="0" h="160556" w="707346">
                  <a:moveTo>
                    <a:pt x="0" y="0"/>
                  </a:moveTo>
                  <a:lnTo>
                    <a:pt x="707346" y="0"/>
                  </a:lnTo>
                  <a:lnTo>
                    <a:pt x="707346" y="160556"/>
                  </a:lnTo>
                  <a:lnTo>
                    <a:pt x="0" y="1605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4" name="Google Shape;124;p16"/>
            <p:cNvSpPr txBox="1"/>
            <p:nvPr/>
          </p:nvSpPr>
          <p:spPr>
            <a:xfrm>
              <a:off x="0" y="-28575"/>
              <a:ext cx="707346" cy="189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075" lIns="35075" spcFirstLastPara="1" rIns="35075" wrap="square" tIns="35075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9329602" y="4462760"/>
            <a:ext cx="2661996" cy="1964967"/>
            <a:chOff x="0" y="-28575"/>
            <a:chExt cx="884774" cy="653101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884774" cy="624526"/>
            </a:xfrm>
            <a:custGeom>
              <a:rect b="b" l="l" r="r" t="t"/>
              <a:pathLst>
                <a:path extrusionOk="0" h="624526" w="884774">
                  <a:moveTo>
                    <a:pt x="0" y="0"/>
                  </a:moveTo>
                  <a:lnTo>
                    <a:pt x="884774" y="0"/>
                  </a:lnTo>
                  <a:lnTo>
                    <a:pt x="884774" y="624526"/>
                  </a:lnTo>
                  <a:lnTo>
                    <a:pt x="0" y="6245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7" name="Google Shape;127;p16"/>
            <p:cNvSpPr txBox="1"/>
            <p:nvPr/>
          </p:nvSpPr>
          <p:spPr>
            <a:xfrm>
              <a:off x="0" y="-28575"/>
              <a:ext cx="884773" cy="6531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075" lIns="35075" spcFirstLastPara="1" rIns="35075" wrap="square" tIns="35075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6"/>
          <p:cNvSpPr txBox="1"/>
          <p:nvPr/>
        </p:nvSpPr>
        <p:spPr>
          <a:xfrm>
            <a:off x="1028700" y="584582"/>
            <a:ext cx="518821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CRIANDO UM PROJETO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7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134" name="Google Shape;134;p17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135" name="Google Shape;135;p17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36" name="Google Shape;136;p17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7" name="Google Shape;137;p17"/>
          <p:cNvSpPr/>
          <p:nvPr/>
        </p:nvSpPr>
        <p:spPr>
          <a:xfrm>
            <a:off x="1598660" y="2374058"/>
            <a:ext cx="15090679" cy="7428763"/>
          </a:xfrm>
          <a:custGeom>
            <a:rect b="b" l="l" r="r" t="t"/>
            <a:pathLst>
              <a:path extrusionOk="0" h="7428763" w="15090679">
                <a:moveTo>
                  <a:pt x="0" y="0"/>
                </a:moveTo>
                <a:lnTo>
                  <a:pt x="15090680" y="0"/>
                </a:lnTo>
                <a:lnTo>
                  <a:pt x="15090680" y="7428762"/>
                </a:lnTo>
                <a:lnTo>
                  <a:pt x="0" y="74287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8" name="Google Shape;138;p17"/>
          <p:cNvGrpSpPr/>
          <p:nvPr/>
        </p:nvGrpSpPr>
        <p:grpSpPr>
          <a:xfrm>
            <a:off x="8085524" y="6164732"/>
            <a:ext cx="858510" cy="408705"/>
            <a:chOff x="0" y="-28575"/>
            <a:chExt cx="284382" cy="135384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284382" cy="106809"/>
            </a:xfrm>
            <a:custGeom>
              <a:rect b="b" l="l" r="r" t="t"/>
              <a:pathLst>
                <a:path extrusionOk="0" h="106809" w="284382">
                  <a:moveTo>
                    <a:pt x="0" y="0"/>
                  </a:moveTo>
                  <a:lnTo>
                    <a:pt x="284382" y="0"/>
                  </a:lnTo>
                  <a:lnTo>
                    <a:pt x="284382" y="106809"/>
                  </a:lnTo>
                  <a:lnTo>
                    <a:pt x="0" y="1068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40" name="Google Shape;140;p17"/>
            <p:cNvSpPr txBox="1"/>
            <p:nvPr/>
          </p:nvSpPr>
          <p:spPr>
            <a:xfrm>
              <a:off x="0" y="-28575"/>
              <a:ext cx="284382" cy="135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17"/>
          <p:cNvSpPr txBox="1"/>
          <p:nvPr/>
        </p:nvSpPr>
        <p:spPr>
          <a:xfrm>
            <a:off x="1028700" y="584582"/>
            <a:ext cx="518821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CRIANDO UM PROJETO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8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147" name="Google Shape;147;p18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148" name="Google Shape;148;p18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49" name="Google Shape;149;p18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0" name="Google Shape;150;p18"/>
          <p:cNvSpPr/>
          <p:nvPr/>
        </p:nvSpPr>
        <p:spPr>
          <a:xfrm>
            <a:off x="1550205" y="2520302"/>
            <a:ext cx="15187590" cy="7456314"/>
          </a:xfrm>
          <a:custGeom>
            <a:rect b="b" l="l" r="r" t="t"/>
            <a:pathLst>
              <a:path extrusionOk="0" h="7456314" w="15187590">
                <a:moveTo>
                  <a:pt x="0" y="0"/>
                </a:moveTo>
                <a:lnTo>
                  <a:pt x="15187590" y="0"/>
                </a:lnTo>
                <a:lnTo>
                  <a:pt x="15187590" y="7456314"/>
                </a:lnTo>
                <a:lnTo>
                  <a:pt x="0" y="7456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18"/>
          <p:cNvSpPr txBox="1"/>
          <p:nvPr/>
        </p:nvSpPr>
        <p:spPr>
          <a:xfrm>
            <a:off x="1028700" y="584582"/>
            <a:ext cx="518821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CRIANDO UM PROJETO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19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157" name="Google Shape;157;p19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158" name="Google Shape;158;p19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59" name="Google Shape;159;p19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0" name="Google Shape;160;p19"/>
          <p:cNvSpPr/>
          <p:nvPr/>
        </p:nvSpPr>
        <p:spPr>
          <a:xfrm>
            <a:off x="6465842" y="2684829"/>
            <a:ext cx="5356316" cy="6883184"/>
          </a:xfrm>
          <a:custGeom>
            <a:rect b="b" l="l" r="r" t="t"/>
            <a:pathLst>
              <a:path extrusionOk="0" h="6883184" w="5356316">
                <a:moveTo>
                  <a:pt x="0" y="0"/>
                </a:moveTo>
                <a:lnTo>
                  <a:pt x="5356316" y="0"/>
                </a:lnTo>
                <a:lnTo>
                  <a:pt x="5356316" y="6883184"/>
                </a:lnTo>
                <a:lnTo>
                  <a:pt x="0" y="6883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349" t="0"/>
            </a:stretch>
          </a:blipFill>
          <a:ln>
            <a:noFill/>
          </a:ln>
        </p:spPr>
      </p:sp>
      <p:grpSp>
        <p:nvGrpSpPr>
          <p:cNvPr id="161" name="Google Shape;161;p19"/>
          <p:cNvGrpSpPr/>
          <p:nvPr/>
        </p:nvGrpSpPr>
        <p:grpSpPr>
          <a:xfrm>
            <a:off x="6495069" y="2597414"/>
            <a:ext cx="544138" cy="638718"/>
            <a:chOff x="0" y="-28575"/>
            <a:chExt cx="133303" cy="156473"/>
          </a:xfrm>
        </p:grpSpPr>
        <p:sp>
          <p:nvSpPr>
            <p:cNvPr id="162" name="Google Shape;162;p19"/>
            <p:cNvSpPr/>
            <p:nvPr/>
          </p:nvSpPr>
          <p:spPr>
            <a:xfrm>
              <a:off x="0" y="0"/>
              <a:ext cx="133303" cy="127898"/>
            </a:xfrm>
            <a:custGeom>
              <a:rect b="b" l="l" r="r" t="t"/>
              <a:pathLst>
                <a:path extrusionOk="0" h="127898" w="133303">
                  <a:moveTo>
                    <a:pt x="0" y="0"/>
                  </a:moveTo>
                  <a:lnTo>
                    <a:pt x="133303" y="0"/>
                  </a:lnTo>
                  <a:lnTo>
                    <a:pt x="133303" y="127898"/>
                  </a:lnTo>
                  <a:lnTo>
                    <a:pt x="0" y="1278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3" name="Google Shape;163;p19"/>
            <p:cNvSpPr txBox="1"/>
            <p:nvPr/>
          </p:nvSpPr>
          <p:spPr>
            <a:xfrm>
              <a:off x="0" y="-28575"/>
              <a:ext cx="133303" cy="156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9"/>
          <p:cNvGrpSpPr/>
          <p:nvPr/>
        </p:nvGrpSpPr>
        <p:grpSpPr>
          <a:xfrm>
            <a:off x="7039207" y="3251949"/>
            <a:ext cx="1895597" cy="539558"/>
            <a:chOff x="0" y="-28575"/>
            <a:chExt cx="464382" cy="132180"/>
          </a:xfrm>
        </p:grpSpPr>
        <p:sp>
          <p:nvSpPr>
            <p:cNvPr id="165" name="Google Shape;165;p19"/>
            <p:cNvSpPr/>
            <p:nvPr/>
          </p:nvSpPr>
          <p:spPr>
            <a:xfrm>
              <a:off x="0" y="0"/>
              <a:ext cx="464382" cy="103605"/>
            </a:xfrm>
            <a:custGeom>
              <a:rect b="b" l="l" r="r" t="t"/>
              <a:pathLst>
                <a:path extrusionOk="0" h="103605" w="464382">
                  <a:moveTo>
                    <a:pt x="0" y="0"/>
                  </a:moveTo>
                  <a:lnTo>
                    <a:pt x="464382" y="0"/>
                  </a:lnTo>
                  <a:lnTo>
                    <a:pt x="464382" y="103605"/>
                  </a:lnTo>
                  <a:lnTo>
                    <a:pt x="0" y="1036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6" name="Google Shape;166;p19"/>
            <p:cNvSpPr txBox="1"/>
            <p:nvPr/>
          </p:nvSpPr>
          <p:spPr>
            <a:xfrm>
              <a:off x="0" y="-28575"/>
              <a:ext cx="464382" cy="132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19"/>
          <p:cNvGrpSpPr/>
          <p:nvPr/>
        </p:nvGrpSpPr>
        <p:grpSpPr>
          <a:xfrm>
            <a:off x="7039207" y="3674865"/>
            <a:ext cx="1283120" cy="534162"/>
            <a:chOff x="0" y="-28575"/>
            <a:chExt cx="314338" cy="130859"/>
          </a:xfrm>
        </p:grpSpPr>
        <p:sp>
          <p:nvSpPr>
            <p:cNvPr id="168" name="Google Shape;168;p19"/>
            <p:cNvSpPr/>
            <p:nvPr/>
          </p:nvSpPr>
          <p:spPr>
            <a:xfrm>
              <a:off x="0" y="0"/>
              <a:ext cx="314338" cy="102284"/>
            </a:xfrm>
            <a:custGeom>
              <a:rect b="b" l="l" r="r" t="t"/>
              <a:pathLst>
                <a:path extrusionOk="0" h="102284" w="314338">
                  <a:moveTo>
                    <a:pt x="0" y="0"/>
                  </a:moveTo>
                  <a:lnTo>
                    <a:pt x="314338" y="0"/>
                  </a:lnTo>
                  <a:lnTo>
                    <a:pt x="314338" y="102284"/>
                  </a:lnTo>
                  <a:lnTo>
                    <a:pt x="0" y="1022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9" name="Google Shape;169;p19"/>
            <p:cNvSpPr txBox="1"/>
            <p:nvPr/>
          </p:nvSpPr>
          <p:spPr>
            <a:xfrm>
              <a:off x="0" y="-28575"/>
              <a:ext cx="314338" cy="130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19"/>
          <p:cNvSpPr txBox="1"/>
          <p:nvPr/>
        </p:nvSpPr>
        <p:spPr>
          <a:xfrm>
            <a:off x="1028700" y="584582"/>
            <a:ext cx="660553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CONFIGURAÇÕES DO PROJETO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20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176" name="Google Shape;176;p20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177" name="Google Shape;177;p20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78" name="Google Shape;178;p20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9" name="Google Shape;179;p20"/>
          <p:cNvSpPr txBox="1"/>
          <p:nvPr/>
        </p:nvSpPr>
        <p:spPr>
          <a:xfrm>
            <a:off x="1085850" y="1200150"/>
            <a:ext cx="566065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FERRAMENTAS BÁSICAS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7221045" y="4848973"/>
            <a:ext cx="2423403" cy="960120"/>
          </a:xfrm>
          <a:custGeom>
            <a:rect b="b" l="l" r="r" t="t"/>
            <a:pathLst>
              <a:path extrusionOk="0" h="960120" w="2423403">
                <a:moveTo>
                  <a:pt x="0" y="0"/>
                </a:moveTo>
                <a:lnTo>
                  <a:pt x="2423403" y="0"/>
                </a:lnTo>
                <a:lnTo>
                  <a:pt x="2423403" y="960120"/>
                </a:lnTo>
                <a:lnTo>
                  <a:pt x="0" y="960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5680" l="0" r="-271250" t="-11040"/>
            </a:stretch>
          </a:blipFill>
          <a:ln>
            <a:noFill/>
          </a:ln>
        </p:spPr>
      </p:sp>
      <p:grpSp>
        <p:nvGrpSpPr>
          <p:cNvPr id="181" name="Google Shape;181;p20"/>
          <p:cNvGrpSpPr/>
          <p:nvPr/>
        </p:nvGrpSpPr>
        <p:grpSpPr>
          <a:xfrm>
            <a:off x="7540020" y="4207423"/>
            <a:ext cx="581250" cy="581250"/>
            <a:chOff x="0" y="0"/>
            <a:chExt cx="812800" cy="812800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20"/>
          <p:cNvSpPr txBox="1"/>
          <p:nvPr/>
        </p:nvSpPr>
        <p:spPr>
          <a:xfrm>
            <a:off x="7506327" y="6469154"/>
            <a:ext cx="2612658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DESFAZER</a:t>
            </a:r>
            <a:endParaRPr/>
          </a:p>
        </p:txBody>
      </p:sp>
      <p:grpSp>
        <p:nvGrpSpPr>
          <p:cNvPr id="185" name="Google Shape;185;p20"/>
          <p:cNvGrpSpPr/>
          <p:nvPr/>
        </p:nvGrpSpPr>
        <p:grpSpPr>
          <a:xfrm>
            <a:off x="8789943" y="4207423"/>
            <a:ext cx="581250" cy="581250"/>
            <a:chOff x="0" y="0"/>
            <a:chExt cx="812800" cy="812800"/>
          </a:xfrm>
        </p:grpSpPr>
        <p:sp>
          <p:nvSpPr>
            <p:cNvPr id="186" name="Google Shape;186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6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20"/>
          <p:cNvSpPr txBox="1"/>
          <p:nvPr/>
        </p:nvSpPr>
        <p:spPr>
          <a:xfrm>
            <a:off x="7758166" y="4299611"/>
            <a:ext cx="144959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9008089" y="4299611"/>
            <a:ext cx="144959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grpSp>
        <p:nvGrpSpPr>
          <p:cNvPr id="190" name="Google Shape;190;p20"/>
          <p:cNvGrpSpPr/>
          <p:nvPr/>
        </p:nvGrpSpPr>
        <p:grpSpPr>
          <a:xfrm>
            <a:off x="6746508" y="6405542"/>
            <a:ext cx="581250" cy="581250"/>
            <a:chOff x="0" y="0"/>
            <a:chExt cx="812800" cy="812800"/>
          </a:xfrm>
        </p:grpSpPr>
        <p:sp>
          <p:nvSpPr>
            <p:cNvPr id="191" name="Google Shape;191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20"/>
          <p:cNvSpPr txBox="1"/>
          <p:nvPr/>
        </p:nvSpPr>
        <p:spPr>
          <a:xfrm>
            <a:off x="6964654" y="6497729"/>
            <a:ext cx="144959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506327" y="7275604"/>
            <a:ext cx="2612658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REFAZER</a:t>
            </a:r>
            <a:endParaRPr/>
          </a:p>
        </p:txBody>
      </p:sp>
      <p:grpSp>
        <p:nvGrpSpPr>
          <p:cNvPr id="195" name="Google Shape;195;p20"/>
          <p:cNvGrpSpPr/>
          <p:nvPr/>
        </p:nvGrpSpPr>
        <p:grpSpPr>
          <a:xfrm>
            <a:off x="6746508" y="7211992"/>
            <a:ext cx="581250" cy="581250"/>
            <a:chOff x="0" y="0"/>
            <a:chExt cx="812800" cy="812800"/>
          </a:xfrm>
        </p:grpSpPr>
        <p:sp>
          <p:nvSpPr>
            <p:cNvPr id="196" name="Google Shape;196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6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20"/>
          <p:cNvSpPr txBox="1"/>
          <p:nvPr/>
        </p:nvSpPr>
        <p:spPr>
          <a:xfrm>
            <a:off x="6964654" y="7304179"/>
            <a:ext cx="144959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2850601" y="4299611"/>
            <a:ext cx="144959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1236368" y="4159798"/>
            <a:ext cx="144959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2608193" y="4159798"/>
            <a:ext cx="144959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21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207" name="Google Shape;207;p21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208" name="Google Shape;208;p21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209" name="Google Shape;209;p21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10" name="Google Shape;210;p21"/>
          <p:cNvPicPr preferRelativeResize="0"/>
          <p:nvPr/>
        </p:nvPicPr>
        <p:blipFill rotWithShape="1">
          <a:blip r:embed="rId5">
            <a:alphaModFix/>
          </a:blip>
          <a:srcRect b="16563" l="0" r="0" t="2624"/>
          <a:stretch/>
        </p:blipFill>
        <p:spPr>
          <a:xfrm>
            <a:off x="1778449" y="3065324"/>
            <a:ext cx="4705602" cy="3395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/>
          <p:cNvPicPr preferRelativeResize="0"/>
          <p:nvPr/>
        </p:nvPicPr>
        <p:blipFill rotWithShape="1">
          <a:blip r:embed="rId6">
            <a:alphaModFix/>
          </a:blip>
          <a:srcRect b="3821" l="0" r="0" t="3821"/>
          <a:stretch/>
        </p:blipFill>
        <p:spPr>
          <a:xfrm>
            <a:off x="6792053" y="3065324"/>
            <a:ext cx="4705602" cy="3395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/>
          <p:cNvPicPr preferRelativeResize="0"/>
          <p:nvPr/>
        </p:nvPicPr>
        <p:blipFill rotWithShape="1">
          <a:blip r:embed="rId7">
            <a:alphaModFix/>
          </a:blip>
          <a:srcRect b="4182" l="0" r="0" t="4182"/>
          <a:stretch/>
        </p:blipFill>
        <p:spPr>
          <a:xfrm>
            <a:off x="11805658" y="3065324"/>
            <a:ext cx="4705602" cy="33952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21"/>
          <p:cNvGrpSpPr/>
          <p:nvPr/>
        </p:nvGrpSpPr>
        <p:grpSpPr>
          <a:xfrm>
            <a:off x="11805658" y="6345766"/>
            <a:ext cx="4703697" cy="2719438"/>
            <a:chOff x="0" y="-47625"/>
            <a:chExt cx="1238834" cy="716231"/>
          </a:xfrm>
        </p:grpSpPr>
        <p:sp>
          <p:nvSpPr>
            <p:cNvPr id="214" name="Google Shape;214;p21"/>
            <p:cNvSpPr/>
            <p:nvPr/>
          </p:nvSpPr>
          <p:spPr>
            <a:xfrm>
              <a:off x="0" y="0"/>
              <a:ext cx="1238834" cy="668606"/>
            </a:xfrm>
            <a:custGeom>
              <a:rect b="b" l="l" r="r" t="t"/>
              <a:pathLst>
                <a:path extrusionOk="0" h="668606" w="1238834">
                  <a:moveTo>
                    <a:pt x="16459" y="0"/>
                  </a:moveTo>
                  <a:lnTo>
                    <a:pt x="1222375" y="0"/>
                  </a:lnTo>
                  <a:cubicBezTo>
                    <a:pt x="1226740" y="0"/>
                    <a:pt x="1230926" y="1734"/>
                    <a:pt x="1234013" y="4821"/>
                  </a:cubicBezTo>
                  <a:cubicBezTo>
                    <a:pt x="1237100" y="7907"/>
                    <a:pt x="1238834" y="12094"/>
                    <a:pt x="1238834" y="16459"/>
                  </a:cubicBezTo>
                  <a:lnTo>
                    <a:pt x="1238834" y="652146"/>
                  </a:lnTo>
                  <a:cubicBezTo>
                    <a:pt x="1238834" y="656512"/>
                    <a:pt x="1237100" y="660698"/>
                    <a:pt x="1234013" y="663785"/>
                  </a:cubicBezTo>
                  <a:cubicBezTo>
                    <a:pt x="1230926" y="666871"/>
                    <a:pt x="1226740" y="668606"/>
                    <a:pt x="1222375" y="668606"/>
                  </a:cubicBezTo>
                  <a:lnTo>
                    <a:pt x="16459" y="668606"/>
                  </a:lnTo>
                  <a:cubicBezTo>
                    <a:pt x="12094" y="668606"/>
                    <a:pt x="7907" y="666871"/>
                    <a:pt x="4821" y="663785"/>
                  </a:cubicBezTo>
                  <a:cubicBezTo>
                    <a:pt x="1734" y="660698"/>
                    <a:pt x="0" y="656512"/>
                    <a:pt x="0" y="652146"/>
                  </a:cubicBezTo>
                  <a:lnTo>
                    <a:pt x="0" y="16459"/>
                  </a:lnTo>
                  <a:cubicBezTo>
                    <a:pt x="0" y="12094"/>
                    <a:pt x="1734" y="7907"/>
                    <a:pt x="4821" y="4821"/>
                  </a:cubicBezTo>
                  <a:cubicBezTo>
                    <a:pt x="7907" y="1734"/>
                    <a:pt x="12094" y="0"/>
                    <a:pt x="16459" y="0"/>
                  </a:cubicBezTo>
                  <a:close/>
                </a:path>
              </a:pathLst>
            </a:custGeom>
            <a:solidFill>
              <a:srgbClr val="4A4949">
                <a:alpha val="6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1"/>
            <p:cNvSpPr txBox="1"/>
            <p:nvPr/>
          </p:nvSpPr>
          <p:spPr>
            <a:xfrm>
              <a:off x="0" y="-47625"/>
              <a:ext cx="1238834" cy="716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21"/>
          <p:cNvGrpSpPr/>
          <p:nvPr/>
        </p:nvGrpSpPr>
        <p:grpSpPr>
          <a:xfrm>
            <a:off x="6793958" y="6345766"/>
            <a:ext cx="4703697" cy="2719438"/>
            <a:chOff x="0" y="-47625"/>
            <a:chExt cx="1238834" cy="716231"/>
          </a:xfrm>
        </p:grpSpPr>
        <p:sp>
          <p:nvSpPr>
            <p:cNvPr id="217" name="Google Shape;217;p21"/>
            <p:cNvSpPr/>
            <p:nvPr/>
          </p:nvSpPr>
          <p:spPr>
            <a:xfrm>
              <a:off x="0" y="0"/>
              <a:ext cx="1238834" cy="668606"/>
            </a:xfrm>
            <a:custGeom>
              <a:rect b="b" l="l" r="r" t="t"/>
              <a:pathLst>
                <a:path extrusionOk="0" h="668606" w="1238834">
                  <a:moveTo>
                    <a:pt x="16459" y="0"/>
                  </a:moveTo>
                  <a:lnTo>
                    <a:pt x="1222375" y="0"/>
                  </a:lnTo>
                  <a:cubicBezTo>
                    <a:pt x="1226740" y="0"/>
                    <a:pt x="1230926" y="1734"/>
                    <a:pt x="1234013" y="4821"/>
                  </a:cubicBezTo>
                  <a:cubicBezTo>
                    <a:pt x="1237100" y="7907"/>
                    <a:pt x="1238834" y="12094"/>
                    <a:pt x="1238834" y="16459"/>
                  </a:cubicBezTo>
                  <a:lnTo>
                    <a:pt x="1238834" y="652146"/>
                  </a:lnTo>
                  <a:cubicBezTo>
                    <a:pt x="1238834" y="656512"/>
                    <a:pt x="1237100" y="660698"/>
                    <a:pt x="1234013" y="663785"/>
                  </a:cubicBezTo>
                  <a:cubicBezTo>
                    <a:pt x="1230926" y="666871"/>
                    <a:pt x="1226740" y="668606"/>
                    <a:pt x="1222375" y="668606"/>
                  </a:cubicBezTo>
                  <a:lnTo>
                    <a:pt x="16459" y="668606"/>
                  </a:lnTo>
                  <a:cubicBezTo>
                    <a:pt x="12094" y="668606"/>
                    <a:pt x="7907" y="666871"/>
                    <a:pt x="4821" y="663785"/>
                  </a:cubicBezTo>
                  <a:cubicBezTo>
                    <a:pt x="1734" y="660698"/>
                    <a:pt x="0" y="656512"/>
                    <a:pt x="0" y="652146"/>
                  </a:cubicBezTo>
                  <a:lnTo>
                    <a:pt x="0" y="16459"/>
                  </a:lnTo>
                  <a:cubicBezTo>
                    <a:pt x="0" y="12094"/>
                    <a:pt x="1734" y="7907"/>
                    <a:pt x="4821" y="4821"/>
                  </a:cubicBezTo>
                  <a:cubicBezTo>
                    <a:pt x="7907" y="1734"/>
                    <a:pt x="12094" y="0"/>
                    <a:pt x="16459" y="0"/>
                  </a:cubicBezTo>
                  <a:close/>
                </a:path>
              </a:pathLst>
            </a:custGeom>
            <a:solidFill>
              <a:srgbClr val="4A4949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0" y="-47625"/>
              <a:ext cx="1238834" cy="716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21"/>
          <p:cNvGrpSpPr/>
          <p:nvPr/>
        </p:nvGrpSpPr>
        <p:grpSpPr>
          <a:xfrm>
            <a:off x="1776740" y="6345766"/>
            <a:ext cx="4703697" cy="2719438"/>
            <a:chOff x="0" y="-47625"/>
            <a:chExt cx="1238834" cy="716231"/>
          </a:xfrm>
        </p:grpSpPr>
        <p:sp>
          <p:nvSpPr>
            <p:cNvPr id="220" name="Google Shape;220;p21"/>
            <p:cNvSpPr/>
            <p:nvPr/>
          </p:nvSpPr>
          <p:spPr>
            <a:xfrm>
              <a:off x="0" y="0"/>
              <a:ext cx="1238834" cy="668606"/>
            </a:xfrm>
            <a:custGeom>
              <a:rect b="b" l="l" r="r" t="t"/>
              <a:pathLst>
                <a:path extrusionOk="0" h="668606" w="1238834">
                  <a:moveTo>
                    <a:pt x="16459" y="0"/>
                  </a:moveTo>
                  <a:lnTo>
                    <a:pt x="1222375" y="0"/>
                  </a:lnTo>
                  <a:cubicBezTo>
                    <a:pt x="1226740" y="0"/>
                    <a:pt x="1230926" y="1734"/>
                    <a:pt x="1234013" y="4821"/>
                  </a:cubicBezTo>
                  <a:cubicBezTo>
                    <a:pt x="1237100" y="7907"/>
                    <a:pt x="1238834" y="12094"/>
                    <a:pt x="1238834" y="16459"/>
                  </a:cubicBezTo>
                  <a:lnTo>
                    <a:pt x="1238834" y="652146"/>
                  </a:lnTo>
                  <a:cubicBezTo>
                    <a:pt x="1238834" y="656512"/>
                    <a:pt x="1237100" y="660698"/>
                    <a:pt x="1234013" y="663785"/>
                  </a:cubicBezTo>
                  <a:cubicBezTo>
                    <a:pt x="1230926" y="666871"/>
                    <a:pt x="1226740" y="668606"/>
                    <a:pt x="1222375" y="668606"/>
                  </a:cubicBezTo>
                  <a:lnTo>
                    <a:pt x="16459" y="668606"/>
                  </a:lnTo>
                  <a:cubicBezTo>
                    <a:pt x="12094" y="668606"/>
                    <a:pt x="7907" y="666871"/>
                    <a:pt x="4821" y="663785"/>
                  </a:cubicBezTo>
                  <a:cubicBezTo>
                    <a:pt x="1734" y="660698"/>
                    <a:pt x="0" y="656512"/>
                    <a:pt x="0" y="652146"/>
                  </a:cubicBezTo>
                  <a:lnTo>
                    <a:pt x="0" y="16459"/>
                  </a:lnTo>
                  <a:cubicBezTo>
                    <a:pt x="0" y="12094"/>
                    <a:pt x="1734" y="7907"/>
                    <a:pt x="4821" y="4821"/>
                  </a:cubicBezTo>
                  <a:cubicBezTo>
                    <a:pt x="7907" y="1734"/>
                    <a:pt x="12094" y="0"/>
                    <a:pt x="16459" y="0"/>
                  </a:cubicBez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0" y="-47625"/>
              <a:ext cx="1238834" cy="716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7118966" y="2970958"/>
            <a:ext cx="548051" cy="675781"/>
            <a:chOff x="0" y="-28575"/>
            <a:chExt cx="165956" cy="204634"/>
          </a:xfrm>
        </p:grpSpPr>
        <p:sp>
          <p:nvSpPr>
            <p:cNvPr id="223" name="Google Shape;223;p21"/>
            <p:cNvSpPr/>
            <p:nvPr/>
          </p:nvSpPr>
          <p:spPr>
            <a:xfrm>
              <a:off x="0" y="0"/>
              <a:ext cx="165956" cy="176059"/>
            </a:xfrm>
            <a:custGeom>
              <a:rect b="b" l="l" r="r" t="t"/>
              <a:pathLst>
                <a:path extrusionOk="0" h="176059" w="165956">
                  <a:moveTo>
                    <a:pt x="0" y="0"/>
                  </a:moveTo>
                  <a:lnTo>
                    <a:pt x="165956" y="0"/>
                  </a:lnTo>
                  <a:lnTo>
                    <a:pt x="165956" y="176059"/>
                  </a:lnTo>
                  <a:lnTo>
                    <a:pt x="0" y="17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24" name="Google Shape;224;p21"/>
            <p:cNvSpPr txBox="1"/>
            <p:nvPr/>
          </p:nvSpPr>
          <p:spPr>
            <a:xfrm>
              <a:off x="0" y="-28575"/>
              <a:ext cx="165956" cy="204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21"/>
          <p:cNvGrpSpPr/>
          <p:nvPr/>
        </p:nvGrpSpPr>
        <p:grpSpPr>
          <a:xfrm>
            <a:off x="9725006" y="5241718"/>
            <a:ext cx="548051" cy="675781"/>
            <a:chOff x="0" y="-28575"/>
            <a:chExt cx="165956" cy="204634"/>
          </a:xfrm>
        </p:grpSpPr>
        <p:sp>
          <p:nvSpPr>
            <p:cNvPr id="226" name="Google Shape;226;p21"/>
            <p:cNvSpPr/>
            <p:nvPr/>
          </p:nvSpPr>
          <p:spPr>
            <a:xfrm>
              <a:off x="0" y="0"/>
              <a:ext cx="165956" cy="176059"/>
            </a:xfrm>
            <a:custGeom>
              <a:rect b="b" l="l" r="r" t="t"/>
              <a:pathLst>
                <a:path extrusionOk="0" h="176059" w="165956">
                  <a:moveTo>
                    <a:pt x="0" y="0"/>
                  </a:moveTo>
                  <a:lnTo>
                    <a:pt x="165956" y="0"/>
                  </a:lnTo>
                  <a:lnTo>
                    <a:pt x="165956" y="176059"/>
                  </a:lnTo>
                  <a:lnTo>
                    <a:pt x="0" y="17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27" name="Google Shape;227;p21"/>
            <p:cNvSpPr txBox="1"/>
            <p:nvPr/>
          </p:nvSpPr>
          <p:spPr>
            <a:xfrm>
              <a:off x="0" y="-28575"/>
              <a:ext cx="165956" cy="204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1"/>
          <p:cNvSpPr txBox="1"/>
          <p:nvPr/>
        </p:nvSpPr>
        <p:spPr>
          <a:xfrm>
            <a:off x="1028700" y="584582"/>
            <a:ext cx="566065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FERRAMENTAS BÁSICAS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2115240" y="7248584"/>
            <a:ext cx="4040543" cy="905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Posicione o cursor onde deseja fazer o corte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7118966" y="7248584"/>
            <a:ext cx="4048163" cy="905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 seguida, clique na ferramenta dividir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2145355" y="7248584"/>
            <a:ext cx="4048163" cy="905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Clique no clipe e arraste as extremidades</a:t>
            </a:r>
            <a:endParaRPr/>
          </a:p>
        </p:txBody>
      </p:sp>
      <p:grpSp>
        <p:nvGrpSpPr>
          <p:cNvPr id="232" name="Google Shape;232;p21"/>
          <p:cNvGrpSpPr/>
          <p:nvPr/>
        </p:nvGrpSpPr>
        <p:grpSpPr>
          <a:xfrm>
            <a:off x="15607646" y="5317919"/>
            <a:ext cx="365171" cy="523380"/>
            <a:chOff x="0" y="-28575"/>
            <a:chExt cx="110578" cy="158486"/>
          </a:xfrm>
        </p:grpSpPr>
        <p:sp>
          <p:nvSpPr>
            <p:cNvPr id="233" name="Google Shape;233;p21"/>
            <p:cNvSpPr/>
            <p:nvPr/>
          </p:nvSpPr>
          <p:spPr>
            <a:xfrm>
              <a:off x="0" y="0"/>
              <a:ext cx="110578" cy="129911"/>
            </a:xfrm>
            <a:custGeom>
              <a:rect b="b" l="l" r="r" t="t"/>
              <a:pathLst>
                <a:path extrusionOk="0" h="129911" w="110578">
                  <a:moveTo>
                    <a:pt x="0" y="0"/>
                  </a:moveTo>
                  <a:lnTo>
                    <a:pt x="110578" y="0"/>
                  </a:lnTo>
                  <a:lnTo>
                    <a:pt x="110578" y="129911"/>
                  </a:lnTo>
                  <a:lnTo>
                    <a:pt x="0" y="1299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4" name="Google Shape;234;p21"/>
            <p:cNvSpPr txBox="1"/>
            <p:nvPr/>
          </p:nvSpPr>
          <p:spPr>
            <a:xfrm>
              <a:off x="0" y="-28575"/>
              <a:ext cx="110578" cy="1584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21"/>
          <p:cNvGrpSpPr/>
          <p:nvPr/>
        </p:nvGrpSpPr>
        <p:grpSpPr>
          <a:xfrm>
            <a:off x="13792335" y="5317919"/>
            <a:ext cx="365171" cy="523380"/>
            <a:chOff x="0" y="-28575"/>
            <a:chExt cx="110578" cy="158486"/>
          </a:xfrm>
        </p:grpSpPr>
        <p:sp>
          <p:nvSpPr>
            <p:cNvPr id="236" name="Google Shape;236;p21"/>
            <p:cNvSpPr/>
            <p:nvPr/>
          </p:nvSpPr>
          <p:spPr>
            <a:xfrm>
              <a:off x="0" y="0"/>
              <a:ext cx="110578" cy="129911"/>
            </a:xfrm>
            <a:custGeom>
              <a:rect b="b" l="l" r="r" t="t"/>
              <a:pathLst>
                <a:path extrusionOk="0" h="129911" w="110578">
                  <a:moveTo>
                    <a:pt x="0" y="0"/>
                  </a:moveTo>
                  <a:lnTo>
                    <a:pt x="110578" y="0"/>
                  </a:lnTo>
                  <a:lnTo>
                    <a:pt x="110578" y="129911"/>
                  </a:lnTo>
                  <a:lnTo>
                    <a:pt x="0" y="1299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7" name="Google Shape;237;p21"/>
            <p:cNvSpPr txBox="1"/>
            <p:nvPr/>
          </p:nvSpPr>
          <p:spPr>
            <a:xfrm>
              <a:off x="0" y="-28575"/>
              <a:ext cx="110578" cy="1584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2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243" name="Google Shape;243;p22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244" name="Google Shape;244;p22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245" name="Google Shape;245;p22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46" name="Google Shape;246;p22"/>
          <p:cNvPicPr preferRelativeResize="0"/>
          <p:nvPr/>
        </p:nvPicPr>
        <p:blipFill rotWithShape="1">
          <a:blip r:embed="rId5">
            <a:alphaModFix/>
          </a:blip>
          <a:srcRect b="13536" l="2584" r="16430" t="0"/>
          <a:stretch/>
        </p:blipFill>
        <p:spPr>
          <a:xfrm>
            <a:off x="1822804" y="3103478"/>
            <a:ext cx="7094022" cy="414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 rotWithShape="1">
          <a:blip r:embed="rId6">
            <a:alphaModFix/>
          </a:blip>
          <a:srcRect b="0" l="956" r="956" t="0"/>
          <a:stretch/>
        </p:blipFill>
        <p:spPr>
          <a:xfrm>
            <a:off x="9144000" y="3103478"/>
            <a:ext cx="7321196" cy="4143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22"/>
          <p:cNvGrpSpPr/>
          <p:nvPr/>
        </p:nvGrpSpPr>
        <p:grpSpPr>
          <a:xfrm>
            <a:off x="1822804" y="7218826"/>
            <a:ext cx="14642391" cy="2039474"/>
            <a:chOff x="0" y="-47625"/>
            <a:chExt cx="3856432" cy="537146"/>
          </a:xfrm>
        </p:grpSpPr>
        <p:sp>
          <p:nvSpPr>
            <p:cNvPr id="249" name="Google Shape;249;p22"/>
            <p:cNvSpPr/>
            <p:nvPr/>
          </p:nvSpPr>
          <p:spPr>
            <a:xfrm>
              <a:off x="0" y="0"/>
              <a:ext cx="3856432" cy="489521"/>
            </a:xfrm>
            <a:custGeom>
              <a:rect b="b" l="l" r="r" t="t"/>
              <a:pathLst>
                <a:path extrusionOk="0" h="489521" w="3856432">
                  <a:moveTo>
                    <a:pt x="5287" y="0"/>
                  </a:moveTo>
                  <a:lnTo>
                    <a:pt x="3851145" y="0"/>
                  </a:lnTo>
                  <a:cubicBezTo>
                    <a:pt x="3854065" y="0"/>
                    <a:pt x="3856432" y="2367"/>
                    <a:pt x="3856432" y="5287"/>
                  </a:cubicBezTo>
                  <a:lnTo>
                    <a:pt x="3856432" y="484233"/>
                  </a:lnTo>
                  <a:cubicBezTo>
                    <a:pt x="3856432" y="487153"/>
                    <a:pt x="3854065" y="489521"/>
                    <a:pt x="3851145" y="489521"/>
                  </a:cubicBezTo>
                  <a:lnTo>
                    <a:pt x="5287" y="489521"/>
                  </a:lnTo>
                  <a:cubicBezTo>
                    <a:pt x="2367" y="489521"/>
                    <a:pt x="0" y="487153"/>
                    <a:pt x="0" y="484233"/>
                  </a:cubicBezTo>
                  <a:lnTo>
                    <a:pt x="0" y="5287"/>
                  </a:lnTo>
                  <a:cubicBezTo>
                    <a:pt x="0" y="2367"/>
                    <a:pt x="2367" y="0"/>
                    <a:pt x="5287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2"/>
            <p:cNvSpPr txBox="1"/>
            <p:nvPr/>
          </p:nvSpPr>
          <p:spPr>
            <a:xfrm>
              <a:off x="0" y="-47625"/>
              <a:ext cx="3856432" cy="5371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22"/>
          <p:cNvSpPr txBox="1"/>
          <p:nvPr/>
        </p:nvSpPr>
        <p:spPr>
          <a:xfrm>
            <a:off x="1028700" y="584582"/>
            <a:ext cx="566065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FERRAMENTAS BÁSICAS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3090407" y="7687626"/>
            <a:ext cx="11864035" cy="1216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Seccione a parte do clipe que deseja excluir, selecione-a e aperte “DELETE”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23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258" name="Google Shape;258;p23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259" name="Google Shape;259;p23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260" name="Google Shape;260;p23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1" name="Google Shape;261;p23"/>
          <p:cNvGrpSpPr/>
          <p:nvPr/>
        </p:nvGrpSpPr>
        <p:grpSpPr>
          <a:xfrm>
            <a:off x="5586225" y="3049924"/>
            <a:ext cx="4181971" cy="6337862"/>
            <a:chOff x="0" y="-47625"/>
            <a:chExt cx="1101424" cy="1669231"/>
          </a:xfrm>
        </p:grpSpPr>
        <p:sp>
          <p:nvSpPr>
            <p:cNvPr id="262" name="Google Shape;262;p23"/>
            <p:cNvSpPr/>
            <p:nvPr/>
          </p:nvSpPr>
          <p:spPr>
            <a:xfrm>
              <a:off x="0" y="0"/>
              <a:ext cx="1101424" cy="1621606"/>
            </a:xfrm>
            <a:custGeom>
              <a:rect b="b" l="l" r="r" t="t"/>
              <a:pathLst>
                <a:path extrusionOk="0" h="1621606" w="1101424">
                  <a:moveTo>
                    <a:pt x="18513" y="0"/>
                  </a:moveTo>
                  <a:lnTo>
                    <a:pt x="1082912" y="0"/>
                  </a:lnTo>
                  <a:cubicBezTo>
                    <a:pt x="1087822" y="0"/>
                    <a:pt x="1092530" y="1950"/>
                    <a:pt x="1096002" y="5422"/>
                  </a:cubicBezTo>
                  <a:cubicBezTo>
                    <a:pt x="1099474" y="8894"/>
                    <a:pt x="1101424" y="13603"/>
                    <a:pt x="1101424" y="18513"/>
                  </a:cubicBezTo>
                  <a:lnTo>
                    <a:pt x="1101424" y="1603094"/>
                  </a:lnTo>
                  <a:cubicBezTo>
                    <a:pt x="1101424" y="1608003"/>
                    <a:pt x="1099474" y="1612712"/>
                    <a:pt x="1096002" y="1616184"/>
                  </a:cubicBezTo>
                  <a:cubicBezTo>
                    <a:pt x="1092530" y="1619656"/>
                    <a:pt x="1087822" y="1621606"/>
                    <a:pt x="1082912" y="1621606"/>
                  </a:cubicBezTo>
                  <a:lnTo>
                    <a:pt x="18513" y="1621606"/>
                  </a:lnTo>
                  <a:cubicBezTo>
                    <a:pt x="13603" y="1621606"/>
                    <a:pt x="8894" y="1619656"/>
                    <a:pt x="5422" y="1616184"/>
                  </a:cubicBezTo>
                  <a:cubicBezTo>
                    <a:pt x="1950" y="1612712"/>
                    <a:pt x="0" y="1608003"/>
                    <a:pt x="0" y="1603094"/>
                  </a:cubicBezTo>
                  <a:lnTo>
                    <a:pt x="0" y="18513"/>
                  </a:lnTo>
                  <a:cubicBezTo>
                    <a:pt x="0" y="13603"/>
                    <a:pt x="1950" y="8894"/>
                    <a:pt x="5422" y="5422"/>
                  </a:cubicBezTo>
                  <a:cubicBezTo>
                    <a:pt x="8894" y="1950"/>
                    <a:pt x="13603" y="0"/>
                    <a:pt x="18513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3"/>
            <p:cNvSpPr txBox="1"/>
            <p:nvPr/>
          </p:nvSpPr>
          <p:spPr>
            <a:xfrm>
              <a:off x="0" y="-47625"/>
              <a:ext cx="1101424" cy="1669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23"/>
          <p:cNvSpPr/>
          <p:nvPr/>
        </p:nvSpPr>
        <p:spPr>
          <a:xfrm>
            <a:off x="1028700" y="3230750"/>
            <a:ext cx="4278186" cy="6157036"/>
          </a:xfrm>
          <a:custGeom>
            <a:rect b="b" l="l" r="r" t="t"/>
            <a:pathLst>
              <a:path extrusionOk="0" h="6157036" w="4278186">
                <a:moveTo>
                  <a:pt x="0" y="0"/>
                </a:moveTo>
                <a:lnTo>
                  <a:pt x="4278186" y="0"/>
                </a:lnTo>
                <a:lnTo>
                  <a:pt x="4278186" y="6157036"/>
                </a:lnTo>
                <a:lnTo>
                  <a:pt x="0" y="6157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5048" l="0" r="0" t="0"/>
            </a:stretch>
          </a:blipFill>
          <a:ln>
            <a:noFill/>
          </a:ln>
        </p:spPr>
      </p:sp>
      <p:grpSp>
        <p:nvGrpSpPr>
          <p:cNvPr id="265" name="Google Shape;265;p23"/>
          <p:cNvGrpSpPr/>
          <p:nvPr/>
        </p:nvGrpSpPr>
        <p:grpSpPr>
          <a:xfrm>
            <a:off x="1028700" y="6312385"/>
            <a:ext cx="845557" cy="815874"/>
            <a:chOff x="0" y="-28575"/>
            <a:chExt cx="265915" cy="256580"/>
          </a:xfrm>
        </p:grpSpPr>
        <p:sp>
          <p:nvSpPr>
            <p:cNvPr id="266" name="Google Shape;266;p23"/>
            <p:cNvSpPr/>
            <p:nvPr/>
          </p:nvSpPr>
          <p:spPr>
            <a:xfrm>
              <a:off x="0" y="0"/>
              <a:ext cx="265915" cy="228005"/>
            </a:xfrm>
            <a:custGeom>
              <a:rect b="b" l="l" r="r" t="t"/>
              <a:pathLst>
                <a:path extrusionOk="0" h="228005" w="265915">
                  <a:moveTo>
                    <a:pt x="0" y="0"/>
                  </a:moveTo>
                  <a:lnTo>
                    <a:pt x="265915" y="0"/>
                  </a:lnTo>
                  <a:lnTo>
                    <a:pt x="265915" y="228005"/>
                  </a:lnTo>
                  <a:lnTo>
                    <a:pt x="0" y="228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7" name="Google Shape;267;p23"/>
            <p:cNvSpPr txBox="1"/>
            <p:nvPr/>
          </p:nvSpPr>
          <p:spPr>
            <a:xfrm>
              <a:off x="0" y="-28575"/>
              <a:ext cx="265915" cy="256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23"/>
          <p:cNvGrpSpPr/>
          <p:nvPr/>
        </p:nvGrpSpPr>
        <p:grpSpPr>
          <a:xfrm>
            <a:off x="2049780" y="3889225"/>
            <a:ext cx="2628637" cy="663474"/>
            <a:chOff x="0" y="-28575"/>
            <a:chExt cx="826666" cy="208652"/>
          </a:xfrm>
        </p:grpSpPr>
        <p:sp>
          <p:nvSpPr>
            <p:cNvPr id="269" name="Google Shape;269;p23"/>
            <p:cNvSpPr/>
            <p:nvPr/>
          </p:nvSpPr>
          <p:spPr>
            <a:xfrm>
              <a:off x="0" y="0"/>
              <a:ext cx="826666" cy="180077"/>
            </a:xfrm>
            <a:custGeom>
              <a:rect b="b" l="l" r="r" t="t"/>
              <a:pathLst>
                <a:path extrusionOk="0" h="180077" w="826666">
                  <a:moveTo>
                    <a:pt x="0" y="0"/>
                  </a:moveTo>
                  <a:lnTo>
                    <a:pt x="826666" y="0"/>
                  </a:lnTo>
                  <a:lnTo>
                    <a:pt x="826666" y="180077"/>
                  </a:lnTo>
                  <a:lnTo>
                    <a:pt x="0" y="18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70" name="Google Shape;270;p23"/>
            <p:cNvSpPr txBox="1"/>
            <p:nvPr/>
          </p:nvSpPr>
          <p:spPr>
            <a:xfrm>
              <a:off x="0" y="-28575"/>
              <a:ext cx="826666" cy="208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23"/>
          <p:cNvSpPr/>
          <p:nvPr/>
        </p:nvSpPr>
        <p:spPr>
          <a:xfrm>
            <a:off x="9953012" y="4612341"/>
            <a:ext cx="7858078" cy="3393854"/>
          </a:xfrm>
          <a:custGeom>
            <a:rect b="b" l="l" r="r" t="t"/>
            <a:pathLst>
              <a:path extrusionOk="0" h="3393854" w="7858078">
                <a:moveTo>
                  <a:pt x="0" y="0"/>
                </a:moveTo>
                <a:lnTo>
                  <a:pt x="7858077" y="0"/>
                </a:lnTo>
                <a:lnTo>
                  <a:pt x="7858077" y="3393854"/>
                </a:lnTo>
                <a:lnTo>
                  <a:pt x="0" y="3393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23"/>
          <p:cNvSpPr txBox="1"/>
          <p:nvPr/>
        </p:nvSpPr>
        <p:spPr>
          <a:xfrm>
            <a:off x="1028700" y="556007"/>
            <a:ext cx="4273818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ADIÇÃO DE ÁUDIO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5873562" y="3541938"/>
            <a:ext cx="3607296" cy="5477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É possível pesquisar por músicas ou sons utilizando a barra de pesquisa. 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adicionar o áudio, selecione-o e o arraste para a linha do tempo.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Arraste-o para a esquerda ou direita para definir onde terá início.</a:t>
            </a:r>
            <a:endParaRPr/>
          </a:p>
        </p:txBody>
      </p:sp>
      <p:cxnSp>
        <p:nvCxnSpPr>
          <p:cNvPr id="274" name="Google Shape;274;p23"/>
          <p:cNvCxnSpPr/>
          <p:nvPr/>
        </p:nvCxnSpPr>
        <p:spPr>
          <a:xfrm>
            <a:off x="13240544" y="6044115"/>
            <a:ext cx="1627242" cy="1627242"/>
          </a:xfrm>
          <a:prstGeom prst="straightConnector1">
            <a:avLst/>
          </a:prstGeom>
          <a:noFill/>
          <a:ln cap="flat" cmpd="sng" w="38100">
            <a:solidFill>
              <a:srgbClr val="FF3131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275" name="Google Shape;275;p23"/>
          <p:cNvGrpSpPr/>
          <p:nvPr/>
        </p:nvGrpSpPr>
        <p:grpSpPr>
          <a:xfrm>
            <a:off x="9953012" y="4521478"/>
            <a:ext cx="3329677" cy="1547394"/>
            <a:chOff x="0" y="-28575"/>
            <a:chExt cx="1047133" cy="486632"/>
          </a:xfrm>
        </p:grpSpPr>
        <p:sp>
          <p:nvSpPr>
            <p:cNvPr id="276" name="Google Shape;276;p23"/>
            <p:cNvSpPr/>
            <p:nvPr/>
          </p:nvSpPr>
          <p:spPr>
            <a:xfrm>
              <a:off x="0" y="0"/>
              <a:ext cx="1047133" cy="458057"/>
            </a:xfrm>
            <a:custGeom>
              <a:rect b="b" l="l" r="r" t="t"/>
              <a:pathLst>
                <a:path extrusionOk="0" h="458057" w="1047133">
                  <a:moveTo>
                    <a:pt x="0" y="0"/>
                  </a:moveTo>
                  <a:lnTo>
                    <a:pt x="1047133" y="0"/>
                  </a:lnTo>
                  <a:lnTo>
                    <a:pt x="1047133" y="458057"/>
                  </a:lnTo>
                  <a:lnTo>
                    <a:pt x="0" y="458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77" name="Google Shape;277;p23"/>
            <p:cNvSpPr txBox="1"/>
            <p:nvPr/>
          </p:nvSpPr>
          <p:spPr>
            <a:xfrm>
              <a:off x="0" y="-28575"/>
              <a:ext cx="1047133" cy="486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4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283" name="Google Shape;283;p24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284" name="Google Shape;284;p24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285" name="Google Shape;285;p24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6" name="Google Shape;286;p24"/>
          <p:cNvSpPr/>
          <p:nvPr/>
        </p:nvSpPr>
        <p:spPr>
          <a:xfrm>
            <a:off x="4087706" y="3048107"/>
            <a:ext cx="4712590" cy="6369922"/>
          </a:xfrm>
          <a:custGeom>
            <a:rect b="b" l="l" r="r" t="t"/>
            <a:pathLst>
              <a:path extrusionOk="0" h="6369922" w="4712590">
                <a:moveTo>
                  <a:pt x="0" y="0"/>
                </a:moveTo>
                <a:lnTo>
                  <a:pt x="4712590" y="0"/>
                </a:lnTo>
                <a:lnTo>
                  <a:pt x="4712590" y="6369922"/>
                </a:lnTo>
                <a:lnTo>
                  <a:pt x="0" y="6369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7" name="Google Shape;287;p24"/>
          <p:cNvGrpSpPr/>
          <p:nvPr/>
        </p:nvGrpSpPr>
        <p:grpSpPr>
          <a:xfrm>
            <a:off x="7952240" y="2966935"/>
            <a:ext cx="848056" cy="2927098"/>
            <a:chOff x="0" y="-28575"/>
            <a:chExt cx="298542" cy="1030429"/>
          </a:xfrm>
        </p:grpSpPr>
        <p:sp>
          <p:nvSpPr>
            <p:cNvPr id="288" name="Google Shape;288;p24"/>
            <p:cNvSpPr/>
            <p:nvPr/>
          </p:nvSpPr>
          <p:spPr>
            <a:xfrm>
              <a:off x="0" y="0"/>
              <a:ext cx="298542" cy="1001854"/>
            </a:xfrm>
            <a:custGeom>
              <a:rect b="b" l="l" r="r" t="t"/>
              <a:pathLst>
                <a:path extrusionOk="0" h="1001854" w="298542">
                  <a:moveTo>
                    <a:pt x="0" y="0"/>
                  </a:moveTo>
                  <a:lnTo>
                    <a:pt x="298542" y="0"/>
                  </a:lnTo>
                  <a:lnTo>
                    <a:pt x="298542" y="1001854"/>
                  </a:lnTo>
                  <a:lnTo>
                    <a:pt x="0" y="10018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89" name="Google Shape;289;p24"/>
            <p:cNvSpPr txBox="1"/>
            <p:nvPr/>
          </p:nvSpPr>
          <p:spPr>
            <a:xfrm>
              <a:off x="0" y="-28575"/>
              <a:ext cx="298542" cy="10304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24"/>
          <p:cNvGrpSpPr/>
          <p:nvPr/>
        </p:nvGrpSpPr>
        <p:grpSpPr>
          <a:xfrm>
            <a:off x="9364641" y="3578731"/>
            <a:ext cx="4835653" cy="5127847"/>
            <a:chOff x="0" y="-47625"/>
            <a:chExt cx="1273588" cy="1350544"/>
          </a:xfrm>
        </p:grpSpPr>
        <p:sp>
          <p:nvSpPr>
            <p:cNvPr id="291" name="Google Shape;291;p24"/>
            <p:cNvSpPr/>
            <p:nvPr/>
          </p:nvSpPr>
          <p:spPr>
            <a:xfrm>
              <a:off x="0" y="0"/>
              <a:ext cx="1273588" cy="1302919"/>
            </a:xfrm>
            <a:custGeom>
              <a:rect b="b" l="l" r="r" t="t"/>
              <a:pathLst>
                <a:path extrusionOk="0" h="1302919" w="1273588">
                  <a:moveTo>
                    <a:pt x="16010" y="0"/>
                  </a:moveTo>
                  <a:lnTo>
                    <a:pt x="1257578" y="0"/>
                  </a:lnTo>
                  <a:cubicBezTo>
                    <a:pt x="1266420" y="0"/>
                    <a:pt x="1273588" y="7168"/>
                    <a:pt x="1273588" y="16010"/>
                  </a:cubicBezTo>
                  <a:lnTo>
                    <a:pt x="1273588" y="1286909"/>
                  </a:lnTo>
                  <a:cubicBezTo>
                    <a:pt x="1273588" y="1291155"/>
                    <a:pt x="1271901" y="1295227"/>
                    <a:pt x="1268898" y="1298230"/>
                  </a:cubicBezTo>
                  <a:cubicBezTo>
                    <a:pt x="1265896" y="1301232"/>
                    <a:pt x="1261824" y="1302919"/>
                    <a:pt x="1257578" y="1302919"/>
                  </a:cubicBezTo>
                  <a:lnTo>
                    <a:pt x="16010" y="1302919"/>
                  </a:lnTo>
                  <a:cubicBezTo>
                    <a:pt x="7168" y="1302919"/>
                    <a:pt x="0" y="1295751"/>
                    <a:pt x="0" y="1286909"/>
                  </a:cubicBezTo>
                  <a:lnTo>
                    <a:pt x="0" y="16010"/>
                  </a:lnTo>
                  <a:cubicBezTo>
                    <a:pt x="0" y="7168"/>
                    <a:pt x="7168" y="0"/>
                    <a:pt x="16010" y="0"/>
                  </a:cubicBez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4"/>
            <p:cNvSpPr txBox="1"/>
            <p:nvPr/>
          </p:nvSpPr>
          <p:spPr>
            <a:xfrm>
              <a:off x="0" y="-47625"/>
              <a:ext cx="1273588" cy="13505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24"/>
          <p:cNvSpPr txBox="1"/>
          <p:nvPr/>
        </p:nvSpPr>
        <p:spPr>
          <a:xfrm>
            <a:off x="1028700" y="556007"/>
            <a:ext cx="4273818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ADIÇÃO DE ÁUDIO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9668762" y="4837338"/>
            <a:ext cx="4227410" cy="273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Selecione o áudio e utilize a barra de ferramentas ao lado superior direito do reprodutor para ajustar o volume.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25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300" name="Google Shape;300;p25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301" name="Google Shape;301;p25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302" name="Google Shape;302;p25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3" name="Google Shape;303;p25"/>
          <p:cNvSpPr/>
          <p:nvPr/>
        </p:nvSpPr>
        <p:spPr>
          <a:xfrm>
            <a:off x="3266995" y="3915719"/>
            <a:ext cx="11754009" cy="4385824"/>
          </a:xfrm>
          <a:custGeom>
            <a:rect b="b" l="l" r="r" t="t"/>
            <a:pathLst>
              <a:path extrusionOk="0" h="4385824" w="11754009">
                <a:moveTo>
                  <a:pt x="0" y="0"/>
                </a:moveTo>
                <a:lnTo>
                  <a:pt x="11754010" y="0"/>
                </a:lnTo>
                <a:lnTo>
                  <a:pt x="11754010" y="4385824"/>
                </a:lnTo>
                <a:lnTo>
                  <a:pt x="0" y="4385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4" name="Google Shape;304;p25"/>
          <p:cNvGrpSpPr/>
          <p:nvPr/>
        </p:nvGrpSpPr>
        <p:grpSpPr>
          <a:xfrm>
            <a:off x="3372147" y="6368463"/>
            <a:ext cx="785694" cy="1607258"/>
            <a:chOff x="0" y="-28575"/>
            <a:chExt cx="255633" cy="522936"/>
          </a:xfrm>
        </p:grpSpPr>
        <p:sp>
          <p:nvSpPr>
            <p:cNvPr id="305" name="Google Shape;305;p25"/>
            <p:cNvSpPr/>
            <p:nvPr/>
          </p:nvSpPr>
          <p:spPr>
            <a:xfrm>
              <a:off x="0" y="0"/>
              <a:ext cx="255633" cy="494361"/>
            </a:xfrm>
            <a:custGeom>
              <a:rect b="b" l="l" r="r" t="t"/>
              <a:pathLst>
                <a:path extrusionOk="0" h="494361" w="255633">
                  <a:moveTo>
                    <a:pt x="0" y="0"/>
                  </a:moveTo>
                  <a:lnTo>
                    <a:pt x="255633" y="0"/>
                  </a:lnTo>
                  <a:lnTo>
                    <a:pt x="255633" y="494361"/>
                  </a:lnTo>
                  <a:lnTo>
                    <a:pt x="0" y="4943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6" name="Google Shape;306;p25"/>
            <p:cNvSpPr txBox="1"/>
            <p:nvPr/>
          </p:nvSpPr>
          <p:spPr>
            <a:xfrm>
              <a:off x="0" y="-28575"/>
              <a:ext cx="255633" cy="522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25"/>
          <p:cNvGrpSpPr/>
          <p:nvPr/>
        </p:nvGrpSpPr>
        <p:grpSpPr>
          <a:xfrm>
            <a:off x="3266995" y="8366834"/>
            <a:ext cx="11754009" cy="1185432"/>
            <a:chOff x="0" y="-47625"/>
            <a:chExt cx="3095706" cy="312213"/>
          </a:xfrm>
        </p:grpSpPr>
        <p:sp>
          <p:nvSpPr>
            <p:cNvPr id="308" name="Google Shape;308;p25"/>
            <p:cNvSpPr/>
            <p:nvPr/>
          </p:nvSpPr>
          <p:spPr>
            <a:xfrm>
              <a:off x="0" y="0"/>
              <a:ext cx="3095706" cy="264588"/>
            </a:xfrm>
            <a:custGeom>
              <a:rect b="b" l="l" r="r" t="t"/>
              <a:pathLst>
                <a:path extrusionOk="0" h="264588" w="3095706">
                  <a:moveTo>
                    <a:pt x="6587" y="0"/>
                  </a:moveTo>
                  <a:lnTo>
                    <a:pt x="3089120" y="0"/>
                  </a:lnTo>
                  <a:cubicBezTo>
                    <a:pt x="3090866" y="0"/>
                    <a:pt x="3092542" y="694"/>
                    <a:pt x="3093777" y="1929"/>
                  </a:cubicBezTo>
                  <a:cubicBezTo>
                    <a:pt x="3095012" y="3164"/>
                    <a:pt x="3095706" y="4840"/>
                    <a:pt x="3095706" y="6587"/>
                  </a:cubicBezTo>
                  <a:lnTo>
                    <a:pt x="3095706" y="258001"/>
                  </a:lnTo>
                  <a:cubicBezTo>
                    <a:pt x="3095706" y="259748"/>
                    <a:pt x="3095012" y="261423"/>
                    <a:pt x="3093777" y="262659"/>
                  </a:cubicBezTo>
                  <a:cubicBezTo>
                    <a:pt x="3092542" y="263894"/>
                    <a:pt x="3090866" y="264588"/>
                    <a:pt x="3089120" y="264588"/>
                  </a:cubicBezTo>
                  <a:lnTo>
                    <a:pt x="6587" y="264588"/>
                  </a:lnTo>
                  <a:cubicBezTo>
                    <a:pt x="4840" y="264588"/>
                    <a:pt x="3164" y="263894"/>
                    <a:pt x="1929" y="262659"/>
                  </a:cubicBezTo>
                  <a:cubicBezTo>
                    <a:pt x="694" y="261423"/>
                    <a:pt x="0" y="259748"/>
                    <a:pt x="0" y="258001"/>
                  </a:cubicBezTo>
                  <a:lnTo>
                    <a:pt x="0" y="6587"/>
                  </a:lnTo>
                  <a:cubicBezTo>
                    <a:pt x="0" y="4840"/>
                    <a:pt x="694" y="3164"/>
                    <a:pt x="1929" y="1929"/>
                  </a:cubicBezTo>
                  <a:cubicBezTo>
                    <a:pt x="3164" y="694"/>
                    <a:pt x="4840" y="0"/>
                    <a:pt x="6587" y="0"/>
                  </a:cubicBezTo>
                  <a:close/>
                </a:path>
              </a:pathLst>
            </a:custGeom>
            <a:solidFill>
              <a:srgbClr val="54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5"/>
            <p:cNvSpPr txBox="1"/>
            <p:nvPr/>
          </p:nvSpPr>
          <p:spPr>
            <a:xfrm>
              <a:off x="0" y="-47625"/>
              <a:ext cx="3095706" cy="31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25"/>
          <p:cNvSpPr txBox="1"/>
          <p:nvPr/>
        </p:nvSpPr>
        <p:spPr>
          <a:xfrm>
            <a:off x="1028700" y="556007"/>
            <a:ext cx="4273818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ADIÇÃO DE ÁUDIO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4668069" y="8718176"/>
            <a:ext cx="8951861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Mute uma faixa clicando no autofalante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26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317" name="Google Shape;317;p26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318" name="Google Shape;318;p26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319" name="Google Shape;319;p26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0" name="Google Shape;320;p26"/>
          <p:cNvSpPr/>
          <p:nvPr/>
        </p:nvSpPr>
        <p:spPr>
          <a:xfrm>
            <a:off x="1604811" y="2387834"/>
            <a:ext cx="15078379" cy="7434702"/>
          </a:xfrm>
          <a:custGeom>
            <a:rect b="b" l="l" r="r" t="t"/>
            <a:pathLst>
              <a:path extrusionOk="0" h="7434702" w="15078379">
                <a:moveTo>
                  <a:pt x="0" y="0"/>
                </a:moveTo>
                <a:lnTo>
                  <a:pt x="15078378" y="0"/>
                </a:lnTo>
                <a:lnTo>
                  <a:pt x="15078378" y="7434702"/>
                </a:lnTo>
                <a:lnTo>
                  <a:pt x="0" y="74347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1" name="Google Shape;321;p26"/>
          <p:cNvGrpSpPr/>
          <p:nvPr/>
        </p:nvGrpSpPr>
        <p:grpSpPr>
          <a:xfrm>
            <a:off x="1604811" y="4771412"/>
            <a:ext cx="595325" cy="737488"/>
            <a:chOff x="0" y="-28575"/>
            <a:chExt cx="165778" cy="205366"/>
          </a:xfrm>
        </p:grpSpPr>
        <p:sp>
          <p:nvSpPr>
            <p:cNvPr id="322" name="Google Shape;322;p26"/>
            <p:cNvSpPr/>
            <p:nvPr/>
          </p:nvSpPr>
          <p:spPr>
            <a:xfrm>
              <a:off x="0" y="0"/>
              <a:ext cx="165778" cy="176791"/>
            </a:xfrm>
            <a:custGeom>
              <a:rect b="b" l="l" r="r" t="t"/>
              <a:pathLst>
                <a:path extrusionOk="0" h="176791" w="165778">
                  <a:moveTo>
                    <a:pt x="0" y="0"/>
                  </a:moveTo>
                  <a:lnTo>
                    <a:pt x="165778" y="0"/>
                  </a:lnTo>
                  <a:lnTo>
                    <a:pt x="165778" y="176791"/>
                  </a:lnTo>
                  <a:lnTo>
                    <a:pt x="0" y="1767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3" name="Google Shape;323;p26"/>
            <p:cNvSpPr txBox="1"/>
            <p:nvPr/>
          </p:nvSpPr>
          <p:spPr>
            <a:xfrm>
              <a:off x="0" y="-28575"/>
              <a:ext cx="165778" cy="205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26"/>
          <p:cNvSpPr txBox="1"/>
          <p:nvPr/>
        </p:nvSpPr>
        <p:spPr>
          <a:xfrm>
            <a:off x="1028700" y="556007"/>
            <a:ext cx="4273818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ADIÇÃO DE TEXTO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27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330" name="Google Shape;330;p27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331" name="Google Shape;331;p27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332" name="Google Shape;332;p27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3" name="Google Shape;333;p27"/>
          <p:cNvSpPr/>
          <p:nvPr/>
        </p:nvSpPr>
        <p:spPr>
          <a:xfrm>
            <a:off x="2425882" y="3166110"/>
            <a:ext cx="3553350" cy="6729830"/>
          </a:xfrm>
          <a:custGeom>
            <a:rect b="b" l="l" r="r" t="t"/>
            <a:pathLst>
              <a:path extrusionOk="0" h="6729830" w="3553350">
                <a:moveTo>
                  <a:pt x="0" y="0"/>
                </a:moveTo>
                <a:lnTo>
                  <a:pt x="3553350" y="0"/>
                </a:lnTo>
                <a:lnTo>
                  <a:pt x="3553350" y="6729830"/>
                </a:lnTo>
                <a:lnTo>
                  <a:pt x="0" y="6729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4" name="Google Shape;334;p27"/>
          <p:cNvGrpSpPr/>
          <p:nvPr/>
        </p:nvGrpSpPr>
        <p:grpSpPr>
          <a:xfrm>
            <a:off x="3507922" y="8272272"/>
            <a:ext cx="2454350" cy="1067337"/>
            <a:chOff x="0" y="-28575"/>
            <a:chExt cx="807355" cy="351099"/>
          </a:xfrm>
        </p:grpSpPr>
        <p:sp>
          <p:nvSpPr>
            <p:cNvPr id="335" name="Google Shape;335;p27"/>
            <p:cNvSpPr/>
            <p:nvPr/>
          </p:nvSpPr>
          <p:spPr>
            <a:xfrm>
              <a:off x="0" y="0"/>
              <a:ext cx="807355" cy="322524"/>
            </a:xfrm>
            <a:custGeom>
              <a:rect b="b" l="l" r="r" t="t"/>
              <a:pathLst>
                <a:path extrusionOk="0" h="322524" w="807355">
                  <a:moveTo>
                    <a:pt x="0" y="0"/>
                  </a:moveTo>
                  <a:lnTo>
                    <a:pt x="807355" y="0"/>
                  </a:lnTo>
                  <a:lnTo>
                    <a:pt x="807355" y="322524"/>
                  </a:lnTo>
                  <a:lnTo>
                    <a:pt x="0" y="3225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6" name="Google Shape;336;p27"/>
            <p:cNvSpPr txBox="1"/>
            <p:nvPr/>
          </p:nvSpPr>
          <p:spPr>
            <a:xfrm>
              <a:off x="0" y="-28575"/>
              <a:ext cx="807355" cy="351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27"/>
          <p:cNvGrpSpPr/>
          <p:nvPr/>
        </p:nvGrpSpPr>
        <p:grpSpPr>
          <a:xfrm>
            <a:off x="4362018" y="4481075"/>
            <a:ext cx="806458" cy="530874"/>
            <a:chOff x="0" y="-28575"/>
            <a:chExt cx="265283" cy="174630"/>
          </a:xfrm>
        </p:grpSpPr>
        <p:sp>
          <p:nvSpPr>
            <p:cNvPr id="338" name="Google Shape;338;p27"/>
            <p:cNvSpPr/>
            <p:nvPr/>
          </p:nvSpPr>
          <p:spPr>
            <a:xfrm>
              <a:off x="0" y="0"/>
              <a:ext cx="265283" cy="146055"/>
            </a:xfrm>
            <a:custGeom>
              <a:rect b="b" l="l" r="r" t="t"/>
              <a:pathLst>
                <a:path extrusionOk="0" h="146055" w="265283">
                  <a:moveTo>
                    <a:pt x="0" y="0"/>
                  </a:moveTo>
                  <a:lnTo>
                    <a:pt x="265283" y="0"/>
                  </a:lnTo>
                  <a:lnTo>
                    <a:pt x="265283" y="146055"/>
                  </a:lnTo>
                  <a:lnTo>
                    <a:pt x="0" y="1460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9" name="Google Shape;339;p27"/>
            <p:cNvSpPr txBox="1"/>
            <p:nvPr/>
          </p:nvSpPr>
          <p:spPr>
            <a:xfrm>
              <a:off x="0" y="-28575"/>
              <a:ext cx="265283" cy="174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27"/>
          <p:cNvGrpSpPr/>
          <p:nvPr/>
        </p:nvGrpSpPr>
        <p:grpSpPr>
          <a:xfrm>
            <a:off x="2568808" y="4481075"/>
            <a:ext cx="1793210" cy="530874"/>
            <a:chOff x="0" y="-28575"/>
            <a:chExt cx="589874" cy="174630"/>
          </a:xfrm>
        </p:grpSpPr>
        <p:sp>
          <p:nvSpPr>
            <p:cNvPr id="341" name="Google Shape;341;p27"/>
            <p:cNvSpPr/>
            <p:nvPr/>
          </p:nvSpPr>
          <p:spPr>
            <a:xfrm>
              <a:off x="0" y="0"/>
              <a:ext cx="589874" cy="146055"/>
            </a:xfrm>
            <a:custGeom>
              <a:rect b="b" l="l" r="r" t="t"/>
              <a:pathLst>
                <a:path extrusionOk="0" h="146055" w="589874">
                  <a:moveTo>
                    <a:pt x="0" y="0"/>
                  </a:moveTo>
                  <a:lnTo>
                    <a:pt x="589874" y="0"/>
                  </a:lnTo>
                  <a:lnTo>
                    <a:pt x="589874" y="146055"/>
                  </a:lnTo>
                  <a:lnTo>
                    <a:pt x="0" y="1460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2" name="Google Shape;342;p27"/>
            <p:cNvSpPr txBox="1"/>
            <p:nvPr/>
          </p:nvSpPr>
          <p:spPr>
            <a:xfrm>
              <a:off x="0" y="-28575"/>
              <a:ext cx="589874" cy="174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7"/>
          <p:cNvGrpSpPr/>
          <p:nvPr/>
        </p:nvGrpSpPr>
        <p:grpSpPr>
          <a:xfrm>
            <a:off x="14670745" y="4619334"/>
            <a:ext cx="1327440" cy="364542"/>
            <a:chOff x="0" y="-28575"/>
            <a:chExt cx="436659" cy="119916"/>
          </a:xfrm>
        </p:grpSpPr>
        <p:sp>
          <p:nvSpPr>
            <p:cNvPr id="344" name="Google Shape;344;p27"/>
            <p:cNvSpPr/>
            <p:nvPr/>
          </p:nvSpPr>
          <p:spPr>
            <a:xfrm>
              <a:off x="0" y="0"/>
              <a:ext cx="436659" cy="91341"/>
            </a:xfrm>
            <a:custGeom>
              <a:rect b="b" l="l" r="r" t="t"/>
              <a:pathLst>
                <a:path extrusionOk="0" h="91341" w="436659">
                  <a:moveTo>
                    <a:pt x="0" y="0"/>
                  </a:moveTo>
                  <a:lnTo>
                    <a:pt x="436659" y="0"/>
                  </a:lnTo>
                  <a:lnTo>
                    <a:pt x="436659" y="91341"/>
                  </a:lnTo>
                  <a:lnTo>
                    <a:pt x="0" y="913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5" name="Google Shape;345;p27"/>
            <p:cNvSpPr txBox="1"/>
            <p:nvPr/>
          </p:nvSpPr>
          <p:spPr>
            <a:xfrm>
              <a:off x="0" y="-28575"/>
              <a:ext cx="436659" cy="119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7"/>
          <p:cNvSpPr/>
          <p:nvPr/>
        </p:nvSpPr>
        <p:spPr>
          <a:xfrm>
            <a:off x="11965784" y="4073918"/>
            <a:ext cx="4117378" cy="5184382"/>
          </a:xfrm>
          <a:custGeom>
            <a:rect b="b" l="l" r="r" t="t"/>
            <a:pathLst>
              <a:path extrusionOk="0" h="5184382" w="4117378">
                <a:moveTo>
                  <a:pt x="0" y="0"/>
                </a:moveTo>
                <a:lnTo>
                  <a:pt x="4117378" y="0"/>
                </a:lnTo>
                <a:lnTo>
                  <a:pt x="4117378" y="5184382"/>
                </a:lnTo>
                <a:lnTo>
                  <a:pt x="0" y="518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7" name="Google Shape;347;p27"/>
          <p:cNvGrpSpPr/>
          <p:nvPr/>
        </p:nvGrpSpPr>
        <p:grpSpPr>
          <a:xfrm>
            <a:off x="15334465" y="6649714"/>
            <a:ext cx="748697" cy="848385"/>
            <a:chOff x="0" y="-28575"/>
            <a:chExt cx="246283" cy="279075"/>
          </a:xfrm>
        </p:grpSpPr>
        <p:sp>
          <p:nvSpPr>
            <p:cNvPr id="348" name="Google Shape;348;p27"/>
            <p:cNvSpPr/>
            <p:nvPr/>
          </p:nvSpPr>
          <p:spPr>
            <a:xfrm>
              <a:off x="0" y="0"/>
              <a:ext cx="246283" cy="250500"/>
            </a:xfrm>
            <a:custGeom>
              <a:rect b="b" l="l" r="r" t="t"/>
              <a:pathLst>
                <a:path extrusionOk="0" h="250500" w="246283">
                  <a:moveTo>
                    <a:pt x="0" y="0"/>
                  </a:moveTo>
                  <a:lnTo>
                    <a:pt x="246283" y="0"/>
                  </a:lnTo>
                  <a:lnTo>
                    <a:pt x="246283" y="250500"/>
                  </a:lnTo>
                  <a:lnTo>
                    <a:pt x="0" y="250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9" name="Google Shape;349;p27"/>
            <p:cNvSpPr txBox="1"/>
            <p:nvPr/>
          </p:nvSpPr>
          <p:spPr>
            <a:xfrm>
              <a:off x="0" y="-28575"/>
              <a:ext cx="246283" cy="279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27"/>
          <p:cNvGrpSpPr/>
          <p:nvPr/>
        </p:nvGrpSpPr>
        <p:grpSpPr>
          <a:xfrm>
            <a:off x="1421426" y="2215741"/>
            <a:ext cx="5598104" cy="950369"/>
            <a:chOff x="0" y="-47625"/>
            <a:chExt cx="1474398" cy="250303"/>
          </a:xfrm>
        </p:grpSpPr>
        <p:sp>
          <p:nvSpPr>
            <p:cNvPr id="351" name="Google Shape;351;p27"/>
            <p:cNvSpPr/>
            <p:nvPr/>
          </p:nvSpPr>
          <p:spPr>
            <a:xfrm>
              <a:off x="0" y="0"/>
              <a:ext cx="1474398" cy="202678"/>
            </a:xfrm>
            <a:custGeom>
              <a:rect b="b" l="l" r="r" t="t"/>
              <a:pathLst>
                <a:path extrusionOk="0" h="202678" w="1474398">
                  <a:moveTo>
                    <a:pt x="13830" y="0"/>
                  </a:moveTo>
                  <a:lnTo>
                    <a:pt x="1460568" y="0"/>
                  </a:lnTo>
                  <a:cubicBezTo>
                    <a:pt x="1468206" y="0"/>
                    <a:pt x="1474398" y="6192"/>
                    <a:pt x="1474398" y="13830"/>
                  </a:cubicBezTo>
                  <a:lnTo>
                    <a:pt x="1474398" y="188848"/>
                  </a:lnTo>
                  <a:cubicBezTo>
                    <a:pt x="1474398" y="196486"/>
                    <a:pt x="1468206" y="202678"/>
                    <a:pt x="1460568" y="202678"/>
                  </a:cubicBezTo>
                  <a:lnTo>
                    <a:pt x="13830" y="202678"/>
                  </a:lnTo>
                  <a:cubicBezTo>
                    <a:pt x="6192" y="202678"/>
                    <a:pt x="0" y="196486"/>
                    <a:pt x="0" y="188848"/>
                  </a:cubicBezTo>
                  <a:lnTo>
                    <a:pt x="0" y="13830"/>
                  </a:lnTo>
                  <a:cubicBezTo>
                    <a:pt x="0" y="6192"/>
                    <a:pt x="6192" y="0"/>
                    <a:pt x="13830" y="0"/>
                  </a:cubicBezTo>
                  <a:close/>
                </a:path>
              </a:pathLst>
            </a:custGeom>
            <a:solidFill>
              <a:srgbClr val="4B4A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7"/>
            <p:cNvSpPr txBox="1"/>
            <p:nvPr/>
          </p:nvSpPr>
          <p:spPr>
            <a:xfrm>
              <a:off x="0" y="-47625"/>
              <a:ext cx="1474398" cy="250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27"/>
          <p:cNvGrpSpPr/>
          <p:nvPr/>
        </p:nvGrpSpPr>
        <p:grpSpPr>
          <a:xfrm>
            <a:off x="11965784" y="3182815"/>
            <a:ext cx="4117378" cy="843220"/>
            <a:chOff x="0" y="-47625"/>
            <a:chExt cx="1084412" cy="222083"/>
          </a:xfrm>
        </p:grpSpPr>
        <p:sp>
          <p:nvSpPr>
            <p:cNvPr id="354" name="Google Shape;354;p27"/>
            <p:cNvSpPr/>
            <p:nvPr/>
          </p:nvSpPr>
          <p:spPr>
            <a:xfrm>
              <a:off x="0" y="0"/>
              <a:ext cx="1084412" cy="174458"/>
            </a:xfrm>
            <a:custGeom>
              <a:rect b="b" l="l" r="r" t="t"/>
              <a:pathLst>
                <a:path extrusionOk="0" h="174458" w="1084412">
                  <a:moveTo>
                    <a:pt x="18803" y="0"/>
                  </a:moveTo>
                  <a:lnTo>
                    <a:pt x="1065609" y="0"/>
                  </a:lnTo>
                  <a:cubicBezTo>
                    <a:pt x="1075994" y="0"/>
                    <a:pt x="1084412" y="8418"/>
                    <a:pt x="1084412" y="18803"/>
                  </a:cubicBezTo>
                  <a:lnTo>
                    <a:pt x="1084412" y="155655"/>
                  </a:lnTo>
                  <a:cubicBezTo>
                    <a:pt x="1084412" y="166039"/>
                    <a:pt x="1075994" y="174458"/>
                    <a:pt x="1065609" y="174458"/>
                  </a:cubicBezTo>
                  <a:lnTo>
                    <a:pt x="18803" y="174458"/>
                  </a:lnTo>
                  <a:cubicBezTo>
                    <a:pt x="13816" y="174458"/>
                    <a:pt x="9034" y="172477"/>
                    <a:pt x="5507" y="168950"/>
                  </a:cubicBezTo>
                  <a:cubicBezTo>
                    <a:pt x="1981" y="165424"/>
                    <a:pt x="0" y="160642"/>
                    <a:pt x="0" y="155655"/>
                  </a:cubicBezTo>
                  <a:lnTo>
                    <a:pt x="0" y="18803"/>
                  </a:lnTo>
                  <a:cubicBezTo>
                    <a:pt x="0" y="8418"/>
                    <a:pt x="8418" y="0"/>
                    <a:pt x="18803" y="0"/>
                  </a:cubicBezTo>
                  <a:close/>
                </a:path>
              </a:pathLst>
            </a:custGeom>
            <a:solidFill>
              <a:srgbClr val="4B4A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7"/>
            <p:cNvSpPr txBox="1"/>
            <p:nvPr/>
          </p:nvSpPr>
          <p:spPr>
            <a:xfrm>
              <a:off x="0" y="-47625"/>
              <a:ext cx="1084412" cy="222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27"/>
          <p:cNvGrpSpPr/>
          <p:nvPr/>
        </p:nvGrpSpPr>
        <p:grpSpPr>
          <a:xfrm>
            <a:off x="6604805" y="4062103"/>
            <a:ext cx="4732824" cy="830852"/>
            <a:chOff x="0" y="-47625"/>
            <a:chExt cx="1246505" cy="218825"/>
          </a:xfrm>
        </p:grpSpPr>
        <p:sp>
          <p:nvSpPr>
            <p:cNvPr id="357" name="Google Shape;357;p27"/>
            <p:cNvSpPr/>
            <p:nvPr/>
          </p:nvSpPr>
          <p:spPr>
            <a:xfrm>
              <a:off x="0" y="0"/>
              <a:ext cx="1246505" cy="171200"/>
            </a:xfrm>
            <a:custGeom>
              <a:rect b="b" l="l" r="r" t="t"/>
              <a:pathLst>
                <a:path extrusionOk="0" h="171200" w="1246505">
                  <a:moveTo>
                    <a:pt x="16358" y="0"/>
                  </a:moveTo>
                  <a:lnTo>
                    <a:pt x="1230147" y="0"/>
                  </a:lnTo>
                  <a:cubicBezTo>
                    <a:pt x="1234486" y="0"/>
                    <a:pt x="1238646" y="1723"/>
                    <a:pt x="1241714" y="4791"/>
                  </a:cubicBezTo>
                  <a:cubicBezTo>
                    <a:pt x="1244782" y="7859"/>
                    <a:pt x="1246505" y="12020"/>
                    <a:pt x="1246505" y="16358"/>
                  </a:cubicBezTo>
                  <a:lnTo>
                    <a:pt x="1246505" y="154842"/>
                  </a:lnTo>
                  <a:cubicBezTo>
                    <a:pt x="1246505" y="159181"/>
                    <a:pt x="1244782" y="163341"/>
                    <a:pt x="1241714" y="166409"/>
                  </a:cubicBezTo>
                  <a:cubicBezTo>
                    <a:pt x="1238646" y="169477"/>
                    <a:pt x="1234486" y="171200"/>
                    <a:pt x="1230147" y="171200"/>
                  </a:cubicBezTo>
                  <a:lnTo>
                    <a:pt x="16358" y="171200"/>
                  </a:lnTo>
                  <a:cubicBezTo>
                    <a:pt x="12020" y="171200"/>
                    <a:pt x="7859" y="169477"/>
                    <a:pt x="4791" y="166409"/>
                  </a:cubicBezTo>
                  <a:cubicBezTo>
                    <a:pt x="1723" y="163341"/>
                    <a:pt x="0" y="159181"/>
                    <a:pt x="0" y="154842"/>
                  </a:cubicBezTo>
                  <a:lnTo>
                    <a:pt x="0" y="16358"/>
                  </a:lnTo>
                  <a:cubicBezTo>
                    <a:pt x="0" y="12020"/>
                    <a:pt x="1723" y="7859"/>
                    <a:pt x="4791" y="4791"/>
                  </a:cubicBezTo>
                  <a:cubicBezTo>
                    <a:pt x="7859" y="1723"/>
                    <a:pt x="12020" y="0"/>
                    <a:pt x="16358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 txBox="1"/>
            <p:nvPr/>
          </p:nvSpPr>
          <p:spPr>
            <a:xfrm>
              <a:off x="0" y="-47625"/>
              <a:ext cx="1246505" cy="218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27"/>
          <p:cNvSpPr/>
          <p:nvPr/>
        </p:nvSpPr>
        <p:spPr>
          <a:xfrm>
            <a:off x="6148099" y="5011949"/>
            <a:ext cx="5646235" cy="2865677"/>
          </a:xfrm>
          <a:custGeom>
            <a:rect b="b" l="l" r="r" t="t"/>
            <a:pathLst>
              <a:path extrusionOk="0" h="2865677" w="5646235">
                <a:moveTo>
                  <a:pt x="0" y="0"/>
                </a:moveTo>
                <a:lnTo>
                  <a:pt x="5646235" y="0"/>
                </a:lnTo>
                <a:lnTo>
                  <a:pt x="5646235" y="2865676"/>
                </a:lnTo>
                <a:lnTo>
                  <a:pt x="0" y="2865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27"/>
          <p:cNvSpPr txBox="1"/>
          <p:nvPr/>
        </p:nvSpPr>
        <p:spPr>
          <a:xfrm>
            <a:off x="1028700" y="556007"/>
            <a:ext cx="4273818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ADIÇÃO DE TEXTO</a:t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2292967" y="2479078"/>
            <a:ext cx="3855023" cy="575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Altere o conteúdo do texto, a fonte, tamanho, opacidade, etc...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6741952" y="4336034"/>
            <a:ext cx="4458529" cy="435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Clique no retângulo laranja e arraste as extremidades para ajustar quando o texto aparece e desaparece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12389861" y="3540216"/>
            <a:ext cx="3269223" cy="28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Adicione efeitos e animações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28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369" name="Google Shape;369;p28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370" name="Google Shape;370;p28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371" name="Google Shape;371;p28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72" name="Google Shape;372;p28"/>
          <p:cNvSpPr/>
          <p:nvPr/>
        </p:nvSpPr>
        <p:spPr>
          <a:xfrm>
            <a:off x="3447549" y="6315350"/>
            <a:ext cx="4778380" cy="2526913"/>
          </a:xfrm>
          <a:custGeom>
            <a:rect b="b" l="l" r="r" t="t"/>
            <a:pathLst>
              <a:path extrusionOk="0" h="2526913" w="4778380">
                <a:moveTo>
                  <a:pt x="0" y="0"/>
                </a:moveTo>
                <a:lnTo>
                  <a:pt x="4778380" y="0"/>
                </a:lnTo>
                <a:lnTo>
                  <a:pt x="4778380" y="2526913"/>
                </a:lnTo>
                <a:lnTo>
                  <a:pt x="0" y="2526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3" name="Google Shape;373;p28"/>
          <p:cNvGrpSpPr/>
          <p:nvPr/>
        </p:nvGrpSpPr>
        <p:grpSpPr>
          <a:xfrm>
            <a:off x="7186338" y="7377779"/>
            <a:ext cx="316318" cy="861010"/>
            <a:chOff x="0" y="-28575"/>
            <a:chExt cx="89182" cy="242751"/>
          </a:xfrm>
        </p:grpSpPr>
        <p:sp>
          <p:nvSpPr>
            <p:cNvPr id="374" name="Google Shape;374;p28"/>
            <p:cNvSpPr/>
            <p:nvPr/>
          </p:nvSpPr>
          <p:spPr>
            <a:xfrm>
              <a:off x="0" y="0"/>
              <a:ext cx="89182" cy="214176"/>
            </a:xfrm>
            <a:custGeom>
              <a:rect b="b" l="l" r="r" t="t"/>
              <a:pathLst>
                <a:path extrusionOk="0" h="214176" w="89182">
                  <a:moveTo>
                    <a:pt x="0" y="0"/>
                  </a:moveTo>
                  <a:lnTo>
                    <a:pt x="89182" y="0"/>
                  </a:lnTo>
                  <a:lnTo>
                    <a:pt x="89182" y="214176"/>
                  </a:lnTo>
                  <a:lnTo>
                    <a:pt x="0" y="2141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75" name="Google Shape;375;p28"/>
            <p:cNvSpPr txBox="1"/>
            <p:nvPr/>
          </p:nvSpPr>
          <p:spPr>
            <a:xfrm>
              <a:off x="0" y="-28575"/>
              <a:ext cx="89182" cy="242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p28"/>
          <p:cNvSpPr/>
          <p:nvPr/>
        </p:nvSpPr>
        <p:spPr>
          <a:xfrm>
            <a:off x="3702864" y="2385222"/>
            <a:ext cx="4267749" cy="3885927"/>
          </a:xfrm>
          <a:custGeom>
            <a:rect b="b" l="l" r="r" t="t"/>
            <a:pathLst>
              <a:path extrusionOk="0" h="3885927" w="4267749">
                <a:moveTo>
                  <a:pt x="0" y="0"/>
                </a:moveTo>
                <a:lnTo>
                  <a:pt x="4267750" y="0"/>
                </a:lnTo>
                <a:lnTo>
                  <a:pt x="4267750" y="3885927"/>
                </a:lnTo>
                <a:lnTo>
                  <a:pt x="0" y="3885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-48774"/>
            </a:stretch>
          </a:blipFill>
          <a:ln>
            <a:noFill/>
          </a:ln>
        </p:spPr>
      </p:sp>
      <p:grpSp>
        <p:nvGrpSpPr>
          <p:cNvPr id="377" name="Google Shape;377;p28"/>
          <p:cNvGrpSpPr/>
          <p:nvPr/>
        </p:nvGrpSpPr>
        <p:grpSpPr>
          <a:xfrm>
            <a:off x="3702864" y="4536580"/>
            <a:ext cx="846011" cy="934905"/>
            <a:chOff x="0" y="-28575"/>
            <a:chExt cx="238522" cy="263585"/>
          </a:xfrm>
        </p:grpSpPr>
        <p:sp>
          <p:nvSpPr>
            <p:cNvPr id="378" name="Google Shape;378;p28"/>
            <p:cNvSpPr/>
            <p:nvPr/>
          </p:nvSpPr>
          <p:spPr>
            <a:xfrm>
              <a:off x="0" y="0"/>
              <a:ext cx="238522" cy="235010"/>
            </a:xfrm>
            <a:custGeom>
              <a:rect b="b" l="l" r="r" t="t"/>
              <a:pathLst>
                <a:path extrusionOk="0" h="235010" w="238522">
                  <a:moveTo>
                    <a:pt x="0" y="0"/>
                  </a:moveTo>
                  <a:lnTo>
                    <a:pt x="238522" y="0"/>
                  </a:lnTo>
                  <a:lnTo>
                    <a:pt x="238522" y="235010"/>
                  </a:lnTo>
                  <a:lnTo>
                    <a:pt x="0" y="2350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79" name="Google Shape;379;p28"/>
            <p:cNvSpPr txBox="1"/>
            <p:nvPr/>
          </p:nvSpPr>
          <p:spPr>
            <a:xfrm>
              <a:off x="0" y="-28575"/>
              <a:ext cx="238522" cy="263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p28"/>
          <p:cNvGrpSpPr/>
          <p:nvPr/>
        </p:nvGrpSpPr>
        <p:grpSpPr>
          <a:xfrm>
            <a:off x="9522995" y="2200885"/>
            <a:ext cx="5098497" cy="6641378"/>
            <a:chOff x="0" y="-47625"/>
            <a:chExt cx="1317235" cy="1715851"/>
          </a:xfrm>
        </p:grpSpPr>
        <p:sp>
          <p:nvSpPr>
            <p:cNvPr id="381" name="Google Shape;381;p28"/>
            <p:cNvSpPr/>
            <p:nvPr/>
          </p:nvSpPr>
          <p:spPr>
            <a:xfrm>
              <a:off x="0" y="0"/>
              <a:ext cx="1317235" cy="1668226"/>
            </a:xfrm>
            <a:custGeom>
              <a:rect b="b" l="l" r="r" t="t"/>
              <a:pathLst>
                <a:path extrusionOk="0" h="1668226" w="1317235">
                  <a:moveTo>
                    <a:pt x="15185" y="0"/>
                  </a:moveTo>
                  <a:lnTo>
                    <a:pt x="1302051" y="0"/>
                  </a:lnTo>
                  <a:cubicBezTo>
                    <a:pt x="1310437" y="0"/>
                    <a:pt x="1317235" y="6798"/>
                    <a:pt x="1317235" y="15185"/>
                  </a:cubicBezTo>
                  <a:lnTo>
                    <a:pt x="1317235" y="1653041"/>
                  </a:lnTo>
                  <a:cubicBezTo>
                    <a:pt x="1317235" y="1661427"/>
                    <a:pt x="1310437" y="1668226"/>
                    <a:pt x="1302051" y="1668226"/>
                  </a:cubicBezTo>
                  <a:lnTo>
                    <a:pt x="15185" y="1668226"/>
                  </a:lnTo>
                  <a:cubicBezTo>
                    <a:pt x="6798" y="1668226"/>
                    <a:pt x="0" y="1661427"/>
                    <a:pt x="0" y="1653041"/>
                  </a:cubicBezTo>
                  <a:lnTo>
                    <a:pt x="0" y="15185"/>
                  </a:lnTo>
                  <a:cubicBezTo>
                    <a:pt x="0" y="6798"/>
                    <a:pt x="6798" y="0"/>
                    <a:pt x="15185" y="0"/>
                  </a:cubicBezTo>
                  <a:close/>
                </a:path>
              </a:pathLst>
            </a:custGeom>
            <a:solidFill>
              <a:srgbClr val="89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8"/>
            <p:cNvSpPr txBox="1"/>
            <p:nvPr/>
          </p:nvSpPr>
          <p:spPr>
            <a:xfrm>
              <a:off x="0" y="-47625"/>
              <a:ext cx="1317235" cy="17158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" name="Google Shape;383;p28"/>
          <p:cNvSpPr txBox="1"/>
          <p:nvPr/>
        </p:nvSpPr>
        <p:spPr>
          <a:xfrm>
            <a:off x="1028700" y="556007"/>
            <a:ext cx="4837698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TRANSIÇÕES</a:t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9804300" y="3424192"/>
            <a:ext cx="4535886" cy="429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77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Selecione a transição, clique, e arraste  para o espaço entre os clipes que deseja transicionar</a:t>
            </a:r>
            <a:endParaRPr/>
          </a:p>
        </p:txBody>
      </p:sp>
      <p:cxnSp>
        <p:nvCxnSpPr>
          <p:cNvPr id="385" name="Google Shape;385;p28"/>
          <p:cNvCxnSpPr/>
          <p:nvPr/>
        </p:nvCxnSpPr>
        <p:spPr>
          <a:xfrm>
            <a:off x="6256528" y="5789781"/>
            <a:ext cx="929810" cy="1689350"/>
          </a:xfrm>
          <a:prstGeom prst="straightConnector1">
            <a:avLst/>
          </a:prstGeom>
          <a:noFill/>
          <a:ln cap="flat" cmpd="sng" w="38100">
            <a:solidFill>
              <a:srgbClr val="FF313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29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391" name="Google Shape;391;p29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392" name="Google Shape;392;p29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393" name="Google Shape;393;p29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94" name="Google Shape;394;p29"/>
          <p:cNvGrpSpPr/>
          <p:nvPr/>
        </p:nvGrpSpPr>
        <p:grpSpPr>
          <a:xfrm>
            <a:off x="11502990" y="4682528"/>
            <a:ext cx="1260680" cy="566876"/>
            <a:chOff x="0" y="-28575"/>
            <a:chExt cx="352772" cy="158628"/>
          </a:xfrm>
        </p:grpSpPr>
        <p:sp>
          <p:nvSpPr>
            <p:cNvPr id="395" name="Google Shape;395;p29"/>
            <p:cNvSpPr/>
            <p:nvPr/>
          </p:nvSpPr>
          <p:spPr>
            <a:xfrm>
              <a:off x="0" y="0"/>
              <a:ext cx="352772" cy="130053"/>
            </a:xfrm>
            <a:custGeom>
              <a:rect b="b" l="l" r="r" t="t"/>
              <a:pathLst>
                <a:path extrusionOk="0" h="130053" w="352772">
                  <a:moveTo>
                    <a:pt x="0" y="0"/>
                  </a:moveTo>
                  <a:lnTo>
                    <a:pt x="352772" y="0"/>
                  </a:lnTo>
                  <a:lnTo>
                    <a:pt x="352772" y="130053"/>
                  </a:lnTo>
                  <a:lnTo>
                    <a:pt x="0" y="1300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96" name="Google Shape;396;p29"/>
            <p:cNvSpPr txBox="1"/>
            <p:nvPr/>
          </p:nvSpPr>
          <p:spPr>
            <a:xfrm>
              <a:off x="0" y="-28575"/>
              <a:ext cx="352772" cy="158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29"/>
          <p:cNvGrpSpPr/>
          <p:nvPr/>
        </p:nvGrpSpPr>
        <p:grpSpPr>
          <a:xfrm>
            <a:off x="1028700" y="4521533"/>
            <a:ext cx="8405566" cy="1183478"/>
            <a:chOff x="0" y="-47625"/>
            <a:chExt cx="2213812" cy="311698"/>
          </a:xfrm>
        </p:grpSpPr>
        <p:sp>
          <p:nvSpPr>
            <p:cNvPr id="398" name="Google Shape;398;p29"/>
            <p:cNvSpPr/>
            <p:nvPr/>
          </p:nvSpPr>
          <p:spPr>
            <a:xfrm>
              <a:off x="0" y="0"/>
              <a:ext cx="2213812" cy="264073"/>
            </a:xfrm>
            <a:custGeom>
              <a:rect b="b" l="l" r="r" t="t"/>
              <a:pathLst>
                <a:path extrusionOk="0" h="264073" w="2213812">
                  <a:moveTo>
                    <a:pt x="9210" y="0"/>
                  </a:moveTo>
                  <a:lnTo>
                    <a:pt x="2204601" y="0"/>
                  </a:lnTo>
                  <a:cubicBezTo>
                    <a:pt x="2209688" y="0"/>
                    <a:pt x="2213812" y="4124"/>
                    <a:pt x="2213812" y="9210"/>
                  </a:cubicBezTo>
                  <a:lnTo>
                    <a:pt x="2213812" y="254862"/>
                  </a:lnTo>
                  <a:cubicBezTo>
                    <a:pt x="2213812" y="259949"/>
                    <a:pt x="2209688" y="264073"/>
                    <a:pt x="2204601" y="264073"/>
                  </a:cubicBezTo>
                  <a:lnTo>
                    <a:pt x="9210" y="264073"/>
                  </a:lnTo>
                  <a:cubicBezTo>
                    <a:pt x="4124" y="264073"/>
                    <a:pt x="0" y="259949"/>
                    <a:pt x="0" y="254862"/>
                  </a:cubicBezTo>
                  <a:lnTo>
                    <a:pt x="0" y="9210"/>
                  </a:lnTo>
                  <a:cubicBezTo>
                    <a:pt x="0" y="4124"/>
                    <a:pt x="4124" y="0"/>
                    <a:pt x="9210" y="0"/>
                  </a:cubicBezTo>
                  <a:close/>
                </a:path>
              </a:pathLst>
            </a:custGeom>
            <a:solidFill>
              <a:srgbClr val="7472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9"/>
            <p:cNvSpPr txBox="1"/>
            <p:nvPr/>
          </p:nvSpPr>
          <p:spPr>
            <a:xfrm>
              <a:off x="0" y="-47625"/>
              <a:ext cx="2213812" cy="3116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29"/>
          <p:cNvSpPr/>
          <p:nvPr/>
        </p:nvSpPr>
        <p:spPr>
          <a:xfrm>
            <a:off x="9927031" y="1835558"/>
            <a:ext cx="4412598" cy="8016226"/>
          </a:xfrm>
          <a:custGeom>
            <a:rect b="b" l="l" r="r" t="t"/>
            <a:pathLst>
              <a:path extrusionOk="0" h="8016226" w="4412598">
                <a:moveTo>
                  <a:pt x="0" y="0"/>
                </a:moveTo>
                <a:lnTo>
                  <a:pt x="4412598" y="0"/>
                </a:lnTo>
                <a:lnTo>
                  <a:pt x="4412598" y="8016226"/>
                </a:lnTo>
                <a:lnTo>
                  <a:pt x="0" y="8016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490" l="0" r="0" t="0"/>
            </a:stretch>
          </a:blipFill>
          <a:ln>
            <a:noFill/>
          </a:ln>
        </p:spPr>
      </p:sp>
      <p:grpSp>
        <p:nvGrpSpPr>
          <p:cNvPr id="401" name="Google Shape;401;p29"/>
          <p:cNvGrpSpPr/>
          <p:nvPr/>
        </p:nvGrpSpPr>
        <p:grpSpPr>
          <a:xfrm>
            <a:off x="11598523" y="2641925"/>
            <a:ext cx="2138508" cy="941785"/>
            <a:chOff x="0" y="-28575"/>
            <a:chExt cx="598413" cy="263537"/>
          </a:xfrm>
        </p:grpSpPr>
        <p:sp>
          <p:nvSpPr>
            <p:cNvPr id="402" name="Google Shape;402;p29"/>
            <p:cNvSpPr/>
            <p:nvPr/>
          </p:nvSpPr>
          <p:spPr>
            <a:xfrm>
              <a:off x="0" y="0"/>
              <a:ext cx="598413" cy="234962"/>
            </a:xfrm>
            <a:custGeom>
              <a:rect b="b" l="l" r="r" t="t"/>
              <a:pathLst>
                <a:path extrusionOk="0" h="234962" w="598413">
                  <a:moveTo>
                    <a:pt x="0" y="0"/>
                  </a:moveTo>
                  <a:lnTo>
                    <a:pt x="598413" y="0"/>
                  </a:lnTo>
                  <a:lnTo>
                    <a:pt x="598413" y="234962"/>
                  </a:lnTo>
                  <a:lnTo>
                    <a:pt x="0" y="234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03" name="Google Shape;403;p29"/>
            <p:cNvSpPr txBox="1"/>
            <p:nvPr/>
          </p:nvSpPr>
          <p:spPr>
            <a:xfrm>
              <a:off x="0" y="-28575"/>
              <a:ext cx="598413" cy="263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" name="Google Shape;404;p29"/>
          <p:cNvGrpSpPr/>
          <p:nvPr/>
        </p:nvGrpSpPr>
        <p:grpSpPr>
          <a:xfrm>
            <a:off x="9927031" y="6533527"/>
            <a:ext cx="893422" cy="1011873"/>
            <a:chOff x="0" y="-28575"/>
            <a:chExt cx="250004" cy="283150"/>
          </a:xfrm>
        </p:grpSpPr>
        <p:sp>
          <p:nvSpPr>
            <p:cNvPr id="405" name="Google Shape;405;p29"/>
            <p:cNvSpPr/>
            <p:nvPr/>
          </p:nvSpPr>
          <p:spPr>
            <a:xfrm>
              <a:off x="0" y="0"/>
              <a:ext cx="250004" cy="254575"/>
            </a:xfrm>
            <a:custGeom>
              <a:rect b="b" l="l" r="r" t="t"/>
              <a:pathLst>
                <a:path extrusionOk="0" h="254575" w="250004">
                  <a:moveTo>
                    <a:pt x="0" y="0"/>
                  </a:moveTo>
                  <a:lnTo>
                    <a:pt x="250004" y="0"/>
                  </a:lnTo>
                  <a:lnTo>
                    <a:pt x="250004" y="254575"/>
                  </a:lnTo>
                  <a:lnTo>
                    <a:pt x="0" y="2545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06" name="Google Shape;406;p29"/>
            <p:cNvSpPr txBox="1"/>
            <p:nvPr/>
          </p:nvSpPr>
          <p:spPr>
            <a:xfrm>
              <a:off x="0" y="-28575"/>
              <a:ext cx="250004" cy="28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29"/>
          <p:cNvSpPr txBox="1"/>
          <p:nvPr/>
        </p:nvSpPr>
        <p:spPr>
          <a:xfrm>
            <a:off x="1028700" y="556007"/>
            <a:ext cx="40765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LEGENDAS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2073927" y="4871897"/>
            <a:ext cx="6283288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Gerar legendas automáticas</a:t>
            </a:r>
            <a:endParaRPr/>
          </a:p>
        </p:txBody>
      </p:sp>
      <p:cxnSp>
        <p:nvCxnSpPr>
          <p:cNvPr id="409" name="Google Shape;409;p29"/>
          <p:cNvCxnSpPr/>
          <p:nvPr/>
        </p:nvCxnSpPr>
        <p:spPr>
          <a:xfrm flipH="1" rot="10800000">
            <a:off x="5231483" y="3163876"/>
            <a:ext cx="6367040" cy="1538483"/>
          </a:xfrm>
          <a:prstGeom prst="straightConnector1">
            <a:avLst/>
          </a:prstGeom>
          <a:noFill/>
          <a:ln cap="flat" cmpd="sng" w="38100">
            <a:solidFill>
              <a:srgbClr val="FF313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30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415" name="Google Shape;415;p30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416" name="Google Shape;416;p30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417" name="Google Shape;417;p30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8" name="Google Shape;418;p30"/>
          <p:cNvSpPr/>
          <p:nvPr/>
        </p:nvSpPr>
        <p:spPr>
          <a:xfrm>
            <a:off x="1028700" y="4504813"/>
            <a:ext cx="3222464" cy="1277373"/>
          </a:xfrm>
          <a:custGeom>
            <a:rect b="b" l="l" r="r" t="t"/>
            <a:pathLst>
              <a:path extrusionOk="0" h="1277373" w="3222464">
                <a:moveTo>
                  <a:pt x="0" y="0"/>
                </a:moveTo>
                <a:lnTo>
                  <a:pt x="3222464" y="0"/>
                </a:lnTo>
                <a:lnTo>
                  <a:pt x="3222464" y="1277374"/>
                </a:lnTo>
                <a:lnTo>
                  <a:pt x="0" y="1277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p30"/>
          <p:cNvSpPr/>
          <p:nvPr/>
        </p:nvSpPr>
        <p:spPr>
          <a:xfrm>
            <a:off x="12374866" y="2094662"/>
            <a:ext cx="4493252" cy="7375050"/>
          </a:xfrm>
          <a:custGeom>
            <a:rect b="b" l="l" r="r" t="t"/>
            <a:pathLst>
              <a:path extrusionOk="0" h="7375050" w="4493252">
                <a:moveTo>
                  <a:pt x="0" y="0"/>
                </a:moveTo>
                <a:lnTo>
                  <a:pt x="4493252" y="0"/>
                </a:lnTo>
                <a:lnTo>
                  <a:pt x="4493252" y="7375050"/>
                </a:lnTo>
                <a:lnTo>
                  <a:pt x="0" y="7375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30"/>
          <p:cNvSpPr/>
          <p:nvPr/>
        </p:nvSpPr>
        <p:spPr>
          <a:xfrm>
            <a:off x="5004132" y="6533648"/>
            <a:ext cx="6537919" cy="1205315"/>
          </a:xfrm>
          <a:custGeom>
            <a:rect b="b" l="l" r="r" t="t"/>
            <a:pathLst>
              <a:path extrusionOk="0" h="1205315" w="6537919">
                <a:moveTo>
                  <a:pt x="0" y="0"/>
                </a:moveTo>
                <a:lnTo>
                  <a:pt x="6537919" y="0"/>
                </a:lnTo>
                <a:lnTo>
                  <a:pt x="6537919" y="1205315"/>
                </a:lnTo>
                <a:lnTo>
                  <a:pt x="0" y="1205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1" name="Google Shape;421;p30"/>
          <p:cNvSpPr/>
          <p:nvPr/>
        </p:nvSpPr>
        <p:spPr>
          <a:xfrm rot="1436312">
            <a:off x="2013584" y="6493227"/>
            <a:ext cx="2632421" cy="743659"/>
          </a:xfrm>
          <a:custGeom>
            <a:rect b="b" l="l" r="r" t="t"/>
            <a:pathLst>
              <a:path extrusionOk="0" h="743659" w="2632421">
                <a:moveTo>
                  <a:pt x="0" y="0"/>
                </a:moveTo>
                <a:lnTo>
                  <a:pt x="2632421" y="0"/>
                </a:lnTo>
                <a:lnTo>
                  <a:pt x="2632421" y="743659"/>
                </a:lnTo>
                <a:lnTo>
                  <a:pt x="0" y="7436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2" name="Google Shape;422;p30"/>
          <p:cNvSpPr/>
          <p:nvPr/>
        </p:nvSpPr>
        <p:spPr>
          <a:xfrm flipH="1" rot="9799557">
            <a:off x="9604982" y="4714219"/>
            <a:ext cx="3040139" cy="858839"/>
          </a:xfrm>
          <a:custGeom>
            <a:rect b="b" l="l" r="r" t="t"/>
            <a:pathLst>
              <a:path extrusionOk="0" h="858839" w="3040139">
                <a:moveTo>
                  <a:pt x="3040139" y="0"/>
                </a:moveTo>
                <a:lnTo>
                  <a:pt x="0" y="0"/>
                </a:lnTo>
                <a:lnTo>
                  <a:pt x="0" y="858839"/>
                </a:lnTo>
                <a:lnTo>
                  <a:pt x="3040139" y="858839"/>
                </a:lnTo>
                <a:lnTo>
                  <a:pt x="3040139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30"/>
          <p:cNvSpPr txBox="1"/>
          <p:nvPr/>
        </p:nvSpPr>
        <p:spPr>
          <a:xfrm>
            <a:off x="1028700" y="556007"/>
            <a:ext cx="5454535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EXPORTANDO O PROJETO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